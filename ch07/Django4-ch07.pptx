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17" r:id="rId20"/>
    <p:sldId id="279" r:id="rId21"/>
    <p:sldId id="318" r:id="rId22"/>
    <p:sldId id="275" r:id="rId23"/>
    <p:sldId id="319" r:id="rId24"/>
    <p:sldId id="320" r:id="rId25"/>
    <p:sldId id="276" r:id="rId26"/>
    <p:sldId id="277" r:id="rId27"/>
    <p:sldId id="278" r:id="rId28"/>
    <p:sldId id="335" r:id="rId29"/>
    <p:sldId id="281" r:id="rId30"/>
    <p:sldId id="282" r:id="rId31"/>
    <p:sldId id="283" r:id="rId32"/>
    <p:sldId id="284" r:id="rId33"/>
    <p:sldId id="285" r:id="rId34"/>
    <p:sldId id="321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337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2" r:id="rId52"/>
    <p:sldId id="303" r:id="rId53"/>
    <p:sldId id="304" r:id="rId54"/>
    <p:sldId id="336" r:id="rId55"/>
    <p:sldId id="305" r:id="rId56"/>
    <p:sldId id="306" r:id="rId57"/>
    <p:sldId id="307" r:id="rId58"/>
    <p:sldId id="308" r:id="rId59"/>
    <p:sldId id="309" r:id="rId60"/>
    <p:sldId id="310" r:id="rId61"/>
    <p:sldId id="313" r:id="rId62"/>
    <p:sldId id="314" r:id="rId63"/>
    <p:sldId id="315" r:id="rId64"/>
    <p:sldId id="316" r:id="rId65"/>
    <p:sldId id="311" r:id="rId66"/>
    <p:sldId id="312" r:id="rId67"/>
    <p:sldId id="301" r:id="rId68"/>
    <p:sldId id="322" r:id="rId69"/>
    <p:sldId id="323" r:id="rId70"/>
    <p:sldId id="325" r:id="rId71"/>
    <p:sldId id="324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836AA-79AD-496C-B9B5-D86F37890825}" v="206" dt="2023-05-22T05:09:09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04" autoAdjust="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-Huang Ho" userId="3b9e8198e6400288" providerId="LiveId" clId="{0F0836AA-79AD-496C-B9B5-D86F37890825}"/>
    <pc:docChg chg="undo custSel addSld delSld modSld">
      <pc:chgData name="Min-Huang Ho" userId="3b9e8198e6400288" providerId="LiveId" clId="{0F0836AA-79AD-496C-B9B5-D86F37890825}" dt="2023-05-22T05:09:43.615" v="1840"/>
      <pc:docMkLst>
        <pc:docMk/>
      </pc:docMkLst>
      <pc:sldChg chg="modSp mod">
        <pc:chgData name="Min-Huang Ho" userId="3b9e8198e6400288" providerId="LiveId" clId="{0F0836AA-79AD-496C-B9B5-D86F37890825}" dt="2023-05-22T05:09:43.615" v="1840"/>
        <pc:sldMkLst>
          <pc:docMk/>
          <pc:sldMk cId="0" sldId="256"/>
        </pc:sldMkLst>
        <pc:spChg chg="mod">
          <ac:chgData name="Min-Huang Ho" userId="3b9e8198e6400288" providerId="LiveId" clId="{0F0836AA-79AD-496C-B9B5-D86F37890825}" dt="2023-05-22T05:09:43.615" v="184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24:42.143" v="196"/>
        <pc:sldMkLst>
          <pc:docMk/>
          <pc:sldMk cId="0" sldId="257"/>
        </pc:sldMkLst>
        <pc:spChg chg="mod">
          <ac:chgData name="Min-Huang Ho" userId="3b9e8198e6400288" providerId="LiveId" clId="{0F0836AA-79AD-496C-B9B5-D86F37890825}" dt="2023-05-22T03:24:42.143" v="196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Min-Huang Ho" userId="3b9e8198e6400288" providerId="LiveId" clId="{0F0836AA-79AD-496C-B9B5-D86F37890825}" dt="2023-05-22T04:57:32.497" v="1027" actId="47"/>
        <pc:sldMkLst>
          <pc:docMk/>
          <pc:sldMk cId="0" sldId="258"/>
        </pc:sldMkLst>
      </pc:sldChg>
      <pc:sldChg chg="modSp mod">
        <pc:chgData name="Min-Huang Ho" userId="3b9e8198e6400288" providerId="LiveId" clId="{0F0836AA-79AD-496C-B9B5-D86F37890825}" dt="2023-05-22T03:25:20.560" v="312"/>
        <pc:sldMkLst>
          <pc:docMk/>
          <pc:sldMk cId="1204855519" sldId="259"/>
        </pc:sldMkLst>
        <pc:spChg chg="mod">
          <ac:chgData name="Min-Huang Ho" userId="3b9e8198e6400288" providerId="LiveId" clId="{0F0836AA-79AD-496C-B9B5-D86F37890825}" dt="2023-05-22T03:25:20.560" v="312"/>
          <ac:spMkLst>
            <pc:docMk/>
            <pc:sldMk cId="1204855519" sldId="259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26:15.361" v="315" actId="948"/>
        <pc:sldMkLst>
          <pc:docMk/>
          <pc:sldMk cId="523774190" sldId="261"/>
        </pc:sldMkLst>
        <pc:graphicFrameChg chg="modGraphic">
          <ac:chgData name="Min-Huang Ho" userId="3b9e8198e6400288" providerId="LiveId" clId="{0F0836AA-79AD-496C-B9B5-D86F37890825}" dt="2023-05-22T03:26:15.361" v="315" actId="948"/>
          <ac:graphicFrameMkLst>
            <pc:docMk/>
            <pc:sldMk cId="523774190" sldId="261"/>
            <ac:graphicFrameMk id="7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6:23.097" v="316" actId="948"/>
        <pc:sldMkLst>
          <pc:docMk/>
          <pc:sldMk cId="396958485" sldId="262"/>
        </pc:sldMkLst>
        <pc:graphicFrameChg chg="modGraphic">
          <ac:chgData name="Min-Huang Ho" userId="3b9e8198e6400288" providerId="LiveId" clId="{0F0836AA-79AD-496C-B9B5-D86F37890825}" dt="2023-05-22T03:26:23.097" v="316" actId="948"/>
          <ac:graphicFrameMkLst>
            <pc:docMk/>
            <pc:sldMk cId="396958485" sldId="262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6:28.229" v="317" actId="948"/>
        <pc:sldMkLst>
          <pc:docMk/>
          <pc:sldMk cId="609214307" sldId="263"/>
        </pc:sldMkLst>
        <pc:graphicFrameChg chg="modGraphic">
          <ac:chgData name="Min-Huang Ho" userId="3b9e8198e6400288" providerId="LiveId" clId="{0F0836AA-79AD-496C-B9B5-D86F37890825}" dt="2023-05-22T03:26:28.229" v="317" actId="948"/>
          <ac:graphicFrameMkLst>
            <pc:docMk/>
            <pc:sldMk cId="609214307" sldId="263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7:11.446" v="321" actId="948"/>
        <pc:sldMkLst>
          <pc:docMk/>
          <pc:sldMk cId="1785799814" sldId="265"/>
        </pc:sldMkLst>
        <pc:graphicFrameChg chg="modGraphic">
          <ac:chgData name="Min-Huang Ho" userId="3b9e8198e6400288" providerId="LiveId" clId="{0F0836AA-79AD-496C-B9B5-D86F37890825}" dt="2023-05-22T03:27:11.446" v="321" actId="948"/>
          <ac:graphicFrameMkLst>
            <pc:docMk/>
            <pc:sldMk cId="1785799814" sldId="265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7:56.956" v="325" actId="948"/>
        <pc:sldMkLst>
          <pc:docMk/>
          <pc:sldMk cId="811818120" sldId="266"/>
        </pc:sldMkLst>
        <pc:graphicFrameChg chg="modGraphic">
          <ac:chgData name="Min-Huang Ho" userId="3b9e8198e6400288" providerId="LiveId" clId="{0F0836AA-79AD-496C-B9B5-D86F37890825}" dt="2023-05-22T03:27:22.524" v="322" actId="948"/>
          <ac:graphicFrameMkLst>
            <pc:docMk/>
            <pc:sldMk cId="811818120" sldId="266"/>
            <ac:graphicFrameMk id="5" creationId="{00000000-0000-0000-0000-000000000000}"/>
          </ac:graphicFrameMkLst>
        </pc:graphicFrameChg>
        <pc:graphicFrameChg chg="modGraphic">
          <ac:chgData name="Min-Huang Ho" userId="3b9e8198e6400288" providerId="LiveId" clId="{0F0836AA-79AD-496C-B9B5-D86F37890825}" dt="2023-05-22T03:27:56.956" v="325" actId="948"/>
          <ac:graphicFrameMkLst>
            <pc:docMk/>
            <pc:sldMk cId="811818120" sldId="266"/>
            <ac:graphicFrameMk id="6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8:00.991" v="326" actId="948"/>
        <pc:sldMkLst>
          <pc:docMk/>
          <pc:sldMk cId="1566167773" sldId="267"/>
        </pc:sldMkLst>
        <pc:graphicFrameChg chg="modGraphic">
          <ac:chgData name="Min-Huang Ho" userId="3b9e8198e6400288" providerId="LiveId" clId="{0F0836AA-79AD-496C-B9B5-D86F37890825}" dt="2023-05-22T03:28:00.991" v="326" actId="948"/>
          <ac:graphicFrameMkLst>
            <pc:docMk/>
            <pc:sldMk cId="1566167773" sldId="267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8:07.322" v="327" actId="948"/>
        <pc:sldMkLst>
          <pc:docMk/>
          <pc:sldMk cId="1551372860" sldId="268"/>
        </pc:sldMkLst>
        <pc:graphicFrameChg chg="modGraphic">
          <ac:chgData name="Min-Huang Ho" userId="3b9e8198e6400288" providerId="LiveId" clId="{0F0836AA-79AD-496C-B9B5-D86F37890825}" dt="2023-05-22T03:28:07.322" v="327" actId="948"/>
          <ac:graphicFrameMkLst>
            <pc:docMk/>
            <pc:sldMk cId="1551372860" sldId="268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0F0836AA-79AD-496C-B9B5-D86F37890825}" dt="2023-05-22T03:28:52.643" v="335" actId="403"/>
        <pc:sldMkLst>
          <pc:docMk/>
          <pc:sldMk cId="4246097193" sldId="269"/>
        </pc:sldMkLst>
        <pc:spChg chg="mod">
          <ac:chgData name="Min-Huang Ho" userId="3b9e8198e6400288" providerId="LiveId" clId="{0F0836AA-79AD-496C-B9B5-D86F37890825}" dt="2023-05-22T03:28:52.643" v="335" actId="403"/>
          <ac:spMkLst>
            <pc:docMk/>
            <pc:sldMk cId="4246097193" sldId="269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29:24.102" v="347" actId="404"/>
        <pc:sldMkLst>
          <pc:docMk/>
          <pc:sldMk cId="3233298224" sldId="270"/>
        </pc:sldMkLst>
        <pc:spChg chg="mod">
          <ac:chgData name="Min-Huang Ho" userId="3b9e8198e6400288" providerId="LiveId" clId="{0F0836AA-79AD-496C-B9B5-D86F37890825}" dt="2023-05-22T03:29:24.102" v="347" actId="404"/>
          <ac:spMkLst>
            <pc:docMk/>
            <pc:sldMk cId="3233298224" sldId="270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29:48.789" v="353" actId="27636"/>
        <pc:sldMkLst>
          <pc:docMk/>
          <pc:sldMk cId="2693286418" sldId="271"/>
        </pc:sldMkLst>
        <pc:spChg chg="mod">
          <ac:chgData name="Min-Huang Ho" userId="3b9e8198e6400288" providerId="LiveId" clId="{0F0836AA-79AD-496C-B9B5-D86F37890825}" dt="2023-05-22T03:29:48.789" v="353" actId="27636"/>
          <ac:spMkLst>
            <pc:docMk/>
            <pc:sldMk cId="2693286418" sldId="271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0:34.244" v="357" actId="20577"/>
        <pc:sldMkLst>
          <pc:docMk/>
          <pc:sldMk cId="408079374" sldId="272"/>
        </pc:sldMkLst>
        <pc:spChg chg="mod">
          <ac:chgData name="Min-Huang Ho" userId="3b9e8198e6400288" providerId="LiveId" clId="{0F0836AA-79AD-496C-B9B5-D86F37890825}" dt="2023-05-22T03:30:34.244" v="357" actId="20577"/>
          <ac:spMkLst>
            <pc:docMk/>
            <pc:sldMk cId="408079374" sldId="272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1:48.834" v="381" actId="115"/>
        <pc:sldMkLst>
          <pc:docMk/>
          <pc:sldMk cId="132664490" sldId="273"/>
        </pc:sldMkLst>
        <pc:spChg chg="mod">
          <ac:chgData name="Min-Huang Ho" userId="3b9e8198e6400288" providerId="LiveId" clId="{0F0836AA-79AD-496C-B9B5-D86F37890825}" dt="2023-05-22T03:31:48.834" v="381" actId="115"/>
          <ac:spMkLst>
            <pc:docMk/>
            <pc:sldMk cId="132664490" sldId="273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2:55.091" v="417" actId="20577"/>
        <pc:sldMkLst>
          <pc:docMk/>
          <pc:sldMk cId="3358334995" sldId="274"/>
        </pc:sldMkLst>
        <pc:spChg chg="mod">
          <ac:chgData name="Min-Huang Ho" userId="3b9e8198e6400288" providerId="LiveId" clId="{0F0836AA-79AD-496C-B9B5-D86F37890825}" dt="2023-05-22T03:32:55.091" v="417" actId="20577"/>
          <ac:spMkLst>
            <pc:docMk/>
            <pc:sldMk cId="3358334995" sldId="274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3:37:24.759" v="700" actId="1076"/>
        <pc:sldMkLst>
          <pc:docMk/>
          <pc:sldMk cId="1828839737" sldId="276"/>
        </pc:sldMkLst>
        <pc:picChg chg="del">
          <ac:chgData name="Min-Huang Ho" userId="3b9e8198e6400288" providerId="LiveId" clId="{0F0836AA-79AD-496C-B9B5-D86F37890825}" dt="2023-05-22T03:37:18.523" v="696" actId="478"/>
          <ac:picMkLst>
            <pc:docMk/>
            <pc:sldMk cId="1828839737" sldId="276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3:37:24.759" v="700" actId="1076"/>
          <ac:picMkLst>
            <pc:docMk/>
            <pc:sldMk cId="1828839737" sldId="276"/>
            <ac:picMk id="6" creationId="{32179C2D-0BA1-8AD4-9174-32D3A5483CBF}"/>
          </ac:picMkLst>
        </pc:picChg>
      </pc:sldChg>
      <pc:sldChg chg="addSp delSp modSp mod">
        <pc:chgData name="Min-Huang Ho" userId="3b9e8198e6400288" providerId="LiveId" clId="{0F0836AA-79AD-496C-B9B5-D86F37890825}" dt="2023-05-22T03:37:36.382" v="704" actId="14100"/>
        <pc:sldMkLst>
          <pc:docMk/>
          <pc:sldMk cId="1232347485" sldId="277"/>
        </pc:sldMkLst>
        <pc:picChg chg="del">
          <ac:chgData name="Min-Huang Ho" userId="3b9e8198e6400288" providerId="LiveId" clId="{0F0836AA-79AD-496C-B9B5-D86F37890825}" dt="2023-05-22T03:37:27.270" v="701" actId="478"/>
          <ac:picMkLst>
            <pc:docMk/>
            <pc:sldMk cId="1232347485" sldId="277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3:37:36.382" v="704" actId="14100"/>
          <ac:picMkLst>
            <pc:docMk/>
            <pc:sldMk cId="1232347485" sldId="277"/>
            <ac:picMk id="6" creationId="{78CF4CCA-B8F0-EC72-F6EC-2C7CE776DE98}"/>
          </ac:picMkLst>
        </pc:picChg>
      </pc:sldChg>
      <pc:sldChg chg="addSp delSp modSp mod">
        <pc:chgData name="Min-Huang Ho" userId="3b9e8198e6400288" providerId="LiveId" clId="{0F0836AA-79AD-496C-B9B5-D86F37890825}" dt="2023-05-22T03:37:50.874" v="710" actId="1076"/>
        <pc:sldMkLst>
          <pc:docMk/>
          <pc:sldMk cId="2984499752" sldId="278"/>
        </pc:sldMkLst>
        <pc:picChg chg="del">
          <ac:chgData name="Min-Huang Ho" userId="3b9e8198e6400288" providerId="LiveId" clId="{0F0836AA-79AD-496C-B9B5-D86F37890825}" dt="2023-05-22T03:37:41.962" v="705" actId="478"/>
          <ac:picMkLst>
            <pc:docMk/>
            <pc:sldMk cId="2984499752" sldId="278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3:37:50.874" v="710" actId="1076"/>
          <ac:picMkLst>
            <pc:docMk/>
            <pc:sldMk cId="2984499752" sldId="278"/>
            <ac:picMk id="6" creationId="{0198CF61-A6D5-5FB9-C855-C9A8F8767D64}"/>
          </ac:picMkLst>
        </pc:picChg>
      </pc:sldChg>
      <pc:sldChg chg="modSp mod">
        <pc:chgData name="Min-Huang Ho" userId="3b9e8198e6400288" providerId="LiveId" clId="{0F0836AA-79AD-496C-B9B5-D86F37890825}" dt="2023-05-22T03:33:07.532" v="418" actId="12"/>
        <pc:sldMkLst>
          <pc:docMk/>
          <pc:sldMk cId="1714848558" sldId="279"/>
        </pc:sldMkLst>
        <pc:spChg chg="mod">
          <ac:chgData name="Min-Huang Ho" userId="3b9e8198e6400288" providerId="LiveId" clId="{0F0836AA-79AD-496C-B9B5-D86F37890825}" dt="2023-05-22T03:33:07.532" v="418" actId="12"/>
          <ac:spMkLst>
            <pc:docMk/>
            <pc:sldMk cId="1714848558" sldId="279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8:39.925" v="719" actId="27636"/>
        <pc:sldMkLst>
          <pc:docMk/>
          <pc:sldMk cId="2770015393" sldId="280"/>
        </pc:sldMkLst>
        <pc:spChg chg="mod">
          <ac:chgData name="Min-Huang Ho" userId="3b9e8198e6400288" providerId="LiveId" clId="{0F0836AA-79AD-496C-B9B5-D86F37890825}" dt="2023-05-22T03:38:39.925" v="719" actId="27636"/>
          <ac:spMkLst>
            <pc:docMk/>
            <pc:sldMk cId="2770015393" sldId="280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9:01.405" v="722" actId="403"/>
        <pc:sldMkLst>
          <pc:docMk/>
          <pc:sldMk cId="3836763835" sldId="281"/>
        </pc:sldMkLst>
        <pc:spChg chg="mod">
          <ac:chgData name="Min-Huang Ho" userId="3b9e8198e6400288" providerId="LiveId" clId="{0F0836AA-79AD-496C-B9B5-D86F37890825}" dt="2023-05-22T03:39:01.405" v="722" actId="403"/>
          <ac:spMkLst>
            <pc:docMk/>
            <pc:sldMk cId="3836763835" sldId="281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3:39:24.743" v="726" actId="403"/>
        <pc:sldMkLst>
          <pc:docMk/>
          <pc:sldMk cId="1947857464" sldId="282"/>
        </pc:sldMkLst>
        <pc:spChg chg="mod">
          <ac:chgData name="Min-Huang Ho" userId="3b9e8198e6400288" providerId="LiveId" clId="{0F0836AA-79AD-496C-B9B5-D86F37890825}" dt="2023-05-22T03:39:24.743" v="726" actId="403"/>
          <ac:spMkLst>
            <pc:docMk/>
            <pc:sldMk cId="1947857464" sldId="282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2:44.244" v="727" actId="12"/>
        <pc:sldMkLst>
          <pc:docMk/>
          <pc:sldMk cId="2707799295" sldId="283"/>
        </pc:sldMkLst>
        <pc:spChg chg="mod">
          <ac:chgData name="Min-Huang Ho" userId="3b9e8198e6400288" providerId="LiveId" clId="{0F0836AA-79AD-496C-B9B5-D86F37890825}" dt="2023-05-22T04:42:44.244" v="727" actId="12"/>
          <ac:spMkLst>
            <pc:docMk/>
            <pc:sldMk cId="2707799295" sldId="283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3:14.999" v="728" actId="12"/>
        <pc:sldMkLst>
          <pc:docMk/>
          <pc:sldMk cId="2860086853" sldId="284"/>
        </pc:sldMkLst>
        <pc:spChg chg="mod">
          <ac:chgData name="Min-Huang Ho" userId="3b9e8198e6400288" providerId="LiveId" clId="{0F0836AA-79AD-496C-B9B5-D86F37890825}" dt="2023-05-22T04:43:14.999" v="728" actId="12"/>
          <ac:spMkLst>
            <pc:docMk/>
            <pc:sldMk cId="2860086853" sldId="284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4:42.769" v="822" actId="20577"/>
        <pc:sldMkLst>
          <pc:docMk/>
          <pc:sldMk cId="426062958" sldId="285"/>
        </pc:sldMkLst>
        <pc:spChg chg="mod">
          <ac:chgData name="Min-Huang Ho" userId="3b9e8198e6400288" providerId="LiveId" clId="{0F0836AA-79AD-496C-B9B5-D86F37890825}" dt="2023-05-22T04:44:42.769" v="822" actId="20577"/>
          <ac:spMkLst>
            <pc:docMk/>
            <pc:sldMk cId="426062958" sldId="285"/>
            <ac:spMk id="2" creationId="{00000000-0000-0000-0000-000000000000}"/>
          </ac:spMkLst>
        </pc:spChg>
        <pc:spChg chg="mod">
          <ac:chgData name="Min-Huang Ho" userId="3b9e8198e6400288" providerId="LiveId" clId="{0F0836AA-79AD-496C-B9B5-D86F37890825}" dt="2023-05-22T04:43:51.873" v="731" actId="12"/>
          <ac:spMkLst>
            <pc:docMk/>
            <pc:sldMk cId="426062958" sldId="285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5:45.537" v="917" actId="12"/>
        <pc:sldMkLst>
          <pc:docMk/>
          <pc:sldMk cId="1061194022" sldId="286"/>
        </pc:sldMkLst>
        <pc:spChg chg="mod">
          <ac:chgData name="Min-Huang Ho" userId="3b9e8198e6400288" providerId="LiveId" clId="{0F0836AA-79AD-496C-B9B5-D86F37890825}" dt="2023-05-22T04:45:45.537" v="917" actId="12"/>
          <ac:spMkLst>
            <pc:docMk/>
            <pc:sldMk cId="1061194022" sldId="286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47:46.087" v="921" actId="14100"/>
        <pc:sldMkLst>
          <pc:docMk/>
          <pc:sldMk cId="3958021501" sldId="287"/>
        </pc:sldMkLst>
        <pc:picChg chg="del">
          <ac:chgData name="Min-Huang Ho" userId="3b9e8198e6400288" providerId="LiveId" clId="{0F0836AA-79AD-496C-B9B5-D86F37890825}" dt="2023-05-22T04:47:40.340" v="918" actId="478"/>
          <ac:picMkLst>
            <pc:docMk/>
            <pc:sldMk cId="3958021501" sldId="287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47:46.087" v="921" actId="14100"/>
          <ac:picMkLst>
            <pc:docMk/>
            <pc:sldMk cId="3958021501" sldId="287"/>
            <ac:picMk id="6" creationId="{A27F44EF-CD05-9C34-09A1-015E968A999E}"/>
          </ac:picMkLst>
        </pc:picChg>
      </pc:sldChg>
      <pc:sldChg chg="modSp mod">
        <pc:chgData name="Min-Huang Ho" userId="3b9e8198e6400288" providerId="LiveId" clId="{0F0836AA-79AD-496C-B9B5-D86F37890825}" dt="2023-05-22T04:48:19.187" v="927" actId="20577"/>
        <pc:sldMkLst>
          <pc:docMk/>
          <pc:sldMk cId="1897710329" sldId="288"/>
        </pc:sldMkLst>
        <pc:spChg chg="mod">
          <ac:chgData name="Min-Huang Ho" userId="3b9e8198e6400288" providerId="LiveId" clId="{0F0836AA-79AD-496C-B9B5-D86F37890825}" dt="2023-05-22T04:48:19.187" v="927" actId="20577"/>
          <ac:spMkLst>
            <pc:docMk/>
            <pc:sldMk cId="1897710329" sldId="288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8:45.565" v="928" actId="12"/>
        <pc:sldMkLst>
          <pc:docMk/>
          <pc:sldMk cId="1210076482" sldId="289"/>
        </pc:sldMkLst>
        <pc:spChg chg="mod">
          <ac:chgData name="Min-Huang Ho" userId="3b9e8198e6400288" providerId="LiveId" clId="{0F0836AA-79AD-496C-B9B5-D86F37890825}" dt="2023-05-22T04:48:45.565" v="928" actId="12"/>
          <ac:spMkLst>
            <pc:docMk/>
            <pc:sldMk cId="1210076482" sldId="289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9:39.693" v="932" actId="12"/>
        <pc:sldMkLst>
          <pc:docMk/>
          <pc:sldMk cId="2263063533" sldId="290"/>
        </pc:sldMkLst>
        <pc:spChg chg="mod">
          <ac:chgData name="Min-Huang Ho" userId="3b9e8198e6400288" providerId="LiveId" clId="{0F0836AA-79AD-496C-B9B5-D86F37890825}" dt="2023-05-22T04:49:39.693" v="932" actId="12"/>
          <ac:spMkLst>
            <pc:docMk/>
            <pc:sldMk cId="2263063533" sldId="290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49:59.094" v="934" actId="12"/>
        <pc:sldMkLst>
          <pc:docMk/>
          <pc:sldMk cId="2690677703" sldId="291"/>
        </pc:sldMkLst>
        <pc:spChg chg="mod">
          <ac:chgData name="Min-Huang Ho" userId="3b9e8198e6400288" providerId="LiveId" clId="{0F0836AA-79AD-496C-B9B5-D86F37890825}" dt="2023-05-22T04:49:59.094" v="934" actId="12"/>
          <ac:spMkLst>
            <pc:docMk/>
            <pc:sldMk cId="2690677703" sldId="291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50:31.653" v="941" actId="403"/>
        <pc:sldMkLst>
          <pc:docMk/>
          <pc:sldMk cId="1905450335" sldId="292"/>
        </pc:sldMkLst>
        <pc:spChg chg="mod">
          <ac:chgData name="Min-Huang Ho" userId="3b9e8198e6400288" providerId="LiveId" clId="{0F0836AA-79AD-496C-B9B5-D86F37890825}" dt="2023-05-22T04:50:31.653" v="941" actId="403"/>
          <ac:spMkLst>
            <pc:docMk/>
            <pc:sldMk cId="1905450335" sldId="292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50:48.282" v="945" actId="12"/>
        <pc:sldMkLst>
          <pc:docMk/>
          <pc:sldMk cId="90283320" sldId="293"/>
        </pc:sldMkLst>
        <pc:spChg chg="mod">
          <ac:chgData name="Min-Huang Ho" userId="3b9e8198e6400288" providerId="LiveId" clId="{0F0836AA-79AD-496C-B9B5-D86F37890825}" dt="2023-05-22T04:50:48.282" v="945" actId="12"/>
          <ac:spMkLst>
            <pc:docMk/>
            <pc:sldMk cId="90283320" sldId="293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1:04.108" v="950" actId="1076"/>
        <pc:sldMkLst>
          <pc:docMk/>
          <pc:sldMk cId="2892225174" sldId="294"/>
        </pc:sldMkLst>
        <pc:picChg chg="del">
          <ac:chgData name="Min-Huang Ho" userId="3b9e8198e6400288" providerId="LiveId" clId="{0F0836AA-79AD-496C-B9B5-D86F37890825}" dt="2023-05-22T04:50:59.562" v="946" actId="478"/>
          <ac:picMkLst>
            <pc:docMk/>
            <pc:sldMk cId="2892225174" sldId="294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1:04.108" v="950" actId="1076"/>
          <ac:picMkLst>
            <pc:docMk/>
            <pc:sldMk cId="2892225174" sldId="294"/>
            <ac:picMk id="6" creationId="{00E8E5D8-0B78-A36E-039A-AE0F323E8E0F}"/>
          </ac:picMkLst>
        </pc:picChg>
      </pc:sldChg>
      <pc:sldChg chg="addSp delSp modSp mod">
        <pc:chgData name="Min-Huang Ho" userId="3b9e8198e6400288" providerId="LiveId" clId="{0F0836AA-79AD-496C-B9B5-D86F37890825}" dt="2023-05-22T04:51:16.337" v="954" actId="14100"/>
        <pc:sldMkLst>
          <pc:docMk/>
          <pc:sldMk cId="3388720247" sldId="295"/>
        </pc:sldMkLst>
        <pc:picChg chg="del">
          <ac:chgData name="Min-Huang Ho" userId="3b9e8198e6400288" providerId="LiveId" clId="{0F0836AA-79AD-496C-B9B5-D86F37890825}" dt="2023-05-22T04:51:08.855" v="951" actId="478"/>
          <ac:picMkLst>
            <pc:docMk/>
            <pc:sldMk cId="3388720247" sldId="295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1:16.337" v="954" actId="14100"/>
          <ac:picMkLst>
            <pc:docMk/>
            <pc:sldMk cId="3388720247" sldId="295"/>
            <ac:picMk id="6" creationId="{C94C3084-2672-A33A-0647-67BD83116990}"/>
          </ac:picMkLst>
        </pc:picChg>
      </pc:sldChg>
      <pc:sldChg chg="addSp delSp modSp mod">
        <pc:chgData name="Min-Huang Ho" userId="3b9e8198e6400288" providerId="LiveId" clId="{0F0836AA-79AD-496C-B9B5-D86F37890825}" dt="2023-05-22T04:51:30.647" v="959" actId="1076"/>
        <pc:sldMkLst>
          <pc:docMk/>
          <pc:sldMk cId="520997842" sldId="296"/>
        </pc:sldMkLst>
        <pc:picChg chg="del">
          <ac:chgData name="Min-Huang Ho" userId="3b9e8198e6400288" providerId="LiveId" clId="{0F0836AA-79AD-496C-B9B5-D86F37890825}" dt="2023-05-22T04:51:24.081" v="955" actId="478"/>
          <ac:picMkLst>
            <pc:docMk/>
            <pc:sldMk cId="520997842" sldId="296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1:30.647" v="959" actId="1076"/>
          <ac:picMkLst>
            <pc:docMk/>
            <pc:sldMk cId="520997842" sldId="296"/>
            <ac:picMk id="6" creationId="{74815F5D-6A49-033D-9A60-48535CEB3AEB}"/>
          </ac:picMkLst>
        </pc:picChg>
      </pc:sldChg>
      <pc:sldChg chg="modSp mod">
        <pc:chgData name="Min-Huang Ho" userId="3b9e8198e6400288" providerId="LiveId" clId="{0F0836AA-79AD-496C-B9B5-D86F37890825}" dt="2023-05-22T04:51:51.149" v="961" actId="12"/>
        <pc:sldMkLst>
          <pc:docMk/>
          <pc:sldMk cId="3642845388" sldId="297"/>
        </pc:sldMkLst>
        <pc:spChg chg="mod">
          <ac:chgData name="Min-Huang Ho" userId="3b9e8198e6400288" providerId="LiveId" clId="{0F0836AA-79AD-496C-B9B5-D86F37890825}" dt="2023-05-22T04:51:51.149" v="961" actId="12"/>
          <ac:spMkLst>
            <pc:docMk/>
            <pc:sldMk cId="3642845388" sldId="297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2:06.752" v="966" actId="1076"/>
        <pc:sldMkLst>
          <pc:docMk/>
          <pc:sldMk cId="1073573658" sldId="298"/>
        </pc:sldMkLst>
        <pc:picChg chg="del">
          <ac:chgData name="Min-Huang Ho" userId="3b9e8198e6400288" providerId="LiveId" clId="{0F0836AA-79AD-496C-B9B5-D86F37890825}" dt="2023-05-22T04:51:59.354" v="962" actId="478"/>
          <ac:picMkLst>
            <pc:docMk/>
            <pc:sldMk cId="1073573658" sldId="298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2:06.752" v="966" actId="1076"/>
          <ac:picMkLst>
            <pc:docMk/>
            <pc:sldMk cId="1073573658" sldId="298"/>
            <ac:picMk id="6" creationId="{54148BB9-81E8-00F3-80C8-0988A1865813}"/>
          </ac:picMkLst>
        </pc:picChg>
      </pc:sldChg>
      <pc:sldChg chg="modSp mod">
        <pc:chgData name="Min-Huang Ho" userId="3b9e8198e6400288" providerId="LiveId" clId="{0F0836AA-79AD-496C-B9B5-D86F37890825}" dt="2023-05-22T04:52:12.491" v="967" actId="12"/>
        <pc:sldMkLst>
          <pc:docMk/>
          <pc:sldMk cId="2368572427" sldId="299"/>
        </pc:sldMkLst>
        <pc:spChg chg="mod">
          <ac:chgData name="Min-Huang Ho" userId="3b9e8198e6400288" providerId="LiveId" clId="{0F0836AA-79AD-496C-B9B5-D86F37890825}" dt="2023-05-22T04:52:12.491" v="967" actId="12"/>
          <ac:spMkLst>
            <pc:docMk/>
            <pc:sldMk cId="2368572427" sldId="299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2:32.411" v="973" actId="1076"/>
        <pc:sldMkLst>
          <pc:docMk/>
          <pc:sldMk cId="2375965034" sldId="300"/>
        </pc:sldMkLst>
        <pc:picChg chg="del">
          <ac:chgData name="Min-Huang Ho" userId="3b9e8198e6400288" providerId="LiveId" clId="{0F0836AA-79AD-496C-B9B5-D86F37890825}" dt="2023-05-22T04:52:21.809" v="968" actId="478"/>
          <ac:picMkLst>
            <pc:docMk/>
            <pc:sldMk cId="2375965034" sldId="300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2:32.411" v="973" actId="1076"/>
          <ac:picMkLst>
            <pc:docMk/>
            <pc:sldMk cId="2375965034" sldId="300"/>
            <ac:picMk id="6" creationId="{DAD52F9F-4A65-424D-9A5B-1AFE509FF6C4}"/>
          </ac:picMkLst>
        </pc:picChg>
      </pc:sldChg>
      <pc:sldChg chg="addSp delSp modSp mod">
        <pc:chgData name="Min-Huang Ho" userId="3b9e8198e6400288" providerId="LiveId" clId="{0F0836AA-79AD-496C-B9B5-D86F37890825}" dt="2023-05-22T04:57:29.436" v="1026" actId="1076"/>
        <pc:sldMkLst>
          <pc:docMk/>
          <pc:sldMk cId="4252580684" sldId="301"/>
        </pc:sldMkLst>
        <pc:picChg chg="del">
          <ac:chgData name="Min-Huang Ho" userId="3b9e8198e6400288" providerId="LiveId" clId="{0F0836AA-79AD-496C-B9B5-D86F37890825}" dt="2023-05-22T04:57:23.911" v="1022" actId="478"/>
          <ac:picMkLst>
            <pc:docMk/>
            <pc:sldMk cId="4252580684" sldId="301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7:29.436" v="1026" actId="1076"/>
          <ac:picMkLst>
            <pc:docMk/>
            <pc:sldMk cId="4252580684" sldId="301"/>
            <ac:picMk id="6" creationId="{2E87A1E7-E953-ABB8-090B-1FA6B95A444E}"/>
          </ac:picMkLst>
        </pc:picChg>
      </pc:sldChg>
      <pc:sldChg chg="modSp mod">
        <pc:chgData name="Min-Huang Ho" userId="3b9e8198e6400288" providerId="LiveId" clId="{0F0836AA-79AD-496C-B9B5-D86F37890825}" dt="2023-05-22T04:52:40.193" v="974" actId="12"/>
        <pc:sldMkLst>
          <pc:docMk/>
          <pc:sldMk cId="1924628989" sldId="302"/>
        </pc:sldMkLst>
        <pc:spChg chg="mod">
          <ac:chgData name="Min-Huang Ho" userId="3b9e8198e6400288" providerId="LiveId" clId="{0F0836AA-79AD-496C-B9B5-D86F37890825}" dt="2023-05-22T04:52:40.193" v="974" actId="12"/>
          <ac:spMkLst>
            <pc:docMk/>
            <pc:sldMk cId="1924628989" sldId="302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2:56.726" v="979" actId="1076"/>
        <pc:sldMkLst>
          <pc:docMk/>
          <pc:sldMk cId="1958718086" sldId="303"/>
        </pc:sldMkLst>
        <pc:picChg chg="del">
          <ac:chgData name="Min-Huang Ho" userId="3b9e8198e6400288" providerId="LiveId" clId="{0F0836AA-79AD-496C-B9B5-D86F37890825}" dt="2023-05-22T04:52:50.840" v="975" actId="478"/>
          <ac:picMkLst>
            <pc:docMk/>
            <pc:sldMk cId="1958718086" sldId="303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2:56.726" v="979" actId="1076"/>
          <ac:picMkLst>
            <pc:docMk/>
            <pc:sldMk cId="1958718086" sldId="303"/>
            <ac:picMk id="6" creationId="{6F4E2B52-7A8D-C188-E5D8-A7F5F2DF12A0}"/>
          </ac:picMkLst>
        </pc:picChg>
      </pc:sldChg>
      <pc:sldChg chg="modSp mod">
        <pc:chgData name="Min-Huang Ho" userId="3b9e8198e6400288" providerId="LiveId" clId="{0F0836AA-79AD-496C-B9B5-D86F37890825}" dt="2023-05-22T04:53:09.524" v="980" actId="20577"/>
        <pc:sldMkLst>
          <pc:docMk/>
          <pc:sldMk cId="1870076769" sldId="304"/>
        </pc:sldMkLst>
        <pc:spChg chg="mod">
          <ac:chgData name="Min-Huang Ho" userId="3b9e8198e6400288" providerId="LiveId" clId="{0F0836AA-79AD-496C-B9B5-D86F37890825}" dt="2023-05-22T04:53:09.524" v="980" actId="20577"/>
          <ac:spMkLst>
            <pc:docMk/>
            <pc:sldMk cId="1870076769" sldId="304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53:42.002" v="983" actId="27636"/>
        <pc:sldMkLst>
          <pc:docMk/>
          <pc:sldMk cId="4201814989" sldId="306"/>
        </pc:sldMkLst>
        <pc:spChg chg="mod">
          <ac:chgData name="Min-Huang Ho" userId="3b9e8198e6400288" providerId="LiveId" clId="{0F0836AA-79AD-496C-B9B5-D86F37890825}" dt="2023-05-22T04:53:42.002" v="983" actId="27636"/>
          <ac:spMkLst>
            <pc:docMk/>
            <pc:sldMk cId="4201814989" sldId="306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54:25.910" v="984" actId="20577"/>
        <pc:sldMkLst>
          <pc:docMk/>
          <pc:sldMk cId="1415214242" sldId="307"/>
        </pc:sldMkLst>
        <pc:spChg chg="mod">
          <ac:chgData name="Min-Huang Ho" userId="3b9e8198e6400288" providerId="LiveId" clId="{0F0836AA-79AD-496C-B9B5-D86F37890825}" dt="2023-05-22T04:54:25.910" v="984" actId="20577"/>
          <ac:spMkLst>
            <pc:docMk/>
            <pc:sldMk cId="1415214242" sldId="307"/>
            <ac:spMk id="4" creationId="{00000000-0000-0000-0000-000000000000}"/>
          </ac:spMkLst>
        </pc:spChg>
      </pc:sldChg>
      <pc:sldChg chg="modSp mod">
        <pc:chgData name="Min-Huang Ho" userId="3b9e8198e6400288" providerId="LiveId" clId="{0F0836AA-79AD-496C-B9B5-D86F37890825}" dt="2023-05-22T04:54:39.292" v="985" actId="12"/>
        <pc:sldMkLst>
          <pc:docMk/>
          <pc:sldMk cId="3739307299" sldId="308"/>
        </pc:sldMkLst>
        <pc:spChg chg="mod">
          <ac:chgData name="Min-Huang Ho" userId="3b9e8198e6400288" providerId="LiveId" clId="{0F0836AA-79AD-496C-B9B5-D86F37890825}" dt="2023-05-22T04:54:39.292" v="985" actId="12"/>
          <ac:spMkLst>
            <pc:docMk/>
            <pc:sldMk cId="3739307299" sldId="308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5:19.157" v="990" actId="1076"/>
        <pc:sldMkLst>
          <pc:docMk/>
          <pc:sldMk cId="1304919909" sldId="310"/>
        </pc:sldMkLst>
        <pc:picChg chg="del">
          <ac:chgData name="Min-Huang Ho" userId="3b9e8198e6400288" providerId="LiveId" clId="{0F0836AA-79AD-496C-B9B5-D86F37890825}" dt="2023-05-22T04:55:10.032" v="986" actId="478"/>
          <ac:picMkLst>
            <pc:docMk/>
            <pc:sldMk cId="1304919909" sldId="310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5:19.157" v="990" actId="1076"/>
          <ac:picMkLst>
            <pc:docMk/>
            <pc:sldMk cId="1304919909" sldId="310"/>
            <ac:picMk id="6" creationId="{68BA4531-7FFC-F303-F0C3-CB4D209C4660}"/>
          </ac:picMkLst>
        </pc:picChg>
      </pc:sldChg>
      <pc:sldChg chg="modSp mod">
        <pc:chgData name="Min-Huang Ho" userId="3b9e8198e6400288" providerId="LiveId" clId="{0F0836AA-79AD-496C-B9B5-D86F37890825}" dt="2023-05-22T04:57:06.073" v="1021" actId="12"/>
        <pc:sldMkLst>
          <pc:docMk/>
          <pc:sldMk cId="2546435742" sldId="311"/>
        </pc:sldMkLst>
        <pc:spChg chg="mod">
          <ac:chgData name="Min-Huang Ho" userId="3b9e8198e6400288" providerId="LiveId" clId="{0F0836AA-79AD-496C-B9B5-D86F37890825}" dt="2023-05-22T04:57:06.073" v="1021" actId="12"/>
          <ac:spMkLst>
            <pc:docMk/>
            <pc:sldMk cId="2546435742" sldId="311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0F0836AA-79AD-496C-B9B5-D86F37890825}" dt="2023-05-22T04:55:36.526" v="997" actId="1076"/>
        <pc:sldMkLst>
          <pc:docMk/>
          <pc:sldMk cId="2162114867" sldId="313"/>
        </pc:sldMkLst>
        <pc:picChg chg="del">
          <ac:chgData name="Min-Huang Ho" userId="3b9e8198e6400288" providerId="LiveId" clId="{0F0836AA-79AD-496C-B9B5-D86F37890825}" dt="2023-05-22T04:55:28.577" v="991" actId="478"/>
          <ac:picMkLst>
            <pc:docMk/>
            <pc:sldMk cId="2162114867" sldId="313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5:36.526" v="997" actId="1076"/>
          <ac:picMkLst>
            <pc:docMk/>
            <pc:sldMk cId="2162114867" sldId="313"/>
            <ac:picMk id="6" creationId="{E1CE4656-8FBC-21AE-B61A-22AD580B9D53}"/>
          </ac:picMkLst>
        </pc:picChg>
      </pc:sldChg>
      <pc:sldChg chg="addSp delSp modSp mod">
        <pc:chgData name="Min-Huang Ho" userId="3b9e8198e6400288" providerId="LiveId" clId="{0F0836AA-79AD-496C-B9B5-D86F37890825}" dt="2023-05-22T04:55:49.462" v="1002" actId="1076"/>
        <pc:sldMkLst>
          <pc:docMk/>
          <pc:sldMk cId="2460497553" sldId="314"/>
        </pc:sldMkLst>
        <pc:picChg chg="del">
          <ac:chgData name="Min-Huang Ho" userId="3b9e8198e6400288" providerId="LiveId" clId="{0F0836AA-79AD-496C-B9B5-D86F37890825}" dt="2023-05-22T04:55:42.980" v="998" actId="478"/>
          <ac:picMkLst>
            <pc:docMk/>
            <pc:sldMk cId="2460497553" sldId="314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5:49.462" v="1002" actId="1076"/>
          <ac:picMkLst>
            <pc:docMk/>
            <pc:sldMk cId="2460497553" sldId="314"/>
            <ac:picMk id="6" creationId="{C1035EDA-DED9-D12B-21F8-13F6EAA1F135}"/>
          </ac:picMkLst>
        </pc:picChg>
      </pc:sldChg>
      <pc:sldChg chg="addSp delSp modSp mod">
        <pc:chgData name="Min-Huang Ho" userId="3b9e8198e6400288" providerId="LiveId" clId="{0F0836AA-79AD-496C-B9B5-D86F37890825}" dt="2023-05-22T04:56:01.498" v="1007" actId="1076"/>
        <pc:sldMkLst>
          <pc:docMk/>
          <pc:sldMk cId="435823427" sldId="315"/>
        </pc:sldMkLst>
        <pc:picChg chg="del">
          <ac:chgData name="Min-Huang Ho" userId="3b9e8198e6400288" providerId="LiveId" clId="{0F0836AA-79AD-496C-B9B5-D86F37890825}" dt="2023-05-22T04:55:55.929" v="1003" actId="478"/>
          <ac:picMkLst>
            <pc:docMk/>
            <pc:sldMk cId="435823427" sldId="315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6:01.498" v="1007" actId="1076"/>
          <ac:picMkLst>
            <pc:docMk/>
            <pc:sldMk cId="435823427" sldId="315"/>
            <ac:picMk id="6" creationId="{9444F309-55B5-4723-7ABF-7AA1E734A0B6}"/>
          </ac:picMkLst>
        </pc:picChg>
      </pc:sldChg>
      <pc:sldChg chg="addSp delSp modSp mod">
        <pc:chgData name="Min-Huang Ho" userId="3b9e8198e6400288" providerId="LiveId" clId="{0F0836AA-79AD-496C-B9B5-D86F37890825}" dt="2023-05-22T04:56:47.414" v="1019" actId="1076"/>
        <pc:sldMkLst>
          <pc:docMk/>
          <pc:sldMk cId="2637513120" sldId="316"/>
        </pc:sldMkLst>
        <pc:picChg chg="del">
          <ac:chgData name="Min-Huang Ho" userId="3b9e8198e6400288" providerId="LiveId" clId="{0F0836AA-79AD-496C-B9B5-D86F37890825}" dt="2023-05-22T04:56:10.531" v="1008" actId="478"/>
          <ac:picMkLst>
            <pc:docMk/>
            <pc:sldMk cId="2637513120" sldId="316"/>
            <ac:picMk id="5" creationId="{00000000-0000-0000-0000-000000000000}"/>
          </ac:picMkLst>
        </pc:picChg>
        <pc:picChg chg="add mod">
          <ac:chgData name="Min-Huang Ho" userId="3b9e8198e6400288" providerId="LiveId" clId="{0F0836AA-79AD-496C-B9B5-D86F37890825}" dt="2023-05-22T04:56:37.383" v="1015" actId="1076"/>
          <ac:picMkLst>
            <pc:docMk/>
            <pc:sldMk cId="2637513120" sldId="316"/>
            <ac:picMk id="6" creationId="{FD17E760-DADE-CA07-96FF-08C7FE3E5F7E}"/>
          </ac:picMkLst>
        </pc:picChg>
        <pc:picChg chg="add mod">
          <ac:chgData name="Min-Huang Ho" userId="3b9e8198e6400288" providerId="LiveId" clId="{0F0836AA-79AD-496C-B9B5-D86F37890825}" dt="2023-05-22T04:56:47.414" v="1019" actId="1076"/>
          <ac:picMkLst>
            <pc:docMk/>
            <pc:sldMk cId="2637513120" sldId="316"/>
            <ac:picMk id="7" creationId="{83BDCF3F-F936-8A62-0CF4-2B3EE14E5E5C}"/>
          </ac:picMkLst>
        </pc:picChg>
      </pc:sldChg>
      <pc:sldChg chg="modSp new mod">
        <pc:chgData name="Min-Huang Ho" userId="3b9e8198e6400288" providerId="LiveId" clId="{0F0836AA-79AD-496C-B9B5-D86F37890825}" dt="2023-05-22T03:34:04.738" v="431" actId="403"/>
        <pc:sldMkLst>
          <pc:docMk/>
          <pc:sldMk cId="987332991" sldId="317"/>
        </pc:sldMkLst>
        <pc:spChg chg="mod">
          <ac:chgData name="Min-Huang Ho" userId="3b9e8198e6400288" providerId="LiveId" clId="{0F0836AA-79AD-496C-B9B5-D86F37890825}" dt="2023-05-22T03:33:57.380" v="426" actId="20577"/>
          <ac:spMkLst>
            <pc:docMk/>
            <pc:sldMk cId="987332991" sldId="317"/>
            <ac:spMk id="2" creationId="{403F2721-E46E-5C05-3E9C-9EA4D6687533}"/>
          </ac:spMkLst>
        </pc:spChg>
        <pc:spChg chg="mod">
          <ac:chgData name="Min-Huang Ho" userId="3b9e8198e6400288" providerId="LiveId" clId="{0F0836AA-79AD-496C-B9B5-D86F37890825}" dt="2023-05-22T03:34:04.738" v="431" actId="403"/>
          <ac:spMkLst>
            <pc:docMk/>
            <pc:sldMk cId="987332991" sldId="317"/>
            <ac:spMk id="4" creationId="{626D35BE-0E4B-7C61-FA2A-FED586A49AA6}"/>
          </ac:spMkLst>
        </pc:spChg>
      </pc:sldChg>
      <pc:sldChg chg="modSp new mod">
        <pc:chgData name="Min-Huang Ho" userId="3b9e8198e6400288" providerId="LiveId" clId="{0F0836AA-79AD-496C-B9B5-D86F37890825}" dt="2023-05-22T03:35:14.403" v="492" actId="403"/>
        <pc:sldMkLst>
          <pc:docMk/>
          <pc:sldMk cId="3743683310" sldId="318"/>
        </pc:sldMkLst>
        <pc:spChg chg="mod">
          <ac:chgData name="Min-Huang Ho" userId="3b9e8198e6400288" providerId="LiveId" clId="{0F0836AA-79AD-496C-B9B5-D86F37890825}" dt="2023-05-22T03:34:37.139" v="456" actId="20577"/>
          <ac:spMkLst>
            <pc:docMk/>
            <pc:sldMk cId="3743683310" sldId="318"/>
            <ac:spMk id="2" creationId="{314FA47A-912B-FF88-B9E3-AE6D9F671EAC}"/>
          </ac:spMkLst>
        </pc:spChg>
        <pc:spChg chg="mod">
          <ac:chgData name="Min-Huang Ho" userId="3b9e8198e6400288" providerId="LiveId" clId="{0F0836AA-79AD-496C-B9B5-D86F37890825}" dt="2023-05-22T03:35:14.403" v="492" actId="403"/>
          <ac:spMkLst>
            <pc:docMk/>
            <pc:sldMk cId="3743683310" sldId="318"/>
            <ac:spMk id="4" creationId="{5C3FDBEE-8772-6956-1A3E-7645816905F5}"/>
          </ac:spMkLst>
        </pc:spChg>
      </pc:sldChg>
      <pc:sldChg chg="modSp new mod">
        <pc:chgData name="Min-Huang Ho" userId="3b9e8198e6400288" providerId="LiveId" clId="{0F0836AA-79AD-496C-B9B5-D86F37890825}" dt="2023-05-22T03:36:32.329" v="629" actId="20577"/>
        <pc:sldMkLst>
          <pc:docMk/>
          <pc:sldMk cId="3598375748" sldId="319"/>
        </pc:sldMkLst>
        <pc:spChg chg="mod">
          <ac:chgData name="Min-Huang Ho" userId="3b9e8198e6400288" providerId="LiveId" clId="{0F0836AA-79AD-496C-B9B5-D86F37890825}" dt="2023-05-22T03:36:32.329" v="629" actId="20577"/>
          <ac:spMkLst>
            <pc:docMk/>
            <pc:sldMk cId="3598375748" sldId="319"/>
            <ac:spMk id="2" creationId="{05D11A38-A507-3E03-9474-847CC0B659F7}"/>
          </ac:spMkLst>
        </pc:spChg>
        <pc:spChg chg="mod">
          <ac:chgData name="Min-Huang Ho" userId="3b9e8198e6400288" providerId="LiveId" clId="{0F0836AA-79AD-496C-B9B5-D86F37890825}" dt="2023-05-22T03:36:22.695" v="601" actId="404"/>
          <ac:spMkLst>
            <pc:docMk/>
            <pc:sldMk cId="3598375748" sldId="319"/>
            <ac:spMk id="4" creationId="{C24F9C69-FB11-47BA-4AE8-8A311E1C9210}"/>
          </ac:spMkLst>
        </pc:spChg>
      </pc:sldChg>
      <pc:sldChg chg="modSp new mod">
        <pc:chgData name="Min-Huang Ho" userId="3b9e8198e6400288" providerId="LiveId" clId="{0F0836AA-79AD-496C-B9B5-D86F37890825}" dt="2023-05-22T03:37:09.099" v="695" actId="403"/>
        <pc:sldMkLst>
          <pc:docMk/>
          <pc:sldMk cId="3004949989" sldId="320"/>
        </pc:sldMkLst>
        <pc:spChg chg="mod">
          <ac:chgData name="Min-Huang Ho" userId="3b9e8198e6400288" providerId="LiveId" clId="{0F0836AA-79AD-496C-B9B5-D86F37890825}" dt="2023-05-22T03:36:51.800" v="687"/>
          <ac:spMkLst>
            <pc:docMk/>
            <pc:sldMk cId="3004949989" sldId="320"/>
            <ac:spMk id="2" creationId="{1C967F69-729B-6DE5-C5D3-C34DAFC7CD2B}"/>
          </ac:spMkLst>
        </pc:spChg>
        <pc:spChg chg="mod">
          <ac:chgData name="Min-Huang Ho" userId="3b9e8198e6400288" providerId="LiveId" clId="{0F0836AA-79AD-496C-B9B5-D86F37890825}" dt="2023-05-22T03:37:09.099" v="695" actId="403"/>
          <ac:spMkLst>
            <pc:docMk/>
            <pc:sldMk cId="3004949989" sldId="320"/>
            <ac:spMk id="4" creationId="{D9F5FF1C-39C8-3405-F94D-2152FD7EE6B8}"/>
          </ac:spMkLst>
        </pc:spChg>
      </pc:sldChg>
      <pc:sldChg chg="modSp new mod">
        <pc:chgData name="Min-Huang Ho" userId="3b9e8198e6400288" providerId="LiveId" clId="{0F0836AA-79AD-496C-B9B5-D86F37890825}" dt="2023-05-22T04:45:20.613" v="916" actId="403"/>
        <pc:sldMkLst>
          <pc:docMk/>
          <pc:sldMk cId="1634155978" sldId="321"/>
        </pc:sldMkLst>
        <pc:spChg chg="mod">
          <ac:chgData name="Min-Huang Ho" userId="3b9e8198e6400288" providerId="LiveId" clId="{0F0836AA-79AD-496C-B9B5-D86F37890825}" dt="2023-05-22T04:45:01.769" v="908"/>
          <ac:spMkLst>
            <pc:docMk/>
            <pc:sldMk cId="1634155978" sldId="321"/>
            <ac:spMk id="2" creationId="{A78F0540-1BC2-078D-9118-7E84C7144502}"/>
          </ac:spMkLst>
        </pc:spChg>
        <pc:spChg chg="mod">
          <ac:chgData name="Min-Huang Ho" userId="3b9e8198e6400288" providerId="LiveId" clId="{0F0836AA-79AD-496C-B9B5-D86F37890825}" dt="2023-05-22T04:45:20.613" v="916" actId="403"/>
          <ac:spMkLst>
            <pc:docMk/>
            <pc:sldMk cId="1634155978" sldId="321"/>
            <ac:spMk id="4" creationId="{EFD3CF28-79C1-987B-F44A-0CB1DF3920EC}"/>
          </ac:spMkLst>
        </pc:spChg>
      </pc:sldChg>
      <pc:sldChg chg="addSp delSp modSp new mod">
        <pc:chgData name="Min-Huang Ho" userId="3b9e8198e6400288" providerId="LiveId" clId="{0F0836AA-79AD-496C-B9B5-D86F37890825}" dt="2023-05-22T04:58:27.690" v="1121" actId="1076"/>
        <pc:sldMkLst>
          <pc:docMk/>
          <pc:sldMk cId="2166661925" sldId="322"/>
        </pc:sldMkLst>
        <pc:spChg chg="mod">
          <ac:chgData name="Min-Huang Ho" userId="3b9e8198e6400288" providerId="LiveId" clId="{0F0836AA-79AD-496C-B9B5-D86F37890825}" dt="2023-05-22T04:58:01.158" v="1109"/>
          <ac:spMkLst>
            <pc:docMk/>
            <pc:sldMk cId="2166661925" sldId="322"/>
            <ac:spMk id="2" creationId="{251CA8F7-1061-6AC2-BEB4-BBDB9C8718AE}"/>
          </ac:spMkLst>
        </pc:spChg>
        <pc:spChg chg="del">
          <ac:chgData name="Min-Huang Ho" userId="3b9e8198e6400288" providerId="LiveId" clId="{0F0836AA-79AD-496C-B9B5-D86F37890825}" dt="2023-05-22T04:58:03.436" v="1110"/>
          <ac:spMkLst>
            <pc:docMk/>
            <pc:sldMk cId="2166661925" sldId="322"/>
            <ac:spMk id="4" creationId="{D06BF688-5B15-1121-3B5D-D2197DF22FFC}"/>
          </ac:spMkLst>
        </pc:spChg>
        <pc:picChg chg="add mod">
          <ac:chgData name="Min-Huang Ho" userId="3b9e8198e6400288" providerId="LiveId" clId="{0F0836AA-79AD-496C-B9B5-D86F37890825}" dt="2023-05-22T04:58:22.736" v="1118" actId="1076"/>
          <ac:picMkLst>
            <pc:docMk/>
            <pc:sldMk cId="2166661925" sldId="322"/>
            <ac:picMk id="5" creationId="{C688FCEC-F4EE-5F07-291F-51C8D82F2718}"/>
          </ac:picMkLst>
        </pc:picChg>
        <pc:picChg chg="add mod">
          <ac:chgData name="Min-Huang Ho" userId="3b9e8198e6400288" providerId="LiveId" clId="{0F0836AA-79AD-496C-B9B5-D86F37890825}" dt="2023-05-22T04:58:27.690" v="1121" actId="1076"/>
          <ac:picMkLst>
            <pc:docMk/>
            <pc:sldMk cId="2166661925" sldId="322"/>
            <ac:picMk id="6" creationId="{A50A1F3C-3473-89D3-23FD-A08030EA6174}"/>
          </ac:picMkLst>
        </pc:picChg>
      </pc:sldChg>
      <pc:sldChg chg="addSp delSp modSp new mod">
        <pc:chgData name="Min-Huang Ho" userId="3b9e8198e6400288" providerId="LiveId" clId="{0F0836AA-79AD-496C-B9B5-D86F37890825}" dt="2023-05-22T04:59:00.772" v="1179" actId="1076"/>
        <pc:sldMkLst>
          <pc:docMk/>
          <pc:sldMk cId="2767364842" sldId="323"/>
        </pc:sldMkLst>
        <pc:spChg chg="mod">
          <ac:chgData name="Min-Huang Ho" userId="3b9e8198e6400288" providerId="LiveId" clId="{0F0836AA-79AD-496C-B9B5-D86F37890825}" dt="2023-05-22T04:58:47.210" v="1173"/>
          <ac:spMkLst>
            <pc:docMk/>
            <pc:sldMk cId="2767364842" sldId="323"/>
            <ac:spMk id="2" creationId="{686E4A1B-D137-C3A9-99AE-7DEC3B36D3EB}"/>
          </ac:spMkLst>
        </pc:spChg>
        <pc:spChg chg="del">
          <ac:chgData name="Min-Huang Ho" userId="3b9e8198e6400288" providerId="LiveId" clId="{0F0836AA-79AD-496C-B9B5-D86F37890825}" dt="2023-05-22T04:58:49.223" v="1174"/>
          <ac:spMkLst>
            <pc:docMk/>
            <pc:sldMk cId="2767364842" sldId="323"/>
            <ac:spMk id="4" creationId="{9E412CD1-4232-1E2E-4BAB-E5563AA5E7EF}"/>
          </ac:spMkLst>
        </pc:spChg>
        <pc:picChg chg="add mod">
          <ac:chgData name="Min-Huang Ho" userId="3b9e8198e6400288" providerId="LiveId" clId="{0F0836AA-79AD-496C-B9B5-D86F37890825}" dt="2023-05-22T04:58:51.324" v="1175" actId="1076"/>
          <ac:picMkLst>
            <pc:docMk/>
            <pc:sldMk cId="2767364842" sldId="323"/>
            <ac:picMk id="5" creationId="{1B717794-2B2A-8EA0-612D-C01667D5E5EC}"/>
          </ac:picMkLst>
        </pc:picChg>
        <pc:picChg chg="add mod">
          <ac:chgData name="Min-Huang Ho" userId="3b9e8198e6400288" providerId="LiveId" clId="{0F0836AA-79AD-496C-B9B5-D86F37890825}" dt="2023-05-22T04:59:00.772" v="1179" actId="1076"/>
          <ac:picMkLst>
            <pc:docMk/>
            <pc:sldMk cId="2767364842" sldId="323"/>
            <ac:picMk id="6" creationId="{E34F1170-35E6-8C36-43EA-7477DC2B3984}"/>
          </ac:picMkLst>
        </pc:picChg>
      </pc:sldChg>
      <pc:sldChg chg="addSp delSp modSp new mod">
        <pc:chgData name="Min-Huang Ho" userId="3b9e8198e6400288" providerId="LiveId" clId="{0F0836AA-79AD-496C-B9B5-D86F37890825}" dt="2023-05-22T05:01:13.114" v="1252"/>
        <pc:sldMkLst>
          <pc:docMk/>
          <pc:sldMk cId="359727102" sldId="324"/>
        </pc:sldMkLst>
        <pc:spChg chg="mod">
          <ac:chgData name="Min-Huang Ho" userId="3b9e8198e6400288" providerId="LiveId" clId="{0F0836AA-79AD-496C-B9B5-D86F37890825}" dt="2023-05-22T05:01:11.400" v="1251"/>
          <ac:spMkLst>
            <pc:docMk/>
            <pc:sldMk cId="359727102" sldId="324"/>
            <ac:spMk id="2" creationId="{CA36970A-CCCD-9743-9ADE-0A65B14B2EEA}"/>
          </ac:spMkLst>
        </pc:spChg>
        <pc:spChg chg="del">
          <ac:chgData name="Min-Huang Ho" userId="3b9e8198e6400288" providerId="LiveId" clId="{0F0836AA-79AD-496C-B9B5-D86F37890825}" dt="2023-05-22T05:01:13.114" v="1252"/>
          <ac:spMkLst>
            <pc:docMk/>
            <pc:sldMk cId="359727102" sldId="324"/>
            <ac:spMk id="4" creationId="{B0AF945C-17EE-7086-2377-D1E33FE58EC3}"/>
          </ac:spMkLst>
        </pc:spChg>
        <pc:picChg chg="add mod">
          <ac:chgData name="Min-Huang Ho" userId="3b9e8198e6400288" providerId="LiveId" clId="{0F0836AA-79AD-496C-B9B5-D86F37890825}" dt="2023-05-22T05:01:13.114" v="1252"/>
          <ac:picMkLst>
            <pc:docMk/>
            <pc:sldMk cId="359727102" sldId="324"/>
            <ac:picMk id="5" creationId="{F71516B3-CBDA-92A5-5C6B-A61ED9B4A5F3}"/>
          </ac:picMkLst>
        </pc:picChg>
      </pc:sldChg>
      <pc:sldChg chg="addSp delSp modSp add mod">
        <pc:chgData name="Min-Huang Ho" userId="3b9e8198e6400288" providerId="LiveId" clId="{0F0836AA-79AD-496C-B9B5-D86F37890825}" dt="2023-05-22T05:00:20.122" v="1203" actId="1076"/>
        <pc:sldMkLst>
          <pc:docMk/>
          <pc:sldMk cId="3044570298" sldId="325"/>
        </pc:sldMkLst>
        <pc:spChg chg="add del mod">
          <ac:chgData name="Min-Huang Ho" userId="3b9e8198e6400288" providerId="LiveId" clId="{0F0836AA-79AD-496C-B9B5-D86F37890825}" dt="2023-05-22T04:59:50.471" v="1191"/>
          <ac:spMkLst>
            <pc:docMk/>
            <pc:sldMk cId="3044570298" sldId="325"/>
            <ac:spMk id="7" creationId="{8BF24C91-AC7F-39CB-8698-014558794852}"/>
          </ac:spMkLst>
        </pc:spChg>
        <pc:picChg chg="del">
          <ac:chgData name="Min-Huang Ho" userId="3b9e8198e6400288" providerId="LiveId" clId="{0F0836AA-79AD-496C-B9B5-D86F37890825}" dt="2023-05-22T04:59:18.102" v="1188" actId="478"/>
          <ac:picMkLst>
            <pc:docMk/>
            <pc:sldMk cId="3044570298" sldId="325"/>
            <ac:picMk id="5" creationId="{1B717794-2B2A-8EA0-612D-C01667D5E5EC}"/>
          </ac:picMkLst>
        </pc:picChg>
        <pc:picChg chg="del">
          <ac:chgData name="Min-Huang Ho" userId="3b9e8198e6400288" providerId="LiveId" clId="{0F0836AA-79AD-496C-B9B5-D86F37890825}" dt="2023-05-22T04:59:29.278" v="1190" actId="478"/>
          <ac:picMkLst>
            <pc:docMk/>
            <pc:sldMk cId="3044570298" sldId="325"/>
            <ac:picMk id="6" creationId="{E34F1170-35E6-8C36-43EA-7477DC2B3984}"/>
          </ac:picMkLst>
        </pc:picChg>
        <pc:picChg chg="add mod">
          <ac:chgData name="Min-Huang Ho" userId="3b9e8198e6400288" providerId="LiveId" clId="{0F0836AA-79AD-496C-B9B5-D86F37890825}" dt="2023-05-22T04:59:54.848" v="1194" actId="1076"/>
          <ac:picMkLst>
            <pc:docMk/>
            <pc:sldMk cId="3044570298" sldId="325"/>
            <ac:picMk id="8" creationId="{5B3D6FDE-6DAD-903E-DD6D-B127EB8741B5}"/>
          </ac:picMkLst>
        </pc:picChg>
        <pc:picChg chg="add mod">
          <ac:chgData name="Min-Huang Ho" userId="3b9e8198e6400288" providerId="LiveId" clId="{0F0836AA-79AD-496C-B9B5-D86F37890825}" dt="2023-05-22T05:00:18.881" v="1202" actId="1076"/>
          <ac:picMkLst>
            <pc:docMk/>
            <pc:sldMk cId="3044570298" sldId="325"/>
            <ac:picMk id="9" creationId="{0DD9C506-325D-5D4E-865E-B3DBE5AA07BA}"/>
          </ac:picMkLst>
        </pc:picChg>
        <pc:picChg chg="add mod">
          <ac:chgData name="Min-Huang Ho" userId="3b9e8198e6400288" providerId="LiveId" clId="{0F0836AA-79AD-496C-B9B5-D86F37890825}" dt="2023-05-22T05:00:20.122" v="1203" actId="1076"/>
          <ac:picMkLst>
            <pc:docMk/>
            <pc:sldMk cId="3044570298" sldId="325"/>
            <ac:picMk id="10" creationId="{434BB1DF-DC72-0FAF-E679-40C17F56E2D8}"/>
          </ac:picMkLst>
        </pc:picChg>
      </pc:sldChg>
      <pc:sldChg chg="addSp modSp new mod">
        <pc:chgData name="Min-Huang Ho" userId="3b9e8198e6400288" providerId="LiveId" clId="{0F0836AA-79AD-496C-B9B5-D86F37890825}" dt="2023-05-22T05:02:12.881" v="1284" actId="1076"/>
        <pc:sldMkLst>
          <pc:docMk/>
          <pc:sldMk cId="1942261434" sldId="326"/>
        </pc:sldMkLst>
        <pc:spChg chg="mod">
          <ac:chgData name="Min-Huang Ho" userId="3b9e8198e6400288" providerId="LiveId" clId="{0F0836AA-79AD-496C-B9B5-D86F37890825}" dt="2023-05-22T05:01:50.738" v="1277" actId="20577"/>
          <ac:spMkLst>
            <pc:docMk/>
            <pc:sldMk cId="1942261434" sldId="326"/>
            <ac:spMk id="2" creationId="{EBA5FDBD-A1DC-AD88-B51D-F5810167AF3E}"/>
          </ac:spMkLst>
        </pc:spChg>
        <pc:spChg chg="mod">
          <ac:chgData name="Min-Huang Ho" userId="3b9e8198e6400288" providerId="LiveId" clId="{0F0836AA-79AD-496C-B9B5-D86F37890825}" dt="2023-05-22T05:02:01.372" v="1280"/>
          <ac:spMkLst>
            <pc:docMk/>
            <pc:sldMk cId="1942261434" sldId="326"/>
            <ac:spMk id="4" creationId="{10D34B33-CB1C-B5AE-27AE-134045BD91F5}"/>
          </ac:spMkLst>
        </pc:spChg>
        <pc:picChg chg="add mod">
          <ac:chgData name="Min-Huang Ho" userId="3b9e8198e6400288" providerId="LiveId" clId="{0F0836AA-79AD-496C-B9B5-D86F37890825}" dt="2023-05-22T05:02:12.881" v="1284" actId="1076"/>
          <ac:picMkLst>
            <pc:docMk/>
            <pc:sldMk cId="1942261434" sldId="326"/>
            <ac:picMk id="5" creationId="{9E27A75E-7E4A-FDD8-2E97-82FE28C62C21}"/>
          </ac:picMkLst>
        </pc:picChg>
      </pc:sldChg>
      <pc:sldChg chg="addSp modSp new mod">
        <pc:chgData name="Min-Huang Ho" userId="3b9e8198e6400288" providerId="LiveId" clId="{0F0836AA-79AD-496C-B9B5-D86F37890825}" dt="2023-05-22T05:04:25.081" v="1345" actId="1076"/>
        <pc:sldMkLst>
          <pc:docMk/>
          <pc:sldMk cId="2733598217" sldId="327"/>
        </pc:sldMkLst>
        <pc:spChg chg="mod">
          <ac:chgData name="Min-Huang Ho" userId="3b9e8198e6400288" providerId="LiveId" clId="{0F0836AA-79AD-496C-B9B5-D86F37890825}" dt="2023-05-22T05:02:54.562" v="1325" actId="20577"/>
          <ac:spMkLst>
            <pc:docMk/>
            <pc:sldMk cId="2733598217" sldId="327"/>
            <ac:spMk id="2" creationId="{3548E094-6E23-833C-4A70-992CCC950AB0}"/>
          </ac:spMkLst>
        </pc:spChg>
        <pc:spChg chg="mod">
          <ac:chgData name="Min-Huang Ho" userId="3b9e8198e6400288" providerId="LiveId" clId="{0F0836AA-79AD-496C-B9B5-D86F37890825}" dt="2023-05-22T05:04:06.138" v="1340" actId="20577"/>
          <ac:spMkLst>
            <pc:docMk/>
            <pc:sldMk cId="2733598217" sldId="327"/>
            <ac:spMk id="4" creationId="{CFFE446E-0A9C-4DB5-0761-888DF5A5B80E}"/>
          </ac:spMkLst>
        </pc:spChg>
        <pc:picChg chg="add mod">
          <ac:chgData name="Min-Huang Ho" userId="3b9e8198e6400288" providerId="LiveId" clId="{0F0836AA-79AD-496C-B9B5-D86F37890825}" dt="2023-05-22T05:04:25.081" v="1345" actId="1076"/>
          <ac:picMkLst>
            <pc:docMk/>
            <pc:sldMk cId="2733598217" sldId="327"/>
            <ac:picMk id="5" creationId="{573AF959-337C-C408-5009-48D4F696954A}"/>
          </ac:picMkLst>
        </pc:picChg>
      </pc:sldChg>
      <pc:sldChg chg="addSp delSp modSp new mod">
        <pc:chgData name="Min-Huang Ho" userId="3b9e8198e6400288" providerId="LiveId" clId="{0F0836AA-79AD-496C-B9B5-D86F37890825}" dt="2023-05-22T05:04:35.448" v="1351"/>
        <pc:sldMkLst>
          <pc:docMk/>
          <pc:sldMk cId="1902463732" sldId="328"/>
        </pc:sldMkLst>
        <pc:spChg chg="mod">
          <ac:chgData name="Min-Huang Ho" userId="3b9e8198e6400288" providerId="LiveId" clId="{0F0836AA-79AD-496C-B9B5-D86F37890825}" dt="2023-05-22T05:04:29.406" v="1350" actId="20577"/>
          <ac:spMkLst>
            <pc:docMk/>
            <pc:sldMk cId="1902463732" sldId="328"/>
            <ac:spMk id="2" creationId="{D96B1E27-CA82-F03C-5ABF-463DF02C9FBB}"/>
          </ac:spMkLst>
        </pc:spChg>
        <pc:spChg chg="del">
          <ac:chgData name="Min-Huang Ho" userId="3b9e8198e6400288" providerId="LiveId" clId="{0F0836AA-79AD-496C-B9B5-D86F37890825}" dt="2023-05-22T05:04:35.448" v="1351"/>
          <ac:spMkLst>
            <pc:docMk/>
            <pc:sldMk cId="1902463732" sldId="328"/>
            <ac:spMk id="4" creationId="{6E5400DA-B546-452F-C8A2-510D95759A55}"/>
          </ac:spMkLst>
        </pc:spChg>
        <pc:picChg chg="add mod">
          <ac:chgData name="Min-Huang Ho" userId="3b9e8198e6400288" providerId="LiveId" clId="{0F0836AA-79AD-496C-B9B5-D86F37890825}" dt="2023-05-22T05:04:35.448" v="1351"/>
          <ac:picMkLst>
            <pc:docMk/>
            <pc:sldMk cId="1902463732" sldId="328"/>
            <ac:picMk id="5" creationId="{720B5298-6D59-5AFD-433F-1F851C73B04C}"/>
          </ac:picMkLst>
        </pc:picChg>
      </pc:sldChg>
      <pc:sldChg chg="addSp modSp new mod">
        <pc:chgData name="Min-Huang Ho" userId="3b9e8198e6400288" providerId="LiveId" clId="{0F0836AA-79AD-496C-B9B5-D86F37890825}" dt="2023-05-22T05:05:27.851" v="1394" actId="14100"/>
        <pc:sldMkLst>
          <pc:docMk/>
          <pc:sldMk cId="2916064326" sldId="329"/>
        </pc:sldMkLst>
        <pc:spChg chg="mod">
          <ac:chgData name="Min-Huang Ho" userId="3b9e8198e6400288" providerId="LiveId" clId="{0F0836AA-79AD-496C-B9B5-D86F37890825}" dt="2023-05-22T05:04:59.565" v="1386" actId="20577"/>
          <ac:spMkLst>
            <pc:docMk/>
            <pc:sldMk cId="2916064326" sldId="329"/>
            <ac:spMk id="2" creationId="{A672736E-6720-BE44-3592-2F1E68EBEA30}"/>
          </ac:spMkLst>
        </pc:spChg>
        <pc:spChg chg="mod">
          <ac:chgData name="Min-Huang Ho" userId="3b9e8198e6400288" providerId="LiveId" clId="{0F0836AA-79AD-496C-B9B5-D86F37890825}" dt="2023-05-22T05:05:17.354" v="1391" actId="20577"/>
          <ac:spMkLst>
            <pc:docMk/>
            <pc:sldMk cId="2916064326" sldId="329"/>
            <ac:spMk id="4" creationId="{A8DAE699-1B27-08DF-9111-454015D4D6E2}"/>
          </ac:spMkLst>
        </pc:spChg>
        <pc:picChg chg="add mod">
          <ac:chgData name="Min-Huang Ho" userId="3b9e8198e6400288" providerId="LiveId" clId="{0F0836AA-79AD-496C-B9B5-D86F37890825}" dt="2023-05-22T05:05:27.851" v="1394" actId="14100"/>
          <ac:picMkLst>
            <pc:docMk/>
            <pc:sldMk cId="2916064326" sldId="329"/>
            <ac:picMk id="5" creationId="{FDFA09BA-C19D-C458-DFC1-4158D957BC52}"/>
          </ac:picMkLst>
        </pc:picChg>
      </pc:sldChg>
      <pc:sldChg chg="modSp new mod">
        <pc:chgData name="Min-Huang Ho" userId="3b9e8198e6400288" providerId="LiveId" clId="{0F0836AA-79AD-496C-B9B5-D86F37890825}" dt="2023-05-22T05:06:12.375" v="1448" actId="12"/>
        <pc:sldMkLst>
          <pc:docMk/>
          <pc:sldMk cId="1172146688" sldId="330"/>
        </pc:sldMkLst>
        <pc:spChg chg="mod">
          <ac:chgData name="Min-Huang Ho" userId="3b9e8198e6400288" providerId="LiveId" clId="{0F0836AA-79AD-496C-B9B5-D86F37890825}" dt="2023-05-22T05:05:55.180" v="1445" actId="20577"/>
          <ac:spMkLst>
            <pc:docMk/>
            <pc:sldMk cId="1172146688" sldId="330"/>
            <ac:spMk id="2" creationId="{418DA5E6-367F-2540-5BF5-667F96638769}"/>
          </ac:spMkLst>
        </pc:spChg>
        <pc:spChg chg="mod">
          <ac:chgData name="Min-Huang Ho" userId="3b9e8198e6400288" providerId="LiveId" clId="{0F0836AA-79AD-496C-B9B5-D86F37890825}" dt="2023-05-22T05:06:12.375" v="1448" actId="12"/>
          <ac:spMkLst>
            <pc:docMk/>
            <pc:sldMk cId="1172146688" sldId="330"/>
            <ac:spMk id="4" creationId="{93139690-6F31-016F-6801-9136F6EC3ECB}"/>
          </ac:spMkLst>
        </pc:spChg>
      </pc:sldChg>
      <pc:sldChg chg="addSp delSp modSp new mod">
        <pc:chgData name="Min-Huang Ho" userId="3b9e8198e6400288" providerId="LiveId" clId="{0F0836AA-79AD-496C-B9B5-D86F37890825}" dt="2023-05-22T05:06:28.769" v="1521"/>
        <pc:sldMkLst>
          <pc:docMk/>
          <pc:sldMk cId="749787883" sldId="331"/>
        </pc:sldMkLst>
        <pc:spChg chg="mod">
          <ac:chgData name="Min-Huang Ho" userId="3b9e8198e6400288" providerId="LiveId" clId="{0F0836AA-79AD-496C-B9B5-D86F37890825}" dt="2023-05-22T05:06:23.180" v="1520"/>
          <ac:spMkLst>
            <pc:docMk/>
            <pc:sldMk cId="749787883" sldId="331"/>
            <ac:spMk id="2" creationId="{3107F563-926B-55A2-536C-A0BF8ABE9518}"/>
          </ac:spMkLst>
        </pc:spChg>
        <pc:spChg chg="del">
          <ac:chgData name="Min-Huang Ho" userId="3b9e8198e6400288" providerId="LiveId" clId="{0F0836AA-79AD-496C-B9B5-D86F37890825}" dt="2023-05-22T05:06:28.769" v="1521"/>
          <ac:spMkLst>
            <pc:docMk/>
            <pc:sldMk cId="749787883" sldId="331"/>
            <ac:spMk id="4" creationId="{76103443-71B4-7656-B464-96E11CE6562B}"/>
          </ac:spMkLst>
        </pc:spChg>
        <pc:picChg chg="add mod">
          <ac:chgData name="Min-Huang Ho" userId="3b9e8198e6400288" providerId="LiveId" clId="{0F0836AA-79AD-496C-B9B5-D86F37890825}" dt="2023-05-22T05:06:28.769" v="1521"/>
          <ac:picMkLst>
            <pc:docMk/>
            <pc:sldMk cId="749787883" sldId="331"/>
            <ac:picMk id="5" creationId="{BB5A10C5-9B94-6349-43E8-2491B13A75DB}"/>
          </ac:picMkLst>
        </pc:picChg>
      </pc:sldChg>
      <pc:sldChg chg="modSp new mod">
        <pc:chgData name="Min-Huang Ho" userId="3b9e8198e6400288" providerId="LiveId" clId="{0F0836AA-79AD-496C-B9B5-D86F37890825}" dt="2023-05-22T05:07:20.752" v="1631" actId="27636"/>
        <pc:sldMkLst>
          <pc:docMk/>
          <pc:sldMk cId="1177476516" sldId="332"/>
        </pc:sldMkLst>
        <pc:spChg chg="mod">
          <ac:chgData name="Min-Huang Ho" userId="3b9e8198e6400288" providerId="LiveId" clId="{0F0836AA-79AD-496C-B9B5-D86F37890825}" dt="2023-05-22T05:07:12.777" v="1627"/>
          <ac:spMkLst>
            <pc:docMk/>
            <pc:sldMk cId="1177476516" sldId="332"/>
            <ac:spMk id="2" creationId="{F2E55848-6447-E98E-FE20-EF2ADE409A52}"/>
          </ac:spMkLst>
        </pc:spChg>
        <pc:spChg chg="mod">
          <ac:chgData name="Min-Huang Ho" userId="3b9e8198e6400288" providerId="LiveId" clId="{0F0836AA-79AD-496C-B9B5-D86F37890825}" dt="2023-05-22T05:07:20.752" v="1631" actId="27636"/>
          <ac:spMkLst>
            <pc:docMk/>
            <pc:sldMk cId="1177476516" sldId="332"/>
            <ac:spMk id="4" creationId="{B1694446-5EE1-93EE-D497-5E011B4C015D}"/>
          </ac:spMkLst>
        </pc:spChg>
      </pc:sldChg>
      <pc:sldChg chg="modSp new mod">
        <pc:chgData name="Min-Huang Ho" userId="3b9e8198e6400288" providerId="LiveId" clId="{0F0836AA-79AD-496C-B9B5-D86F37890825}" dt="2023-05-22T05:09:14.172" v="1839" actId="1035"/>
        <pc:sldMkLst>
          <pc:docMk/>
          <pc:sldMk cId="2090385625" sldId="333"/>
        </pc:sldMkLst>
        <pc:spChg chg="mod">
          <ac:chgData name="Min-Huang Ho" userId="3b9e8198e6400288" providerId="LiveId" clId="{0F0836AA-79AD-496C-B9B5-D86F37890825}" dt="2023-05-22T05:09:14.172" v="1839" actId="1035"/>
          <ac:spMkLst>
            <pc:docMk/>
            <pc:sldMk cId="2090385625" sldId="333"/>
            <ac:spMk id="2" creationId="{128A2035-0DCB-7EDB-E6B2-77E7311FFFA7}"/>
          </ac:spMkLst>
        </pc:spChg>
        <pc:spChg chg="mod">
          <ac:chgData name="Min-Huang Ho" userId="3b9e8198e6400288" providerId="LiveId" clId="{0F0836AA-79AD-496C-B9B5-D86F37890825}" dt="2023-05-22T05:08:26.338" v="1732" actId="27636"/>
          <ac:spMkLst>
            <pc:docMk/>
            <pc:sldMk cId="2090385625" sldId="333"/>
            <ac:spMk id="4" creationId="{91E6FC6C-CD98-9ECD-3D22-0D5E6D669981}"/>
          </ac:spMkLst>
        </pc:spChg>
      </pc:sldChg>
      <pc:sldChg chg="addSp delSp modSp new mod">
        <pc:chgData name="Min-Huang Ho" userId="3b9e8198e6400288" providerId="LiveId" clId="{0F0836AA-79AD-496C-B9B5-D86F37890825}" dt="2023-05-22T05:08:49.031" v="1781" actId="1076"/>
        <pc:sldMkLst>
          <pc:docMk/>
          <pc:sldMk cId="1736018537" sldId="334"/>
        </pc:sldMkLst>
        <pc:spChg chg="mod">
          <ac:chgData name="Min-Huang Ho" userId="3b9e8198e6400288" providerId="LiveId" clId="{0F0836AA-79AD-496C-B9B5-D86F37890825}" dt="2023-05-22T05:08:40.018" v="1777"/>
          <ac:spMkLst>
            <pc:docMk/>
            <pc:sldMk cId="1736018537" sldId="334"/>
            <ac:spMk id="2" creationId="{3F6350A3-06E5-B951-8188-DDF92B963739}"/>
          </ac:spMkLst>
        </pc:spChg>
        <pc:spChg chg="del">
          <ac:chgData name="Min-Huang Ho" userId="3b9e8198e6400288" providerId="LiveId" clId="{0F0836AA-79AD-496C-B9B5-D86F37890825}" dt="2023-05-22T05:08:44.992" v="1778"/>
          <ac:spMkLst>
            <pc:docMk/>
            <pc:sldMk cId="1736018537" sldId="334"/>
            <ac:spMk id="4" creationId="{2B8B5839-3FBB-810D-0B3A-63B569F4C38D}"/>
          </ac:spMkLst>
        </pc:spChg>
        <pc:picChg chg="add mod">
          <ac:chgData name="Min-Huang Ho" userId="3b9e8198e6400288" providerId="LiveId" clId="{0F0836AA-79AD-496C-B9B5-D86F37890825}" dt="2023-05-22T05:08:49.031" v="1781" actId="1076"/>
          <ac:picMkLst>
            <pc:docMk/>
            <pc:sldMk cId="1736018537" sldId="334"/>
            <ac:picMk id="5" creationId="{E605F1F7-1731-B893-31C3-DBB112A91E2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E2433-649F-42E5-AECB-94990831C40A}" type="datetimeFigureOut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FE99C-3BAC-4305-ABBB-3890AB1B45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架構設計及介面的重要及可擴充性：可透過介面支援不同的資料庫及語法，上層</a:t>
            </a:r>
            <a:r>
              <a:rPr lang="en-US" altLang="zh-TW" dirty="0" err="1"/>
              <a:t>django</a:t>
            </a:r>
            <a:r>
              <a:rPr lang="zh-TW" altLang="en-US" dirty="0"/>
              <a:t>只要用一套同樣</a:t>
            </a:r>
            <a:r>
              <a:rPr lang="en-US" altLang="zh-TW" dirty="0" err="1"/>
              <a:t>orm</a:t>
            </a:r>
            <a:r>
              <a:rPr lang="zh-TW" altLang="en-US" dirty="0"/>
              <a:t>方式來存取</a:t>
            </a:r>
            <a:r>
              <a:rPr lang="en-US" altLang="zh-TW" dirty="0"/>
              <a:t>database</a:t>
            </a:r>
            <a:r>
              <a:rPr lang="zh-TW" altLang="en-US" dirty="0"/>
              <a:t>即可，非常方便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956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網站設計首先規劃資料庫，也是系統及架構設計的精神</a:t>
            </a:r>
            <a:endParaRPr lang="en-US" altLang="zh-TW" dirty="0"/>
          </a:p>
          <a:p>
            <a:r>
              <a:rPr lang="zh-TW" altLang="en-US" dirty="0"/>
              <a:t>觀察哪些欄位有重覆的</a:t>
            </a:r>
            <a:r>
              <a:rPr lang="en-US" altLang="zh-TW" dirty="0"/>
              <a:t>data? </a:t>
            </a:r>
            <a:r>
              <a:rPr lang="zh-TW" altLang="en-US" dirty="0"/>
              <a:t>廠牌和型號，所以這兩個要獨立出來自成一個資料表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0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重覆的</a:t>
            </a:r>
            <a:r>
              <a:rPr lang="en-US" altLang="zh-TW" dirty="0"/>
              <a:t>data</a:t>
            </a:r>
            <a:r>
              <a:rPr lang="zh-TW" altLang="en-US" dirty="0"/>
              <a:t>用顏色</a:t>
            </a:r>
            <a:r>
              <a:rPr lang="en-US" altLang="zh-TW" dirty="0"/>
              <a:t>(</a:t>
            </a:r>
            <a:r>
              <a:rPr lang="zh-TW" altLang="en-US" dirty="0"/>
              <a:t>紅、藍</a:t>
            </a:r>
            <a:r>
              <a:rPr lang="en-US" altLang="zh-TW" dirty="0"/>
              <a:t>)</a:t>
            </a:r>
            <a:r>
              <a:rPr lang="zh-TW" altLang="en-US" dirty="0"/>
              <a:t>標示出來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2072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產品可對應多個照片</a:t>
            </a:r>
            <a:endParaRPr lang="en-US" altLang="zh-TW" dirty="0"/>
          </a:p>
          <a:p>
            <a:r>
              <a:rPr lang="en-US" altLang="zh-TW" dirty="0"/>
              <a:t>Maker</a:t>
            </a:r>
            <a:r>
              <a:rPr lang="zh-TW" altLang="en-US" dirty="0"/>
              <a:t>品牌可對應多個型號</a:t>
            </a:r>
            <a:r>
              <a:rPr lang="en-US" altLang="zh-TW" dirty="0"/>
              <a:t>(</a:t>
            </a:r>
            <a:r>
              <a:rPr lang="en-US" altLang="zh-TW" dirty="0" err="1"/>
              <a:t>pmodel</a:t>
            </a:r>
            <a:r>
              <a:rPr lang="en-US" altLang="zh-TW" dirty="0"/>
              <a:t>)</a:t>
            </a:r>
          </a:p>
          <a:p>
            <a:r>
              <a:rPr lang="en-US" altLang="zh-TW" dirty="0" err="1"/>
              <a:t>Pmodel</a:t>
            </a:r>
            <a:r>
              <a:rPr lang="zh-TW" altLang="en-US" dirty="0"/>
              <a:t>也可對應多個二手手機</a:t>
            </a:r>
            <a:r>
              <a:rPr lang="en-US" altLang="zh-TW" dirty="0"/>
              <a:t>product(</a:t>
            </a:r>
            <a:r>
              <a:rPr lang="zh-TW" altLang="en-US" dirty="0"/>
              <a:t>例同型號但不同年份或是批號、顏色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maker</a:t>
            </a:r>
            <a:r>
              <a:rPr lang="zh-TW" altLang="en-US" dirty="0"/>
              <a:t>為何不放在</a:t>
            </a:r>
            <a:r>
              <a:rPr lang="en-US" altLang="zh-TW" dirty="0"/>
              <a:t>product table</a:t>
            </a:r>
            <a:r>
              <a:rPr lang="zh-TW" altLang="en-US" dirty="0"/>
              <a:t>內</a:t>
            </a:r>
            <a:r>
              <a:rPr lang="en-US" altLang="zh-TW" dirty="0"/>
              <a:t>? </a:t>
            </a:r>
            <a:r>
              <a:rPr lang="zh-TW" altLang="en-US" dirty="0"/>
              <a:t>像</a:t>
            </a:r>
            <a:r>
              <a:rPr lang="en-US" altLang="zh-TW" dirty="0" err="1"/>
              <a:t>pmodel</a:t>
            </a:r>
            <a:r>
              <a:rPr lang="zh-TW" altLang="en-US" dirty="0"/>
              <a:t>一樣</a:t>
            </a:r>
            <a:r>
              <a:rPr lang="en-US" altLang="zh-TW" dirty="0"/>
              <a:t>? </a:t>
            </a:r>
            <a:r>
              <a:rPr lang="zh-TW" altLang="en-US" dirty="0"/>
              <a:t>猜測因為已經可透過</a:t>
            </a:r>
            <a:r>
              <a:rPr lang="en-US" altLang="zh-TW" dirty="0" err="1"/>
              <a:t>pmodel</a:t>
            </a:r>
            <a:r>
              <a:rPr lang="zh-TW" altLang="en-US" dirty="0"/>
              <a:t>連接就可以取得資料，所以就不再多放一個欄位在</a:t>
            </a:r>
            <a:r>
              <a:rPr lang="en-US" altLang="zh-TW" dirty="0"/>
              <a:t>product</a:t>
            </a:r>
            <a:r>
              <a:rPr lang="zh-TW" altLang="en-US" dirty="0"/>
              <a:t>內</a:t>
            </a:r>
            <a:r>
              <a:rPr lang="en-US" altLang="zh-TW" dirty="0"/>
              <a:t>(</a:t>
            </a:r>
            <a:r>
              <a:rPr lang="zh-TW" altLang="en-US" dirty="0"/>
              <a:t>會多一個欄位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721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m-model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036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mf-foreign</a:t>
            </a:r>
          </a:p>
          <a:p>
            <a:r>
              <a:rPr lang="en-US" altLang="zh-TW" dirty="0" err="1"/>
              <a:t>PModel</a:t>
            </a:r>
            <a:r>
              <a:rPr lang="zh-TW" altLang="en-US" dirty="0"/>
              <a:t>資料表需要的欄位</a:t>
            </a:r>
            <a:r>
              <a:rPr lang="en-US" altLang="zh-TW" dirty="0"/>
              <a:t>,</a:t>
            </a:r>
            <a:r>
              <a:rPr lang="zh-TW" altLang="en-US" dirty="0"/>
              <a:t>以及此欄位可能需要使用的資料格式說明如表</a:t>
            </a:r>
            <a:r>
              <a:rPr lang="en-US" altLang="zh-TW" dirty="0"/>
              <a:t>7-4</a:t>
            </a:r>
            <a:r>
              <a:rPr lang="zh-TW" altLang="en-US" dirty="0"/>
              <a:t>所</a:t>
            </a:r>
          </a:p>
          <a:p>
            <a:r>
              <a:rPr lang="zh-TW" altLang="en-US" dirty="0"/>
              <a:t>示。其中</a:t>
            </a:r>
            <a:r>
              <a:rPr lang="en-US" altLang="zh-TW" dirty="0" err="1"/>
              <a:t>ur</a:t>
            </a:r>
            <a:r>
              <a:rPr lang="zh-TW" altLang="en-US" dirty="0"/>
              <a:t>欄位用來指向手機規規格的網址</a:t>
            </a:r>
            <a:r>
              <a:rPr lang="en-US" altLang="zh-TW" dirty="0"/>
              <a:t>,</a:t>
            </a:r>
            <a:r>
              <a:rPr lang="zh-TW" altLang="en-US" dirty="0"/>
              <a:t>這個網址可以直接連結到網際網路上一些提供</a:t>
            </a:r>
          </a:p>
          <a:p>
            <a:r>
              <a:rPr lang="zh-TW" altLang="en-US" dirty="0"/>
              <a:t>手機詳細規格的網站</a:t>
            </a:r>
            <a:r>
              <a:rPr lang="en-US" altLang="zh-TW" dirty="0"/>
              <a:t>,</a:t>
            </a:r>
            <a:r>
              <a:rPr lang="zh-TW" altLang="en-US" dirty="0"/>
              <a:t>因為它是一個網址</a:t>
            </a:r>
            <a:r>
              <a:rPr lang="en-US" altLang="zh-TW" dirty="0"/>
              <a:t>,</a:t>
            </a:r>
            <a:r>
              <a:rPr lang="zh-TW" altLang="en-US" dirty="0"/>
              <a:t>所以也可以是一個圖片檔案的連結</a:t>
            </a:r>
            <a:r>
              <a:rPr lang="en-US" altLang="zh-TW" dirty="0"/>
              <a:t>,</a:t>
            </a:r>
            <a:r>
              <a:rPr lang="zh-TW" altLang="en-US" dirty="0"/>
              <a:t>在這個例</a:t>
            </a:r>
          </a:p>
          <a:p>
            <a:r>
              <a:rPr lang="zh-TW" altLang="en-US" dirty="0"/>
              <a:t>子中</a:t>
            </a:r>
            <a:r>
              <a:rPr lang="en-US" altLang="zh-TW" dirty="0"/>
              <a:t>,</a:t>
            </a:r>
            <a:r>
              <a:rPr lang="zh-TW" altLang="en-US" dirty="0"/>
              <a:t>我們就利用一個預先製作好的「資料準備中」圖形檔連結作為預設值</a:t>
            </a:r>
            <a:r>
              <a:rPr lang="en-US" altLang="zh-TW" dirty="0"/>
              <a:t>,</a:t>
            </a:r>
            <a:r>
              <a:rPr lang="zh-TW" altLang="en-US" dirty="0"/>
              <a:t>讓一些手機</a:t>
            </a:r>
          </a:p>
          <a:p>
            <a:r>
              <a:rPr lang="zh-TW" altLang="en-US" dirty="0"/>
              <a:t>的型號如果還暫時找不到規格網頁的話可以使用。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675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PPhoto</a:t>
            </a:r>
            <a:r>
              <a:rPr lang="en-US" altLang="zh-TW" dirty="0"/>
              <a:t> </a:t>
            </a:r>
            <a:r>
              <a:rPr lang="zh-TW" altLang="en-US" dirty="0"/>
              <a:t>資料表需要的欄位</a:t>
            </a:r>
            <a:r>
              <a:rPr lang="en-US" altLang="zh-TW" dirty="0"/>
              <a:t>,</a:t>
            </a:r>
            <a:r>
              <a:rPr lang="zh-TW" altLang="en-US" dirty="0"/>
              <a:t>以及可能需要使用的資料格式說明如表</a:t>
            </a:r>
            <a:r>
              <a:rPr lang="en-US" altLang="zh-TW" dirty="0"/>
              <a:t>7-5</a:t>
            </a:r>
            <a:r>
              <a:rPr lang="zh-TW" altLang="en-US" dirty="0"/>
              <a:t>所示。照片</a:t>
            </a:r>
          </a:p>
          <a:p>
            <a:r>
              <a:rPr lang="zh-TW" altLang="en-US" dirty="0"/>
              <a:t>內容的部份</a:t>
            </a:r>
            <a:r>
              <a:rPr lang="en-US" altLang="zh-TW" dirty="0"/>
              <a:t>,</a:t>
            </a:r>
            <a:r>
              <a:rPr lang="zh-TW" altLang="en-US" dirty="0"/>
              <a:t>比較簡單的方法是把照片先上傳到第三方的照片管理網站</a:t>
            </a:r>
            <a:r>
              <a:rPr lang="en-US" altLang="zh-TW" dirty="0"/>
              <a:t>,</a:t>
            </a:r>
            <a:r>
              <a:rPr lang="zh-TW" altLang="en-US" dirty="0"/>
              <a:t>在上傳之後再取</a:t>
            </a:r>
          </a:p>
          <a:p>
            <a:r>
              <a:rPr lang="zh-TW" altLang="en-US" dirty="0"/>
              <a:t>得其網站的連結網址</a:t>
            </a:r>
            <a:r>
              <a:rPr lang="en-US" altLang="zh-TW" dirty="0"/>
              <a:t>,</a:t>
            </a:r>
            <a:r>
              <a:rPr lang="zh-TW" altLang="en-US" dirty="0"/>
              <a:t>然後放在</a:t>
            </a:r>
            <a:r>
              <a:rPr lang="en-US" altLang="zh-TW" dirty="0" err="1"/>
              <a:t>url</a:t>
            </a:r>
            <a:r>
              <a:rPr lang="zh-TW" altLang="en-US" dirty="0"/>
              <a:t>的欄位中</a:t>
            </a:r>
            <a:r>
              <a:rPr lang="en-US" altLang="zh-TW" dirty="0"/>
              <a:t>,</a:t>
            </a:r>
            <a:r>
              <a:rPr lang="zh-TW" altLang="en-US" dirty="0"/>
              <a:t>因此使用</a:t>
            </a:r>
            <a:r>
              <a:rPr lang="en-US" altLang="zh-TW" dirty="0"/>
              <a:t>URL</a:t>
            </a:r>
            <a:r>
              <a:rPr lang="zh-TW" altLang="en-US" dirty="0"/>
              <a:t>格式即可</a:t>
            </a:r>
            <a:r>
              <a:rPr lang="en-US" altLang="zh-TW" dirty="0"/>
              <a:t>,</a:t>
            </a:r>
            <a:r>
              <a:rPr lang="zh-TW" altLang="en-US" dirty="0"/>
              <a:t>我們也可以選擇</a:t>
            </a:r>
          </a:p>
          <a:p>
            <a:r>
              <a:rPr lang="zh-TW" altLang="en-US" dirty="0"/>
              <a:t>把照片檔案放在網站的 </a:t>
            </a:r>
            <a:r>
              <a:rPr lang="en-US" altLang="zh-TW" dirty="0"/>
              <a:t>media </a:t>
            </a:r>
            <a:r>
              <a:rPr lang="zh-TW" altLang="en-US" dirty="0"/>
              <a:t>資料夾下</a:t>
            </a:r>
            <a:r>
              <a:rPr lang="en-US" altLang="zh-TW" dirty="0"/>
              <a:t>,</a:t>
            </a:r>
            <a:r>
              <a:rPr lang="zh-TW" altLang="en-US" dirty="0"/>
              <a:t>然後再把該照片的檔案名稱儲存在資料表中</a:t>
            </a:r>
            <a:r>
              <a:rPr lang="en-US" altLang="zh-TW" dirty="0"/>
              <a:t>,</a:t>
            </a:r>
            <a:r>
              <a:rPr lang="zh-TW" altLang="en-US" dirty="0"/>
              <a:t>這</a:t>
            </a:r>
          </a:p>
          <a:p>
            <a:r>
              <a:rPr lang="zh-TW" altLang="en-US" dirty="0"/>
              <a:t>也是一種解決的方法。在這個例子中</a:t>
            </a:r>
            <a:r>
              <a:rPr lang="en-US" altLang="zh-TW" dirty="0"/>
              <a:t>,</a:t>
            </a:r>
            <a:r>
              <a:rPr lang="zh-TW" altLang="en-US" dirty="0"/>
              <a:t>我們兩個欄位均使用</a:t>
            </a:r>
            <a:r>
              <a:rPr lang="en-US" altLang="zh-TW" dirty="0"/>
              <a:t>,</a:t>
            </a:r>
            <a:r>
              <a:rPr lang="zh-TW" altLang="en-US" dirty="0"/>
              <a:t>在顯示的時候讀者可以自行</a:t>
            </a:r>
          </a:p>
          <a:p>
            <a:r>
              <a:rPr lang="zh-TW" altLang="en-US" dirty="0"/>
              <a:t>選擇顯示其中之一即可。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883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需要特別留意的一點是</a:t>
            </a:r>
            <a:r>
              <a:rPr lang="en-US" altLang="zh-TW" dirty="0"/>
              <a:t>,</a:t>
            </a:r>
            <a:r>
              <a:rPr lang="zh-TW" altLang="en-US" dirty="0"/>
              <a:t>因為二手機的特性</a:t>
            </a:r>
            <a:r>
              <a:rPr lang="en-US" altLang="zh-TW" dirty="0"/>
              <a:t>,</a:t>
            </a:r>
            <a:r>
              <a:rPr lang="zh-TW" altLang="en-US" dirty="0"/>
              <a:t>我們假設</a:t>
            </a:r>
          </a:p>
          <a:p>
            <a:r>
              <a:rPr lang="zh-TW" altLang="en-US" b="1" dirty="0"/>
              <a:t>每一支二手機的情況都不同</a:t>
            </a:r>
            <a:r>
              <a:rPr lang="en-US" altLang="zh-TW" b="1" dirty="0"/>
              <a:t>(</a:t>
            </a:r>
            <a:r>
              <a:rPr lang="zh-TW" altLang="en-US" b="1" dirty="0"/>
              <a:t>外觀新舊及年份</a:t>
            </a:r>
            <a:r>
              <a:rPr lang="en-US" altLang="zh-TW" b="1" dirty="0"/>
              <a:t>)</a:t>
            </a:r>
            <a:r>
              <a:rPr lang="en-US" altLang="zh-TW" dirty="0"/>
              <a:t>,</a:t>
            </a:r>
            <a:r>
              <a:rPr lang="zh-TW" altLang="en-US" dirty="0"/>
              <a:t>因此每一個產品項目就只會有</a:t>
            </a:r>
            <a:r>
              <a:rPr lang="en-US" altLang="zh-TW" dirty="0"/>
              <a:t>1</a:t>
            </a:r>
            <a:r>
              <a:rPr lang="zh-TW" altLang="en-US" dirty="0"/>
              <a:t>支二手機</a:t>
            </a:r>
            <a:r>
              <a:rPr lang="en-US" altLang="zh-TW" dirty="0"/>
              <a:t>,</a:t>
            </a:r>
            <a:r>
              <a:rPr lang="zh-TW" altLang="en-US" dirty="0"/>
              <a:t>所以在資料欄位</a:t>
            </a:r>
          </a:p>
          <a:p>
            <a:r>
              <a:rPr lang="zh-TW" altLang="en-US" dirty="0"/>
              <a:t>中就沒有「庫存數量」這一類的項目。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3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每一張資料表均對應到一個類別</a:t>
            </a:r>
            <a:r>
              <a:rPr lang="en-US" altLang="zh-TW" dirty="0"/>
              <a:t>,</a:t>
            </a:r>
            <a:r>
              <a:rPr lang="zh-TW" altLang="en-US" dirty="0"/>
              <a:t>類別的命名習慣第一個英文字母為大寫</a:t>
            </a:r>
            <a:r>
              <a:rPr lang="en-US" altLang="zh-TW" dirty="0"/>
              <a:t>,</a:t>
            </a:r>
            <a:r>
              <a:rPr lang="zh-TW" altLang="en-US" dirty="0"/>
              <a:t>為了日後</a:t>
            </a:r>
          </a:p>
          <a:p>
            <a:r>
              <a:rPr lang="zh-TW" altLang="en-US" dirty="0"/>
              <a:t>在編寫程式內容時</a:t>
            </a:r>
            <a:r>
              <a:rPr lang="en-US" altLang="zh-TW" dirty="0"/>
              <a:t>,</a:t>
            </a:r>
            <a:r>
              <a:rPr lang="zh-TW" altLang="en-US" dirty="0"/>
              <a:t>不至於把類別名稱和該類別的物件實例混淆</a:t>
            </a:r>
            <a:r>
              <a:rPr lang="en-US" altLang="zh-TW" dirty="0"/>
              <a:t>,</a:t>
            </a:r>
            <a:r>
              <a:rPr lang="zh-TW" altLang="en-US" dirty="0"/>
              <a:t>請務必遵循一些重要的</a:t>
            </a:r>
          </a:p>
          <a:p>
            <a:r>
              <a:rPr lang="zh-TW" altLang="en-US" dirty="0"/>
              <a:t>命名習慣。</a:t>
            </a:r>
          </a:p>
          <a:p>
            <a:r>
              <a:rPr lang="zh-TW" altLang="en-US" dirty="0"/>
              <a:t>每一個資料類別均繼承自</a:t>
            </a:r>
            <a:r>
              <a:rPr lang="en-US" altLang="zh-TW" dirty="0" err="1"/>
              <a:t>models.Model</a:t>
            </a:r>
            <a:r>
              <a:rPr lang="zh-TW" altLang="en-US" dirty="0"/>
              <a:t>類別</a:t>
            </a:r>
            <a:r>
              <a:rPr lang="en-US" altLang="zh-TW" dirty="0"/>
              <a:t>(Python </a:t>
            </a:r>
            <a:r>
              <a:rPr lang="zh-TW" altLang="en-US" dirty="0"/>
              <a:t>是以類別名稱後面小括號內</a:t>
            </a:r>
          </a:p>
          <a:p>
            <a:r>
              <a:rPr lang="zh-TW" altLang="en-US" dirty="0"/>
              <a:t>的內容來指定父類別</a:t>
            </a:r>
            <a:r>
              <a:rPr lang="en-US" altLang="zh-TW" dirty="0"/>
              <a:t>(</a:t>
            </a:r>
            <a:r>
              <a:rPr lang="zh-TW" altLang="en-US" dirty="0"/>
              <a:t>繼承父</a:t>
            </a:r>
            <a:r>
              <a:rPr lang="en-US" altLang="zh-TW" dirty="0"/>
              <a:t>class),</a:t>
            </a:r>
            <a:r>
              <a:rPr lang="zh-TW" altLang="en-US" dirty="0"/>
              <a:t>在此例中的資料表類別之父類別均為</a:t>
            </a:r>
            <a:r>
              <a:rPr lang="en-US" altLang="zh-TW" dirty="0" err="1"/>
              <a:t>models.Model</a:t>
            </a:r>
            <a:r>
              <a:rPr lang="en-US" altLang="zh-TW" dirty="0"/>
              <a:t>)</a:t>
            </a:r>
            <a:r>
              <a:rPr lang="zh-TW" altLang="en-US" dirty="0"/>
              <a:t>。每一個類別</a:t>
            </a:r>
          </a:p>
          <a:p>
            <a:r>
              <a:rPr lang="zh-TW" altLang="en-US" dirty="0"/>
              <a:t>中</a:t>
            </a:r>
            <a:r>
              <a:rPr lang="en-US" altLang="zh-TW" dirty="0"/>
              <a:t>,</a:t>
            </a:r>
            <a:r>
              <a:rPr lang="zh-TW" altLang="en-US" dirty="0"/>
              <a:t>屬性名稱後面接的 </a:t>
            </a:r>
            <a:r>
              <a:rPr lang="en-US" altLang="zh-TW" dirty="0" err="1"/>
              <a:t>models.xxFieldxxxx</a:t>
            </a:r>
            <a:r>
              <a:rPr lang="en-US" altLang="zh-TW" dirty="0"/>
              <a:t>=??)</a:t>
            </a:r>
            <a:r>
              <a:rPr lang="zh-TW" altLang="en-US" dirty="0"/>
              <a:t>是設定欄位格式的方法</a:t>
            </a:r>
            <a:r>
              <a:rPr lang="en-US" altLang="zh-TW" dirty="0"/>
              <a:t>,</a:t>
            </a:r>
            <a:r>
              <a:rPr lang="zh-TW" altLang="en-US" dirty="0"/>
              <a:t>其內容在本書</a:t>
            </a:r>
          </a:p>
          <a:p>
            <a:r>
              <a:rPr lang="zh-TW" altLang="en-US" dirty="0"/>
              <a:t>的表</a:t>
            </a:r>
            <a:r>
              <a:rPr lang="en-US" altLang="zh-TW" dirty="0"/>
              <a:t>4-2</a:t>
            </a:r>
            <a:r>
              <a:rPr lang="zh-TW" altLang="en-US" dirty="0"/>
              <a:t>以及表</a:t>
            </a:r>
            <a:r>
              <a:rPr lang="en-US" altLang="zh-TW" dirty="0"/>
              <a:t>4-3</a:t>
            </a:r>
            <a:r>
              <a:rPr lang="zh-TW" altLang="en-US" dirty="0"/>
              <a:t>均有詳細的說明</a:t>
            </a:r>
            <a:r>
              <a:rPr lang="en-US" altLang="zh-TW" dirty="0"/>
              <a:t>,</a:t>
            </a:r>
            <a:r>
              <a:rPr lang="zh-TW" altLang="en-US" dirty="0"/>
              <a:t>如果不清楚的話</a:t>
            </a:r>
            <a:r>
              <a:rPr lang="en-US" altLang="zh-TW" dirty="0"/>
              <a:t>,</a:t>
            </a:r>
            <a:r>
              <a:rPr lang="zh-TW" altLang="en-US" dirty="0"/>
              <a:t>可以再回去複習一下。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870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ForeignKey</a:t>
            </a:r>
            <a:r>
              <a:rPr lang="zh-TW" altLang="en-US" dirty="0"/>
              <a:t>指的是「外來鍵</a:t>
            </a:r>
            <a:r>
              <a:rPr lang="en-US" altLang="zh-TW" dirty="0"/>
              <a:t>,</a:t>
            </a:r>
            <a:r>
              <a:rPr lang="zh-TW" altLang="en-US" dirty="0"/>
              <a:t>或簡稱外鍵」</a:t>
            </a:r>
            <a:r>
              <a:rPr lang="en-US" altLang="zh-TW" dirty="0"/>
              <a:t>,</a:t>
            </a:r>
            <a:r>
              <a:rPr lang="zh-TW" altLang="en-US" dirty="0"/>
              <a:t>它負責指向另外一張表格的主鍵</a:t>
            </a:r>
            <a:r>
              <a:rPr lang="en-US" altLang="zh-TW" dirty="0"/>
              <a:t>Primary</a:t>
            </a:r>
          </a:p>
          <a:p>
            <a:r>
              <a:rPr lang="en-US" altLang="zh-TW" dirty="0"/>
              <a:t>Key,</a:t>
            </a:r>
            <a:r>
              <a:rPr lang="zh-TW" altLang="en-US" dirty="0"/>
              <a:t>表示這個表格是依附於另外一張表格之下。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874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</a:t>
            </a:r>
            <a:r>
              <a:rPr lang="en-US" altLang="zh-TW" dirty="0"/>
              <a:t>import admin </a:t>
            </a:r>
            <a:r>
              <a:rPr lang="zh-TW" altLang="en-US" dirty="0"/>
              <a:t>所以</a:t>
            </a:r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/>
              <a:t>admin</a:t>
            </a:r>
            <a:r>
              <a:rPr lang="zh-TW" altLang="en-US" dirty="0"/>
              <a:t>開頭之</a:t>
            </a:r>
            <a:r>
              <a:rPr lang="en-US" altLang="zh-TW" dirty="0"/>
              <a:t>method(</a:t>
            </a:r>
            <a:r>
              <a:rPr lang="zh-TW" altLang="en-US" dirty="0"/>
              <a:t>方法</a:t>
            </a:r>
            <a:r>
              <a:rPr lang="en-US" altLang="zh-TW" dirty="0"/>
              <a:t>)</a:t>
            </a:r>
            <a:r>
              <a:rPr lang="zh-TW" altLang="en-US" dirty="0"/>
              <a:t>，括號內打</a:t>
            </a:r>
            <a:r>
              <a:rPr lang="en-US" altLang="zh-TW" dirty="0"/>
              <a:t>model</a:t>
            </a:r>
            <a:r>
              <a:rPr lang="zh-TW" altLang="en-US" dirty="0"/>
              <a:t>加上</a:t>
            </a:r>
            <a:r>
              <a:rPr lang="en-US" altLang="zh-TW" dirty="0"/>
              <a:t>”.”</a:t>
            </a:r>
          </a:p>
          <a:p>
            <a:r>
              <a:rPr lang="zh-TW" altLang="en-US" dirty="0"/>
              <a:t>就會出現已建立的</a:t>
            </a:r>
            <a:r>
              <a:rPr lang="en-US" altLang="zh-TW" dirty="0"/>
              <a:t>model</a:t>
            </a:r>
            <a:r>
              <a:rPr lang="zh-TW" altLang="en-US" dirty="0"/>
              <a:t>有哪些可選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233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因為上面有使用到</a:t>
            </a:r>
            <a:r>
              <a:rPr lang="en-US" altLang="zh-TW" dirty="0"/>
              <a:t>index.html,</a:t>
            </a:r>
            <a:r>
              <a:rPr lang="zh-TW" altLang="en-US" dirty="0"/>
              <a:t>所以也需要在 </a:t>
            </a:r>
            <a:r>
              <a:rPr lang="en-US" altLang="zh-TW" dirty="0"/>
              <a:t>templates </a:t>
            </a:r>
            <a:r>
              <a:rPr lang="zh-TW" altLang="en-US" dirty="0"/>
              <a:t>資料夾下建立一個</a:t>
            </a:r>
            <a:r>
              <a:rPr lang="en-US" altLang="zh-TW" dirty="0"/>
              <a:t>index.</a:t>
            </a:r>
          </a:p>
          <a:p>
            <a:r>
              <a:rPr lang="en-US" altLang="zh-TW" dirty="0"/>
              <a:t>html</a:t>
            </a:r>
            <a:r>
              <a:rPr lang="zh-TW" altLang="en-US" dirty="0"/>
              <a:t>檔案</a:t>
            </a:r>
            <a:r>
              <a:rPr lang="en-US" altLang="zh-TW" dirty="0"/>
              <a:t>,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6731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Name:admin</a:t>
            </a:r>
            <a:endParaRPr lang="en-US" altLang="zh-TW" dirty="0"/>
          </a:p>
          <a:p>
            <a:r>
              <a:rPr lang="en-US" altLang="zh-TW" dirty="0"/>
              <a:t>pass:12345678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248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data</a:t>
            </a:r>
            <a:r>
              <a:rPr lang="zh-TW" altLang="en-US" dirty="0"/>
              <a:t>或是</a:t>
            </a:r>
            <a:r>
              <a:rPr lang="en-US" altLang="zh-TW" dirty="0"/>
              <a:t>copy</a:t>
            </a:r>
            <a:r>
              <a:rPr lang="zh-TW" altLang="en-US" dirty="0"/>
              <a:t>現成的</a:t>
            </a:r>
            <a:r>
              <a:rPr lang="en-US" altLang="zh-TW" dirty="0"/>
              <a:t>db.sqlite3</a:t>
            </a:r>
            <a:r>
              <a:rPr lang="zh-TW" altLang="en-US" dirty="0"/>
              <a:t>之後，若不知原有的</a:t>
            </a:r>
            <a:r>
              <a:rPr lang="en-US" altLang="zh-TW" dirty="0"/>
              <a:t>super user</a:t>
            </a:r>
            <a:r>
              <a:rPr lang="zh-TW" altLang="en-US" dirty="0"/>
              <a:t>帳號</a:t>
            </a:r>
            <a:r>
              <a:rPr lang="en-US" altLang="zh-TW" dirty="0"/>
              <a:t>admin:12345678</a:t>
            </a:r>
            <a:r>
              <a:rPr lang="zh-TW" altLang="en-US" dirty="0"/>
              <a:t>，就重新再建立一個新的，用此新帳號進入</a:t>
            </a:r>
            <a:r>
              <a:rPr lang="en-US" altLang="zh-TW" dirty="0"/>
              <a:t>admin</a:t>
            </a:r>
            <a:r>
              <a:rPr lang="zh-TW" altLang="en-US" dirty="0"/>
              <a:t>管理後台即可</a:t>
            </a:r>
            <a:endParaRPr lang="en-US" altLang="zh-TW" dirty="0"/>
          </a:p>
          <a:p>
            <a:r>
              <a:rPr lang="zh-TW" altLang="en-US" dirty="0"/>
              <a:t>若欄位名稱有錯而產生錯誤，修改</a:t>
            </a:r>
            <a:r>
              <a:rPr lang="en-US" altLang="zh-TW" dirty="0"/>
              <a:t>models.py</a:t>
            </a:r>
            <a:r>
              <a:rPr lang="zh-TW" altLang="en-US" dirty="0"/>
              <a:t>後，再</a:t>
            </a:r>
            <a:r>
              <a:rPr lang="en-US" altLang="zh-TW" dirty="0"/>
              <a:t>migrations then migrate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712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A-</a:t>
            </a:r>
            <a:r>
              <a:rPr lang="en-US" altLang="zh-TW" dirty="0" err="1"/>
              <a:t>admin_view</a:t>
            </a:r>
            <a:endParaRPr lang="en-US" altLang="zh-TW" dirty="0"/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ProductAdmin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ModelAdmin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list_display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"nickname"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pmodel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'year'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'price'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412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說明因</a:t>
            </a:r>
            <a:r>
              <a:rPr lang="en-US" altLang="zh-TW" dirty="0"/>
              <a:t>product</a:t>
            </a:r>
            <a:r>
              <a:rPr lang="zh-TW" altLang="en-US" dirty="0"/>
              <a:t>有外來鍵連結到</a:t>
            </a:r>
            <a:r>
              <a:rPr lang="en-US" altLang="zh-TW" dirty="0" err="1"/>
              <a:t>pmodel</a:t>
            </a:r>
            <a:r>
              <a:rPr lang="zh-TW" altLang="en-US" dirty="0"/>
              <a:t>，所以會有下拉選單可選</a:t>
            </a:r>
            <a:endParaRPr lang="en-US" altLang="zh-TW" dirty="0"/>
          </a:p>
          <a:p>
            <a:r>
              <a:rPr lang="zh-TW" altLang="en-US" dirty="0"/>
              <a:t>也可試試新增，會產生一筆資料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6101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Base.html </a:t>
            </a:r>
            <a:r>
              <a:rPr lang="en-US" altLang="zh-TW" b="1" dirty="0"/>
              <a:t>!b5-$ </a:t>
            </a:r>
            <a:r>
              <a:rPr lang="zh-TW" altLang="en-US" dirty="0"/>
              <a:t>自行建立</a:t>
            </a:r>
            <a:r>
              <a:rPr lang="en-US" altLang="zh-TW" dirty="0"/>
              <a:t>Base.html</a:t>
            </a:r>
            <a:r>
              <a:rPr lang="zh-TW" altLang="en-US" dirty="0"/>
              <a:t>主要是加上</a:t>
            </a:r>
            <a:r>
              <a:rPr lang="en-US" altLang="zh-TW" dirty="0"/>
              <a:t>bootstrap</a:t>
            </a:r>
            <a:r>
              <a:rPr lang="zh-TW" altLang="en-US" dirty="0"/>
              <a:t>的</a:t>
            </a:r>
            <a:r>
              <a:rPr lang="en-US" altLang="zh-TW" dirty="0"/>
              <a:t>link</a:t>
            </a:r>
            <a:r>
              <a:rPr lang="zh-TW" altLang="en-US" dirty="0"/>
              <a:t>和</a:t>
            </a:r>
            <a:r>
              <a:rPr lang="en-US" altLang="zh-TW" dirty="0"/>
              <a:t>2</a:t>
            </a:r>
            <a:r>
              <a:rPr lang="zh-TW" altLang="en-US" dirty="0"/>
              <a:t>個</a:t>
            </a:r>
            <a:r>
              <a:rPr lang="en-US" altLang="zh-TW" dirty="0"/>
              <a:t>block</a:t>
            </a:r>
          </a:p>
          <a:p>
            <a:endParaRPr lang="en-US" altLang="zh-TW" dirty="0"/>
          </a:p>
          <a:p>
            <a:r>
              <a:rPr lang="en-US" altLang="zh-TW" dirty="0"/>
              <a:t>Header.html </a:t>
            </a:r>
            <a:r>
              <a:rPr lang="en-US" altLang="zh-TW" b="1" dirty="0"/>
              <a:t>B5-navbar-default</a:t>
            </a:r>
          </a:p>
          <a:p>
            <a:r>
              <a:rPr lang="en-US" altLang="zh-TW" dirty="0"/>
              <a:t>Header:</a:t>
            </a:r>
            <a:r>
              <a:rPr lang="zh-TW" altLang="en-US" dirty="0"/>
              <a:t>先加一個</a:t>
            </a:r>
            <a:r>
              <a:rPr lang="en-US" altLang="zh-TW" dirty="0"/>
              <a:t>container (</a:t>
            </a:r>
            <a:r>
              <a:rPr lang="zh-TW" altLang="en-US" dirty="0"/>
              <a:t>可不加</a:t>
            </a:r>
            <a:r>
              <a:rPr lang="en-US" altLang="zh-TW" dirty="0"/>
              <a:t>)</a:t>
            </a:r>
            <a:r>
              <a:rPr lang="zh-TW" altLang="en-US" dirty="0"/>
              <a:t>再加一個</a:t>
            </a:r>
            <a:r>
              <a:rPr lang="en-US" altLang="zh-TW" dirty="0"/>
              <a:t>navbar-default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956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footer.html </a:t>
            </a:r>
            <a:r>
              <a:rPr lang="zh-TW" altLang="en-US" dirty="0"/>
              <a:t>則是放置本網站的</a:t>
            </a:r>
            <a:r>
              <a:rPr lang="en-US" altLang="zh-TW" dirty="0"/>
              <a:t>logo </a:t>
            </a:r>
            <a:r>
              <a:rPr lang="zh-TW" altLang="en-US" dirty="0"/>
              <a:t>圖標以及版權聲明</a:t>
            </a:r>
            <a:r>
              <a:rPr lang="en-US" altLang="zh-TW" dirty="0"/>
              <a:t>,</a:t>
            </a:r>
            <a:r>
              <a:rPr lang="zh-TW" altLang="en-US" dirty="0"/>
              <a:t>這個檔案請自行備妥放在</a:t>
            </a:r>
          </a:p>
          <a:p>
            <a:r>
              <a:rPr lang="en-US" altLang="zh-TW" dirty="0"/>
              <a:t>Static/images</a:t>
            </a:r>
            <a:r>
              <a:rPr lang="zh-TW" altLang="en-US" dirty="0"/>
              <a:t>資料夾</a:t>
            </a:r>
            <a:r>
              <a:rPr lang="en-US" altLang="zh-TW" dirty="0"/>
              <a:t>(</a:t>
            </a:r>
            <a:r>
              <a:rPr lang="zh-TW" altLang="en-US" dirty="0"/>
              <a:t>請自行建立</a:t>
            </a:r>
            <a:r>
              <a:rPr lang="en-US" altLang="zh-TW" dirty="0"/>
              <a:t>)</a:t>
            </a:r>
            <a:r>
              <a:rPr lang="zh-TW" altLang="en-US" dirty="0"/>
              <a:t>底下</a:t>
            </a:r>
            <a:r>
              <a:rPr lang="en-US" altLang="zh-TW" dirty="0"/>
              <a:t>,</a:t>
            </a:r>
            <a:r>
              <a:rPr lang="zh-TW" altLang="en-US" dirty="0"/>
              <a:t>並命名為</a:t>
            </a:r>
            <a:r>
              <a:rPr lang="en-US" altLang="zh-TW" dirty="0" err="1"/>
              <a:t>logo,png</a:t>
            </a:r>
            <a:r>
              <a:rPr lang="en-US" altLang="zh-TW" dirty="0"/>
              <a:t>,</a:t>
            </a:r>
          </a:p>
          <a:p>
            <a:r>
              <a:rPr lang="zh-TW" altLang="en-US" dirty="0"/>
              <a:t>記得加</a:t>
            </a:r>
            <a:r>
              <a:rPr lang="en-US" altLang="zh-TW" dirty="0"/>
              <a:t>load static </a:t>
            </a:r>
            <a:r>
              <a:rPr lang="zh-TW" altLang="en-US" dirty="0"/>
              <a:t>和</a:t>
            </a:r>
            <a:r>
              <a:rPr lang="en-US" altLang="zh-TW" dirty="0"/>
              <a:t>tag</a:t>
            </a:r>
            <a:r>
              <a:rPr lang="zh-TW" altLang="en-US" dirty="0"/>
              <a:t>來加</a:t>
            </a:r>
            <a:r>
              <a:rPr lang="en-US" altLang="zh-TW" dirty="0" err="1"/>
              <a:t>img</a:t>
            </a:r>
            <a:r>
              <a:rPr lang="zh-TW" altLang="en-US" dirty="0"/>
              <a:t>路徑</a:t>
            </a:r>
            <a:endParaRPr lang="en-US" altLang="zh-TW" dirty="0"/>
          </a:p>
          <a:p>
            <a:r>
              <a:rPr lang="zh-TW" altLang="en-US" dirty="0"/>
              <a:t>可先試不加</a:t>
            </a:r>
            <a:r>
              <a:rPr lang="en-US" altLang="zh-TW" dirty="0"/>
              <a:t>load static</a:t>
            </a:r>
            <a:r>
              <a:rPr lang="zh-TW" altLang="en-US" dirty="0"/>
              <a:t>直接用 </a:t>
            </a:r>
            <a:r>
              <a:rPr lang="en-US" altLang="zh-TW" sz="1200" b="1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static/</a:t>
            </a:r>
            <a:r>
              <a:rPr lang="en-US" altLang="zh-TW" sz="1200" kern="100" dirty="0">
                <a:solidFill>
                  <a:schemeClr val="tx1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images/logo.png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774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zh-TW" altLang="en-US" dirty="0"/>
              <a:t>以下這些程式碼請放在</a:t>
            </a:r>
            <a:r>
              <a:rPr lang="en-US" altLang="zh-TW" dirty="0"/>
              <a:t>index.html</a:t>
            </a:r>
            <a:r>
              <a:rPr lang="zh-TW" altLang="en-US" dirty="0"/>
              <a:t>的</a:t>
            </a:r>
            <a:r>
              <a:rPr lang="en-US" altLang="zh-TW" dirty="0"/>
              <a:t>&lt;div class='container'</a:t>
            </a:r>
          </a:p>
          <a:p>
            <a:r>
              <a:rPr lang="en-US" altLang="zh-TW" dirty="0"/>
              <a:t>align=center=0 </a:t>
            </a:r>
            <a:r>
              <a:rPr lang="zh-TW" altLang="en-US" dirty="0"/>
              <a:t>與</a:t>
            </a:r>
            <a:r>
              <a:rPr lang="en-US" altLang="zh-TW" dirty="0"/>
              <a:t>&lt;/div&gt;</a:t>
            </a:r>
            <a:r>
              <a:rPr lang="zh-TW" altLang="en-US" dirty="0"/>
              <a:t>之間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995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注意：是</a:t>
            </a:r>
            <a:r>
              <a:rPr lang="en-US" altLang="zh-TW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pmodel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不是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model(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因為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資料表內的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欄位名稱是</a:t>
            </a:r>
            <a:r>
              <a:rPr lang="en-US" altLang="zh-TW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pmodel</a:t>
            </a:r>
            <a:endParaRPr lang="en-US" altLang="zh-TW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這行有沒有加</a:t>
            </a:r>
            <a:r>
              <a:rPr lang="en-US" altLang="zh-TW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zh-TW" alt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結果似乎是一樣的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，因為我們定義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self=self.name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，但最正確做法還是要加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zh-TW" alt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來指定這個欄位最確實</a:t>
            </a:r>
            <a:endParaRPr lang="en-US" altLang="zh-TW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en-US" altLang="zh-TW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altLang="zh-TW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pmodel</a:t>
            </a:r>
            <a:r>
              <a:rPr lang="en-US" altLang="zh-TW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1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maker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pmodel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2167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可說明</a:t>
            </a:r>
            <a:r>
              <a:rPr lang="en-US" altLang="zh-TW" dirty="0"/>
              <a:t>static vs media</a:t>
            </a:r>
            <a:r>
              <a:rPr lang="zh-TW" altLang="en-US" dirty="0"/>
              <a:t>的設定不同，課本  </a:t>
            </a:r>
            <a:r>
              <a:rPr lang="en-US" altLang="zh-TW" dirty="0"/>
              <a:t>Page7-16</a:t>
            </a:r>
          </a:p>
          <a:p>
            <a:r>
              <a:rPr lang="en-US" altLang="zh-TW" dirty="0"/>
              <a:t>static</a:t>
            </a:r>
            <a:r>
              <a:rPr lang="zh-TW" altLang="en-US" dirty="0"/>
              <a:t>不用在</a:t>
            </a:r>
            <a:r>
              <a:rPr lang="en-US" altLang="zh-TW" dirty="0" err="1"/>
              <a:t>urlpatterns</a:t>
            </a:r>
            <a:r>
              <a:rPr lang="zh-TW" altLang="en-US" dirty="0"/>
              <a:t>加</a:t>
            </a:r>
            <a:r>
              <a:rPr lang="en-US" altLang="zh-TW" dirty="0"/>
              <a:t>static()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但要在</a:t>
            </a:r>
            <a:r>
              <a:rPr lang="en-US" altLang="zh-TW" dirty="0"/>
              <a:t>html</a:t>
            </a:r>
            <a:r>
              <a:rPr lang="zh-TW" altLang="en-US" dirty="0"/>
              <a:t>加上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{% load static %}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引用方式：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="{% static "images/logo.png" %}" alt="</a:t>
            </a:r>
            <a:r>
              <a:rPr lang="zh-TW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沒圖案</a:t>
            </a:r>
            <a:r>
              <a:rPr lang="en-US" altLang="zh-TW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endParaRPr lang="zh-TW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087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為何只須得到</a:t>
            </a:r>
            <a:r>
              <a:rPr lang="en-US" altLang="zh-TW" dirty="0">
                <a:solidFill>
                  <a:srgbClr val="FF0000"/>
                </a:solidFill>
              </a:rPr>
              <a:t>products = </a:t>
            </a:r>
            <a:r>
              <a:rPr lang="en-US" altLang="zh-TW" dirty="0" err="1">
                <a:solidFill>
                  <a:srgbClr val="FF0000"/>
                </a:solidFill>
              </a:rPr>
              <a:t>models.Product.objects.all</a:t>
            </a:r>
            <a:r>
              <a:rPr lang="en-US" altLang="zh-TW" dirty="0">
                <a:solidFill>
                  <a:srgbClr val="FF0000"/>
                </a:solidFill>
              </a:rPr>
              <a:t>()</a:t>
            </a:r>
            <a:r>
              <a:rPr lang="zh-TW" altLang="en-US" dirty="0"/>
              <a:t>就夠了</a:t>
            </a:r>
            <a:r>
              <a:rPr lang="en-US" altLang="zh-TW" dirty="0"/>
              <a:t>?</a:t>
            </a:r>
          </a:p>
          <a:p>
            <a:r>
              <a:rPr lang="zh-TW" altLang="en-US" dirty="0"/>
              <a:t>因它是主資料表，可透過它用關連設定就可查到其他資料表的內容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007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此時出現</a:t>
            </a:r>
            <a:r>
              <a:rPr lang="en-US" altLang="zh-TW" dirty="0"/>
              <a:t>error</a:t>
            </a:r>
          </a:p>
          <a:p>
            <a:r>
              <a:rPr lang="en-US" altLang="zh-TW" dirty="0"/>
              <a:t>File "D:\project\dj4book\phone07\phone07\urls.py", line 26, in &lt;module&gt;</a:t>
            </a:r>
          </a:p>
          <a:p>
            <a:r>
              <a:rPr lang="en-US" altLang="zh-TW" dirty="0"/>
              <a:t>    path('detail/&lt;</a:t>
            </a:r>
            <a:r>
              <a:rPr lang="en-US" altLang="zh-TW" dirty="0" err="1"/>
              <a:t>int:id</a:t>
            </a:r>
            <a:r>
              <a:rPr lang="en-US" altLang="zh-TW" dirty="0"/>
              <a:t>&gt;', </a:t>
            </a:r>
            <a:r>
              <a:rPr lang="en-US" altLang="zh-TW" dirty="0" err="1"/>
              <a:t>views.detail</a:t>
            </a:r>
            <a:r>
              <a:rPr lang="en-US" altLang="zh-TW" dirty="0"/>
              <a:t>, name = 'detail-</a:t>
            </a:r>
            <a:r>
              <a:rPr lang="en-US" altLang="zh-TW" dirty="0" err="1"/>
              <a:t>url</a:t>
            </a:r>
            <a:r>
              <a:rPr lang="en-US" altLang="zh-TW" dirty="0"/>
              <a:t>'),</a:t>
            </a:r>
          </a:p>
          <a:p>
            <a:r>
              <a:rPr lang="en-US" altLang="zh-TW" dirty="0" err="1"/>
              <a:t>AttributeError</a:t>
            </a:r>
            <a:r>
              <a:rPr lang="en-US" altLang="zh-TW" dirty="0"/>
              <a:t>: module '</a:t>
            </a:r>
            <a:r>
              <a:rPr lang="en-US" altLang="zh-TW" dirty="0" err="1"/>
              <a:t>mysite.views</a:t>
            </a:r>
            <a:r>
              <a:rPr lang="en-US" altLang="zh-TW" dirty="0"/>
              <a:t>' has no attribute 'detail’</a:t>
            </a:r>
          </a:p>
          <a:p>
            <a:r>
              <a:rPr lang="zh-TW" altLang="en-US" dirty="0"/>
              <a:t>先將這行</a:t>
            </a:r>
            <a:r>
              <a:rPr lang="en-US" altLang="zh-TW" dirty="0"/>
              <a:t>mark</a:t>
            </a:r>
            <a:r>
              <a:rPr lang="zh-TW" altLang="en-US" dirty="0"/>
              <a:t>，因為還沒有</a:t>
            </a:r>
            <a:r>
              <a:rPr lang="en-US" altLang="zh-TW" dirty="0"/>
              <a:t>detail function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042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練習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&lt;td&gt;{{ </a:t>
            </a:r>
            <a:r>
              <a:rPr lang="en-US" altLang="zh-TW" b="0" dirty="0" err="1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p.nickname</a:t>
            </a:r>
            <a:r>
              <a:rPr lang="en-US" altLang="zh-TW" b="0" dirty="0">
                <a:solidFill>
                  <a:srgbClr val="65737E"/>
                </a:solidFill>
                <a:effectLst/>
                <a:latin typeface="Consolas" panose="020B0609020204030204" pitchFamily="49" charset="0"/>
              </a:rPr>
              <a:t> }}&lt;/td&gt;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903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images</a:t>
            </a:r>
            <a:r>
              <a:rPr lang="zh-TW" altLang="en-US" dirty="0"/>
              <a:t>包含了整個</a:t>
            </a:r>
            <a:r>
              <a:rPr lang="en-US" altLang="zh-TW" dirty="0"/>
              <a:t>Pphoto</a:t>
            </a:r>
            <a:r>
              <a:rPr lang="zh-TW" altLang="en-US" dirty="0"/>
              <a:t>的所有欄位，所以要找到照片的欄位資料要用</a:t>
            </a:r>
            <a:r>
              <a:rPr lang="en-US" altLang="zh-TW" dirty="0"/>
              <a:t>form image in images, then </a:t>
            </a:r>
            <a:r>
              <a:rPr lang="en-US" altLang="zh-TW" dirty="0" err="1"/>
              <a:t>image.media</a:t>
            </a:r>
            <a:r>
              <a:rPr lang="zh-TW" altLang="en-US" dirty="0"/>
              <a:t>，而不是直接用</a:t>
            </a:r>
            <a:r>
              <a:rPr lang="en-US" altLang="zh-TW" dirty="0"/>
              <a:t>images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3187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記得加</a:t>
            </a:r>
            <a:r>
              <a:rPr lang="en-US" altLang="zh-TW" dirty="0"/>
              <a:t>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6816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如果讀者選擇把圖形檔案放在網站的</a:t>
            </a:r>
            <a:r>
              <a:rPr lang="en-US" altLang="zh-TW" dirty="0"/>
              <a:t>media</a:t>
            </a:r>
            <a:r>
              <a:rPr lang="zh-TW" altLang="en-US" dirty="0"/>
              <a:t>資料夾底下的話</a:t>
            </a:r>
            <a:r>
              <a:rPr lang="en-US" altLang="zh-TW" dirty="0"/>
              <a:t>,</a:t>
            </a:r>
            <a:r>
              <a:rPr lang="zh-TW" altLang="en-US" dirty="0"/>
              <a:t>那麼麼該行就要改為</a:t>
            </a:r>
          </a:p>
          <a:p>
            <a:r>
              <a:rPr lang="en-US" altLang="zh-TW" dirty="0"/>
              <a:t>&lt;</a:t>
            </a:r>
            <a:r>
              <a:rPr lang="en-US" altLang="zh-TW" dirty="0" err="1"/>
              <a:t>img</a:t>
            </a:r>
            <a:r>
              <a:rPr lang="en-US" altLang="zh-TW" dirty="0"/>
              <a:t> </a:t>
            </a:r>
            <a:r>
              <a:rPr lang="en-US" altLang="zh-TW" dirty="0" err="1"/>
              <a:t>src</a:t>
            </a:r>
            <a:r>
              <a:rPr lang="en-US" altLang="zh-TW" dirty="0"/>
              <a:t>="/media/{{</a:t>
            </a:r>
            <a:r>
              <a:rPr lang="en-US" altLang="zh-TW" dirty="0" err="1"/>
              <a:t>image.media</a:t>
            </a:r>
            <a:r>
              <a:rPr lang="en-US" altLang="zh-TW" dirty="0"/>
              <a:t>}}" width=350&gt;&lt;</a:t>
            </a:r>
            <a:r>
              <a:rPr lang="en-US" altLang="zh-TW" dirty="0" err="1"/>
              <a:t>br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Image.url </a:t>
            </a:r>
            <a:r>
              <a:rPr lang="zh-TW" altLang="en-US" dirty="0"/>
              <a:t>應該是</a:t>
            </a:r>
            <a:r>
              <a:rPr lang="en-US" altLang="zh-TW" dirty="0"/>
              <a:t>http://127.0.0.1:8000/media/z301.jpg</a:t>
            </a:r>
          </a:p>
          <a:p>
            <a:r>
              <a:rPr lang="zh-TW" altLang="en-US" dirty="0"/>
              <a:t>另外</a:t>
            </a:r>
            <a:r>
              <a:rPr lang="en-US" altLang="zh-TW" dirty="0"/>
              <a:t>load static</a:t>
            </a:r>
            <a:r>
              <a:rPr lang="zh-TW" altLang="en-US" dirty="0"/>
              <a:t>寫法待確認</a:t>
            </a:r>
            <a:endParaRPr lang="en-US" altLang="zh-TW" dirty="0"/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static %}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static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"images/logo.png"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%}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386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B01F-313F-69EE-5B3A-1E424403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CDEB4F-24E4-7C25-3735-F476494B4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0A5D5E-843F-BB44-23FA-1AC00B215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如果讀者選擇把圖形檔案放在網站的</a:t>
            </a:r>
            <a:r>
              <a:rPr lang="en-US" altLang="zh-TW" dirty="0"/>
              <a:t>media</a:t>
            </a:r>
            <a:r>
              <a:rPr lang="zh-TW" altLang="en-US" dirty="0"/>
              <a:t>資料夾底下的話</a:t>
            </a:r>
            <a:r>
              <a:rPr lang="en-US" altLang="zh-TW" dirty="0"/>
              <a:t>,</a:t>
            </a:r>
            <a:r>
              <a:rPr lang="zh-TW" altLang="en-US" dirty="0"/>
              <a:t>那麼麼該行就要改為</a:t>
            </a:r>
          </a:p>
          <a:p>
            <a:r>
              <a:rPr lang="en-US" altLang="zh-TW" dirty="0"/>
              <a:t>&lt;</a:t>
            </a:r>
            <a:r>
              <a:rPr lang="en-US" altLang="zh-TW" dirty="0" err="1"/>
              <a:t>img</a:t>
            </a:r>
            <a:r>
              <a:rPr lang="en-US" altLang="zh-TW" dirty="0"/>
              <a:t> </a:t>
            </a:r>
            <a:r>
              <a:rPr lang="en-US" altLang="zh-TW" dirty="0" err="1"/>
              <a:t>src</a:t>
            </a:r>
            <a:r>
              <a:rPr lang="en-US" altLang="zh-TW" dirty="0"/>
              <a:t>="/media/{{</a:t>
            </a:r>
            <a:r>
              <a:rPr lang="en-US" altLang="zh-TW" dirty="0" err="1"/>
              <a:t>image.media</a:t>
            </a:r>
            <a:r>
              <a:rPr lang="en-US" altLang="zh-TW" dirty="0"/>
              <a:t>}}" width=350&gt;&lt;</a:t>
            </a:r>
            <a:r>
              <a:rPr lang="en-US" altLang="zh-TW" dirty="0" err="1"/>
              <a:t>br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Image.url </a:t>
            </a:r>
            <a:r>
              <a:rPr lang="zh-TW" altLang="en-US" dirty="0"/>
              <a:t>應該是</a:t>
            </a:r>
            <a:r>
              <a:rPr lang="en-US" altLang="zh-TW" dirty="0"/>
              <a:t>http://127.0.0.1:8000/media/z301.jpg</a:t>
            </a:r>
          </a:p>
          <a:p>
            <a:r>
              <a:rPr lang="zh-TW" altLang="en-US" dirty="0"/>
              <a:t>另外</a:t>
            </a:r>
            <a:r>
              <a:rPr lang="en-US" altLang="zh-TW" dirty="0"/>
              <a:t>load static</a:t>
            </a:r>
            <a:r>
              <a:rPr lang="zh-TW" altLang="en-US" dirty="0"/>
              <a:t>寫法：</a:t>
            </a:r>
            <a:endParaRPr lang="en-US" altLang="zh-TW" dirty="0"/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static %}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{% static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"images/logo.png"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%}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"logo"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"100"</a:t>
            </a:r>
            <a:r>
              <a:rPr lang="en-US" altLang="zh-TW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0C0695-1346-8CA7-F449-5D24D58BE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3583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 err="1"/>
              <a:t>admin,py</a:t>
            </a:r>
            <a:r>
              <a:rPr lang="zh-TW" altLang="en-US" dirty="0"/>
              <a:t>中</a:t>
            </a:r>
            <a:r>
              <a:rPr lang="en-US" altLang="zh-TW" dirty="0"/>
              <a:t>,</a:t>
            </a: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models.Prodcut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現在則改為如下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class </a:t>
            </a:r>
            <a:r>
              <a:rPr lang="en-US" altLang="zh-TW" dirty="0" err="1"/>
              <a:t>ProductAdmin</a:t>
            </a:r>
            <a:r>
              <a:rPr lang="en-US" altLang="zh-TW" dirty="0"/>
              <a:t>(</a:t>
            </a:r>
            <a:r>
              <a:rPr lang="en-US" altLang="zh-TW" dirty="0" err="1"/>
              <a:t>admin.ModelAdmin</a:t>
            </a:r>
            <a:r>
              <a:rPr lang="en-US" altLang="zh-TW" dirty="0"/>
              <a:t>):</a:t>
            </a:r>
          </a:p>
          <a:p>
            <a:r>
              <a:rPr lang="en-US" altLang="zh-TW" dirty="0"/>
              <a:t>	</a:t>
            </a:r>
            <a:r>
              <a:rPr lang="en-US" altLang="zh-TW" dirty="0" err="1"/>
              <a:t>List_display</a:t>
            </a:r>
            <a:r>
              <a:rPr lang="en-US" altLang="zh-TW" dirty="0"/>
              <a:t>=('</a:t>
            </a:r>
            <a:r>
              <a:rPr lang="en-US" altLang="zh-TW" dirty="0" err="1"/>
              <a:t>pmodel</a:t>
            </a:r>
            <a:r>
              <a:rPr lang="en-US" altLang="zh-TW" dirty="0"/>
              <a:t>', 'nickname', 'price', 'year’)</a:t>
            </a:r>
          </a:p>
          <a:p>
            <a:r>
              <a:rPr lang="en-US" altLang="zh-TW" dirty="0"/>
              <a:t>	</a:t>
            </a:r>
            <a:r>
              <a:rPr lang="en-US" altLang="zh-TW" dirty="0" err="1"/>
              <a:t>search_fields</a:t>
            </a:r>
            <a:r>
              <a:rPr lang="en-US" altLang="zh-TW" dirty="0"/>
              <a:t>=('nickname’,)</a:t>
            </a:r>
          </a:p>
          <a:p>
            <a:r>
              <a:rPr lang="en-US" altLang="zh-TW" dirty="0"/>
              <a:t>	ordering = ('-price', )</a:t>
            </a:r>
          </a:p>
          <a:p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models.Product</a:t>
            </a:r>
            <a:r>
              <a:rPr lang="en-US" altLang="zh-TW" dirty="0"/>
              <a:t>, </a:t>
            </a:r>
            <a:r>
              <a:rPr lang="en-US" altLang="zh-TW" dirty="0" err="1"/>
              <a:t>ProductAdmin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82297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84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9C816-D38B-498E-804E-00D02760FC7A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AABA-C288-41C0-9D8E-87773CE9488B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9EFE-5102-4BAD-A377-702F02C2814E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40F5BD8-68CC-49A6-B769-229D3FACB86C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3C99-9A5D-4B12-8519-BF3493FEA3BD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B973-9C4C-43B9-BBC9-7D038B5E66BB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E384-56FB-46D9-B267-C20E836A8212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5C06-3635-48B4-9326-561BB1229EEB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A9F43BE-0941-4E88-B57D-D38DECBCB997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16A9-7278-4674-BCA0-66C5F066EB15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AF00-ACBD-4185-8358-D82955DAF0D3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3E7C058-3467-44CD-AC53-31F205DF3CA0}" type="datetime1">
              <a:rPr lang="zh-TW" altLang="en-US" smtClean="0"/>
              <a:pPr/>
              <a:t>2025/12/11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detail/3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www.wampserver.com/en/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tblogs.com.tw/YiruAtStudio/2021/02/22/201637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ocs.docker.com/desktop/install/windows-install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71600" y="2819400"/>
            <a:ext cx="6800800" cy="1689720"/>
          </a:xfrm>
        </p:spPr>
        <p:txBody>
          <a:bodyPr>
            <a:normAutofit/>
          </a:bodyPr>
          <a:lstStyle/>
          <a:p>
            <a:r>
              <a:rPr lang="zh-TW" altLang="en-US" sz="2400">
                <a:latin typeface="+mj-ea"/>
              </a:rPr>
              <a:t>活用</a:t>
            </a:r>
            <a:r>
              <a:rPr lang="en-US" altLang="zh-TW" sz="2400">
                <a:latin typeface="+mj-ea"/>
              </a:rPr>
              <a:t>Django4</a:t>
            </a:r>
            <a:r>
              <a:rPr lang="zh-TW" altLang="en-US" sz="2400">
                <a:latin typeface="+mj-ea"/>
              </a:rPr>
              <a:t>建構動態網站的</a:t>
            </a:r>
            <a:r>
              <a:rPr lang="en-US" altLang="zh-TW" sz="2400">
                <a:latin typeface="+mj-ea"/>
              </a:rPr>
              <a:t>16</a:t>
            </a:r>
            <a:r>
              <a:rPr lang="zh-TW" altLang="en-US" sz="2400">
                <a:latin typeface="+mj-ea"/>
              </a:rPr>
              <a:t>堂課</a:t>
            </a:r>
            <a:endParaRPr lang="zh-TW" altLang="en-US" sz="2400" dirty="0">
              <a:latin typeface="+mj-ea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第七堂</a:t>
            </a:r>
            <a:br>
              <a:rPr lang="en-US" altLang="zh-TW" dirty="0"/>
            </a:br>
            <a:r>
              <a:rPr lang="en-US" altLang="zh-TW" dirty="0"/>
              <a:t>Models</a:t>
            </a:r>
            <a:r>
              <a:rPr lang="zh-TW" altLang="zh-TW" dirty="0"/>
              <a:t>與資料庫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zh-TW" dirty="0"/>
              <a:t>網站與資料庫</a:t>
            </a:r>
          </a:p>
          <a:p>
            <a:pPr lvl="1"/>
            <a:r>
              <a:rPr lang="zh-TW" altLang="zh-TW" dirty="0"/>
              <a:t>資料庫簡介</a:t>
            </a:r>
            <a:r>
              <a:rPr lang="zh-TW" altLang="en-US" dirty="0"/>
              <a:t>、</a:t>
            </a:r>
            <a:r>
              <a:rPr lang="zh-TW" altLang="zh-TW" dirty="0"/>
              <a:t>規劃網站需要的資料庫</a:t>
            </a:r>
            <a:r>
              <a:rPr lang="zh-TW" altLang="en-US" dirty="0"/>
              <a:t>、</a:t>
            </a:r>
            <a:r>
              <a:rPr lang="zh-TW" altLang="zh-TW" dirty="0"/>
              <a:t>資料表內容設計</a:t>
            </a:r>
            <a:r>
              <a:rPr lang="zh-TW" altLang="en-US" dirty="0"/>
              <a:t>、</a:t>
            </a:r>
            <a:r>
              <a:rPr lang="en-US" altLang="zh-TW" dirty="0"/>
              <a:t>models.py</a:t>
            </a:r>
            <a:r>
              <a:rPr lang="zh-TW" altLang="zh-TW" dirty="0"/>
              <a:t>設計</a:t>
            </a:r>
          </a:p>
          <a:p>
            <a:pPr lvl="0"/>
            <a:r>
              <a:rPr lang="zh-TW" altLang="zh-TW" dirty="0"/>
              <a:t>活用</a:t>
            </a:r>
            <a:r>
              <a:rPr lang="en-US" altLang="zh-TW" dirty="0"/>
              <a:t>Models</a:t>
            </a:r>
            <a:r>
              <a:rPr lang="zh-TW" altLang="zh-TW" dirty="0"/>
              <a:t>製作網站</a:t>
            </a:r>
          </a:p>
          <a:p>
            <a:pPr lvl="1"/>
            <a:r>
              <a:rPr lang="zh-TW" altLang="zh-TW" dirty="0"/>
              <a:t>建立網站</a:t>
            </a:r>
            <a:r>
              <a:rPr lang="zh-TW" altLang="en-US" dirty="0"/>
              <a:t>、</a:t>
            </a:r>
            <a:r>
              <a:rPr lang="zh-TW" altLang="zh-TW" dirty="0"/>
              <a:t>網站模板製作</a:t>
            </a:r>
            <a:r>
              <a:rPr lang="zh-TW" altLang="en-US" dirty="0"/>
              <a:t>、</a:t>
            </a:r>
            <a:r>
              <a:rPr lang="zh-TW" altLang="zh-TW" dirty="0"/>
              <a:t>多資料表整合查詢網頁製作</a:t>
            </a:r>
            <a:r>
              <a:rPr lang="zh-TW" altLang="en-US" dirty="0"/>
              <a:t>、</a:t>
            </a:r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</a:p>
          <a:p>
            <a:r>
              <a:rPr lang="zh-TW" altLang="zh-TW" dirty="0"/>
              <a:t>在</a:t>
            </a:r>
            <a:r>
              <a:rPr lang="en-US" altLang="zh-TW" dirty="0"/>
              <a:t>Django</a:t>
            </a:r>
            <a:r>
              <a:rPr lang="zh-TW" altLang="zh-TW" dirty="0"/>
              <a:t>使用</a:t>
            </a:r>
            <a:r>
              <a:rPr lang="en-US" altLang="zh-TW"/>
              <a:t>MySQL</a:t>
            </a:r>
            <a:r>
              <a:rPr lang="zh-TW" altLang="zh-TW"/>
              <a:t>資料庫系統</a:t>
            </a:r>
            <a:endParaRPr lang="en-US" altLang="zh-TW"/>
          </a:p>
          <a:p>
            <a:pPr lvl="1"/>
            <a:r>
              <a:rPr lang="zh-TW" altLang="en-US"/>
              <a:t>安裝</a:t>
            </a:r>
            <a:r>
              <a:rPr lang="en-US" altLang="zh-TW"/>
              <a:t>MySQL</a:t>
            </a:r>
            <a:r>
              <a:rPr lang="zh-TW" altLang="en-US"/>
              <a:t>、商用</a:t>
            </a:r>
            <a:r>
              <a:rPr lang="en-US" altLang="zh-TW"/>
              <a:t>MySQL</a:t>
            </a:r>
            <a:r>
              <a:rPr lang="zh-TW" altLang="en-US"/>
              <a:t>伺服器、</a:t>
            </a:r>
            <a:r>
              <a:rPr lang="en-US" altLang="zh-TW"/>
              <a:t>DB Browser for SQLite</a:t>
            </a:r>
            <a:r>
              <a:rPr lang="zh-TW" altLang="en-US"/>
              <a:t>、使用</a:t>
            </a:r>
            <a:r>
              <a:rPr lang="en-US" altLang="zh-TW"/>
              <a:t>Docker</a:t>
            </a:r>
            <a:r>
              <a:rPr lang="zh-TW" altLang="en-US"/>
              <a:t>安裝</a:t>
            </a:r>
            <a:r>
              <a:rPr lang="en-US" altLang="zh-TW"/>
              <a:t>MySQL</a:t>
            </a:r>
            <a:r>
              <a:rPr lang="zh-TW" altLang="en-US"/>
              <a:t>伺服器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資料庫簡介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sz="2400" dirty="0"/>
              <a:t>是一個有系統、組織過的資料格式，透過特定的介面存取的資料集合</a:t>
            </a:r>
            <a:endParaRPr lang="en-US" altLang="zh-TW" sz="2400" dirty="0"/>
          </a:p>
          <a:p>
            <a:r>
              <a:rPr lang="zh-TW" altLang="zh-TW" sz="2400" dirty="0"/>
              <a:t>存取這些資料內容的系統就叫做資料庫系統</a:t>
            </a:r>
            <a:r>
              <a:rPr lang="en-US" altLang="zh-TW" sz="2400" dirty="0"/>
              <a:t>Database Management System</a:t>
            </a:r>
            <a:r>
              <a:rPr lang="zh-TW" altLang="zh-TW" sz="2400" dirty="0"/>
              <a:t>，簡稱</a:t>
            </a:r>
            <a:r>
              <a:rPr lang="en-US" altLang="zh-TW" sz="2400" dirty="0"/>
              <a:t>DBMS</a:t>
            </a:r>
          </a:p>
          <a:p>
            <a:r>
              <a:rPr lang="zh-TW" altLang="zh-TW" sz="2400" dirty="0"/>
              <a:t>網頁伺服器所使用的資料庫系統大多為關聯式資料庫</a:t>
            </a:r>
            <a:r>
              <a:rPr lang="zh-TW" altLang="zh-TW" sz="2400"/>
              <a:t>系統，</a:t>
            </a:r>
            <a:r>
              <a:rPr lang="zh-TW" altLang="en-US" sz="2400"/>
              <a:t>目前</a:t>
            </a:r>
            <a:r>
              <a:rPr lang="en-US" altLang="zh-TW" sz="2400"/>
              <a:t>MySQL</a:t>
            </a:r>
            <a:r>
              <a:rPr lang="zh-TW" altLang="en-US" sz="2400"/>
              <a:t>為免費版本中最受歡迎的系統</a:t>
            </a:r>
            <a:endParaRPr lang="en-US" altLang="zh-TW" sz="2400" dirty="0"/>
          </a:p>
          <a:p>
            <a:r>
              <a:rPr lang="en-US" altLang="zh-TW" sz="2400" dirty="0"/>
              <a:t>Django</a:t>
            </a:r>
            <a:r>
              <a:rPr lang="zh-TW" altLang="zh-TW" sz="2400" dirty="0"/>
              <a:t>中，預設的資料庫管理系統是</a:t>
            </a:r>
            <a:r>
              <a:rPr lang="en-US" altLang="zh-TW" sz="2400" dirty="0"/>
              <a:t>SQLite</a:t>
            </a:r>
            <a:r>
              <a:rPr lang="zh-TW" altLang="zh-TW" sz="2400" dirty="0"/>
              <a:t>（可以透過系統設定修改為其它系統）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0485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資料庫簡介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Django</a:t>
            </a:r>
            <a:r>
              <a:rPr lang="zh-TW" altLang="zh-TW" dirty="0"/>
              <a:t>操作資料庫之示意圖</a:t>
            </a:r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2007193"/>
            <a:ext cx="756084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8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規劃網站需要的資料庫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假設要建立一個中古手機展示網站（先不考慮訂購功能），資料庫該如何規劃呢？</a:t>
            </a:r>
            <a:r>
              <a:rPr lang="zh-TW" altLang="en-US" dirty="0"/>
              <a:t>如下表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455442"/>
              </p:ext>
            </p:extLst>
          </p:nvPr>
        </p:nvGraphicFramePr>
        <p:xfrm>
          <a:off x="309951" y="2421364"/>
          <a:ext cx="8534401" cy="4031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5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9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573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91587"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庫存機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廠牌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型號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出廠年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價格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照片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192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超值</a:t>
                      </a:r>
                      <a:r>
                        <a:rPr lang="en-US" sz="1800" kern="100">
                          <a:effectLst/>
                        </a:rPr>
                        <a:t>4G</a:t>
                      </a:r>
                      <a:r>
                        <a:rPr lang="zh-TW" sz="1800" kern="100">
                          <a:effectLst/>
                        </a:rPr>
                        <a:t>備用機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Infocus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M370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2015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九成新機，少用，可雙卡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1,000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暫缺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0192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古董</a:t>
                      </a:r>
                      <a:r>
                        <a:rPr lang="en-US" sz="1800" kern="100">
                          <a:effectLst/>
                        </a:rPr>
                        <a:t>Nokia</a:t>
                      </a:r>
                      <a:r>
                        <a:rPr lang="zh-TW" sz="1800" kern="100">
                          <a:effectLst/>
                        </a:rPr>
                        <a:t>備用機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Nokia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5800 XM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2010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外觀良好，一切功能正常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200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31" name="圖片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211419"/>
            <a:ext cx="1681450" cy="946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圖片 2">
            <a:extLst>
              <a:ext uri="{FF2B5EF4-FFF2-40B4-BE49-F238E27FC236}">
                <a16:creationId xmlns:a16="http://schemas.microsoft.com/office/drawing/2014/main" id="{DBA02237-3D49-11E7-6503-222A8878F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9352" y="2060848"/>
            <a:ext cx="715963" cy="40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圖片 3">
            <a:extLst>
              <a:ext uri="{FF2B5EF4-FFF2-40B4-BE49-F238E27FC236}">
                <a16:creationId xmlns:a16="http://schemas.microsoft.com/office/drawing/2014/main" id="{DC0A7036-94C4-A958-F053-97A77D56C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6304" y="1193059"/>
            <a:ext cx="731838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圖片 4">
            <a:extLst>
              <a:ext uri="{FF2B5EF4-FFF2-40B4-BE49-F238E27FC236}">
                <a16:creationId xmlns:a16="http://schemas.microsoft.com/office/drawing/2014/main" id="{C4F1F6CE-8B31-4CCC-AF72-E96E3DCA2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872242" y="470895"/>
            <a:ext cx="701675" cy="52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77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規劃網站需要的資料庫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58590068"/>
              </p:ext>
            </p:extLst>
          </p:nvPr>
        </p:nvGraphicFramePr>
        <p:xfrm>
          <a:off x="268248" y="1628800"/>
          <a:ext cx="8567904" cy="4752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5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5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6798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b="0" kern="100" dirty="0">
                          <a:effectLst/>
                        </a:rPr>
                        <a:t>高級</a:t>
                      </a:r>
                      <a:r>
                        <a:rPr lang="en-US" sz="1800" b="0" kern="100" dirty="0">
                          <a:effectLst/>
                        </a:rPr>
                        <a:t>Z3</a:t>
                      </a:r>
                      <a:r>
                        <a:rPr lang="zh-TW" sz="1800" b="0" kern="100" dirty="0">
                          <a:effectLst/>
                        </a:rPr>
                        <a:t>美機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rgbClr val="FF0000"/>
                          </a:solidFill>
                          <a:effectLst/>
                        </a:rPr>
                        <a:t>SONY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Xperia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 Z3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2015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少見二手機釋出，機會難得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8,000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1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730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SONY</a:t>
                      </a:r>
                      <a:r>
                        <a:rPr lang="zh-TW" sz="1800" kern="100">
                          <a:effectLst/>
                        </a:rPr>
                        <a:t>中古旗艦機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</a:rPr>
                        <a:t>SONY</a:t>
                      </a:r>
                      <a:endParaRPr lang="zh-TW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solidFill>
                            <a:srgbClr val="00B0F0"/>
                          </a:solidFill>
                          <a:effectLst/>
                        </a:rPr>
                        <a:t>Xperia TX</a:t>
                      </a:r>
                      <a:endParaRPr lang="zh-TW" sz="1800" kern="1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2013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雖然年代久了些，但是仍然很好用，附保護殻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2,500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1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1" name="圖片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636611"/>
            <a:ext cx="1051445" cy="78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圖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279630" y="2784507"/>
            <a:ext cx="1008111" cy="75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圖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653136"/>
            <a:ext cx="1547492" cy="86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規劃網站需要的資料庫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</a:t>
            </a:fld>
            <a:endParaRPr lang="zh-TW" altLang="en-US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86664550"/>
              </p:ext>
            </p:extLst>
          </p:nvPr>
        </p:nvGraphicFramePr>
        <p:xfrm>
          <a:off x="179512" y="1484080"/>
          <a:ext cx="8784977" cy="49692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3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07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47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9574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SONY TX</a:t>
                      </a:r>
                      <a:r>
                        <a:rPr lang="zh-TW" sz="1800" kern="100" dirty="0">
                          <a:effectLst/>
                        </a:rPr>
                        <a:t>美型機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rgbClr val="FF0000"/>
                          </a:solidFill>
                          <a:effectLst/>
                        </a:rPr>
                        <a:t>SONY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 err="1">
                          <a:solidFill>
                            <a:srgbClr val="00B0F0"/>
                          </a:solidFill>
                          <a:effectLst/>
                        </a:rPr>
                        <a:t>Xperia</a:t>
                      </a:r>
                      <a:r>
                        <a:rPr lang="en-US" sz="1800" b="0" kern="100" dirty="0">
                          <a:solidFill>
                            <a:srgbClr val="00B0F0"/>
                          </a:solidFill>
                          <a:effectLst/>
                        </a:rPr>
                        <a:t> TX</a:t>
                      </a:r>
                      <a:endParaRPr lang="zh-TW" sz="1800" b="0" kern="100" dirty="0">
                        <a:solidFill>
                          <a:srgbClr val="00B0F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美形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SONY</a:t>
                      </a: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旗艦，實體相機按鍵，隨身拍好幫手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2,200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b="0" kern="100" dirty="0">
                          <a:solidFill>
                            <a:schemeClr val="tx1"/>
                          </a:solidFill>
                          <a:effectLst/>
                        </a:rPr>
                        <a:t>暫缺</a:t>
                      </a:r>
                      <a:endParaRPr lang="zh-TW" sz="18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9681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S3</a:t>
                      </a:r>
                      <a:r>
                        <a:rPr lang="zh-TW" sz="1800" kern="100">
                          <a:effectLst/>
                        </a:rPr>
                        <a:t>零件機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Samsung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S3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2013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螢幕已裂，但其它功能正常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200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30480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73" name="圖片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79968" y="4941168"/>
            <a:ext cx="1656184" cy="92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21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規劃網站需要的資料庫</a:t>
            </a:r>
            <a:r>
              <a:rPr lang="en-US" altLang="zh-TW" dirty="0"/>
              <a:t>(product</a:t>
            </a:r>
            <a:r>
              <a:rPr lang="zh-TW" altLang="en-US" dirty="0"/>
              <a:t>是主表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二手機網站的資料表關係圖</a:t>
            </a:r>
            <a:endParaRPr lang="zh-TW" altLang="en-US" dirty="0"/>
          </a:p>
        </p:txBody>
      </p:sp>
      <p:pic>
        <p:nvPicPr>
          <p:cNvPr id="5" name="圖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035377"/>
            <a:ext cx="8410136" cy="412302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9BBB12C-D489-B70A-7915-BE5D93EB2CB0}"/>
              </a:ext>
            </a:extLst>
          </p:cNvPr>
          <p:cNvSpPr/>
          <p:nvPr/>
        </p:nvSpPr>
        <p:spPr>
          <a:xfrm>
            <a:off x="539552" y="2924944"/>
            <a:ext cx="576065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9397ED-AAFF-93EC-AE82-45E3A4AF0BB3}"/>
              </a:ext>
            </a:extLst>
          </p:cNvPr>
          <p:cNvSpPr/>
          <p:nvPr/>
        </p:nvSpPr>
        <p:spPr>
          <a:xfrm>
            <a:off x="3491880" y="4293096"/>
            <a:ext cx="576065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53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資料表內容設計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網站資料庫之資料表用途說明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050946"/>
              </p:ext>
            </p:extLst>
          </p:nvPr>
        </p:nvGraphicFramePr>
        <p:xfrm>
          <a:off x="301752" y="2132856"/>
          <a:ext cx="8662736" cy="41764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3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5293"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>
                          <a:effectLst/>
                        </a:rPr>
                        <a:t>資料表資料表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>
                          <a:effectLst/>
                        </a:rPr>
                        <a:t>用途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Maker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>
                          <a:effectLst/>
                        </a:rPr>
                        <a:t>所有手機廠商列表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PModel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>
                          <a:effectLst/>
                        </a:rPr>
                        <a:t>手機規格名稱以及網址資訊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Product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>
                          <a:effectLst/>
                        </a:rPr>
                        <a:t>目前庫存的手機列表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293"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PPhoto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sz="2400" kern="100" dirty="0">
                          <a:effectLst/>
                        </a:rPr>
                        <a:t>二手機照片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799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資料表內容設計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Maker</a:t>
            </a:r>
            <a:r>
              <a:rPr lang="zh-TW" altLang="zh-TW" dirty="0"/>
              <a:t>製造商資料表欄位格式說明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PModel</a:t>
            </a:r>
            <a:r>
              <a:rPr lang="zh-TW" altLang="zh-TW" dirty="0"/>
              <a:t>手機型號料表欄位格式說明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286"/>
              </p:ext>
            </p:extLst>
          </p:nvPr>
        </p:nvGraphicFramePr>
        <p:xfrm>
          <a:off x="539552" y="1988840"/>
          <a:ext cx="8296600" cy="13681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051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Maker</a:t>
                      </a:r>
                      <a:r>
                        <a:rPr lang="zh-TW" sz="1800" kern="100" dirty="0">
                          <a:effectLst/>
                        </a:rPr>
                        <a:t>資料表之欄位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格式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name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字元，最多</a:t>
                      </a:r>
                      <a:r>
                        <a:rPr lang="en-US" sz="1800" kern="100">
                          <a:effectLst/>
                        </a:rPr>
                        <a:t>10</a:t>
                      </a:r>
                      <a:r>
                        <a:rPr lang="zh-TW" sz="1800" kern="100">
                          <a:effectLst/>
                        </a:rPr>
                        <a:t>個字元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廠商名稱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country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字元，最多</a:t>
                      </a:r>
                      <a:r>
                        <a:rPr lang="en-US" sz="1800" kern="100">
                          <a:effectLst/>
                        </a:rPr>
                        <a:t>10</a:t>
                      </a:r>
                      <a:r>
                        <a:rPr lang="zh-TW" sz="1800" kern="100">
                          <a:effectLst/>
                        </a:rPr>
                        <a:t>個字元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廠商所屬國家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910302"/>
              </p:ext>
            </p:extLst>
          </p:nvPr>
        </p:nvGraphicFramePr>
        <p:xfrm>
          <a:off x="539552" y="4005062"/>
          <a:ext cx="8280920" cy="23042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0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783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PModel</a:t>
                      </a:r>
                      <a:r>
                        <a:rPr lang="zh-TW" sz="1800" kern="100" dirty="0">
                          <a:effectLst/>
                        </a:rPr>
                        <a:t>資料表之欄位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格式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910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maker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指向</a:t>
                      </a:r>
                      <a:r>
                        <a:rPr lang="en-US" sz="1800" kern="100">
                          <a:effectLst/>
                        </a:rPr>
                        <a:t>Maker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製造商名稱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783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name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字元，最多</a:t>
                      </a:r>
                      <a:r>
                        <a:rPr lang="en-US" sz="1800" kern="100">
                          <a:effectLst/>
                        </a:rPr>
                        <a:t>20</a:t>
                      </a:r>
                      <a:r>
                        <a:rPr lang="zh-TW" sz="1800" kern="100">
                          <a:effectLst/>
                        </a:rPr>
                        <a:t>個字元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用來顯示手機款式名稱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783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url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URL</a:t>
                      </a:r>
                      <a:r>
                        <a:rPr lang="zh-TW" sz="1800" kern="100">
                          <a:effectLst/>
                        </a:rPr>
                        <a:t>格式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說明此手機規格的網址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81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資料表內容設計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PPhoto</a:t>
            </a:r>
            <a:r>
              <a:rPr lang="zh-TW" altLang="zh-TW" dirty="0"/>
              <a:t>二手機照片資料表欄位格式說明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926721"/>
              </p:ext>
            </p:extLst>
          </p:nvPr>
        </p:nvGraphicFramePr>
        <p:xfrm>
          <a:off x="539552" y="2060848"/>
          <a:ext cx="8296600" cy="2088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5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058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PPhoto</a:t>
                      </a:r>
                      <a:r>
                        <a:rPr lang="zh-TW" sz="1800" kern="100">
                          <a:effectLst/>
                        </a:rPr>
                        <a:t>資料表之欄位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格式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product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指向</a:t>
                      </a:r>
                      <a:r>
                        <a:rPr lang="en-US" sz="1800" kern="100">
                          <a:effectLst/>
                        </a:rPr>
                        <a:t>Product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產品名稱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description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字元，最多</a:t>
                      </a:r>
                      <a:r>
                        <a:rPr lang="en-US" sz="1800" kern="100">
                          <a:effectLst/>
                        </a:rPr>
                        <a:t>20</a:t>
                      </a:r>
                      <a:r>
                        <a:rPr lang="zh-TW" sz="1800" kern="100">
                          <a:effectLst/>
                        </a:rPr>
                        <a:t>個字元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說明此照片的內容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url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URL</a:t>
                      </a:r>
                      <a:r>
                        <a:rPr lang="zh-TW" sz="1800" kern="100">
                          <a:effectLst/>
                        </a:rPr>
                        <a:t>格式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儲存此照片的網址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167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資料表內容設計</a:t>
            </a:r>
            <a:r>
              <a:rPr lang="en-US" altLang="zh-TW" dirty="0"/>
              <a:t>(</a:t>
            </a:r>
            <a:r>
              <a:rPr lang="zh-TW" altLang="en-US" dirty="0"/>
              <a:t>無庫存欄位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Product</a:t>
            </a:r>
            <a:r>
              <a:rPr lang="zh-TW" altLang="zh-TW" dirty="0"/>
              <a:t>二手機產品資料表欄位格式說明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981128"/>
              </p:ext>
            </p:extLst>
          </p:nvPr>
        </p:nvGraphicFramePr>
        <p:xfrm>
          <a:off x="301752" y="2060848"/>
          <a:ext cx="8534401" cy="4176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4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Product</a:t>
                      </a:r>
                      <a:r>
                        <a:rPr lang="zh-TW" sz="1800" kern="100">
                          <a:effectLst/>
                        </a:rPr>
                        <a:t>資料表之欄位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格式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pmodel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指向</a:t>
                      </a:r>
                      <a:r>
                        <a:rPr lang="en-US" sz="1800" kern="100">
                          <a:effectLst/>
                        </a:rPr>
                        <a:t>PModel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手機規格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nickname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字元，最多</a:t>
                      </a:r>
                      <a:r>
                        <a:rPr lang="en-US" sz="1800" kern="100">
                          <a:effectLst/>
                        </a:rPr>
                        <a:t>15</a:t>
                      </a:r>
                      <a:r>
                        <a:rPr lang="zh-TW" sz="1800" kern="100">
                          <a:effectLst/>
                        </a:rPr>
                        <a:t>個字元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本手機的簡單說明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description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文字欄位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此手機的詳細說明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year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正整數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製造年份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kern="100">
                          <a:effectLst/>
                        </a:rPr>
                        <a:t>price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>
                          <a:effectLst/>
                        </a:rPr>
                        <a:t>正整數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zh-TW" sz="1800" kern="100" dirty="0">
                          <a:effectLst/>
                        </a:rPr>
                        <a:t>售價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37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models.py</a:t>
            </a:r>
            <a:r>
              <a:rPr lang="zh-TW" altLang="zh-TW" dirty="0"/>
              <a:t>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的</a:t>
            </a:r>
            <a:r>
              <a:rPr lang="en-US" altLang="zh-TW" dirty="0"/>
              <a:t>models.py</a:t>
            </a:r>
            <a:r>
              <a:rPr lang="zh-TW" altLang="zh-TW" dirty="0"/>
              <a:t>內容編寫如下所示的內容：</a:t>
            </a: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django.db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models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Maker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country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self.name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609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models.py</a:t>
            </a:r>
            <a:r>
              <a:rPr lang="zh-TW" altLang="zh-TW" dirty="0"/>
              <a:t>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179512" y="1527048"/>
            <a:ext cx="8784976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PModel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maker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ForeignKey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(Maker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on_delete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models.CASCADE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=20)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models.URLField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(default='http://i.imgur.com/Ous4iGB.png')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self.name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3329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404664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(Python </a:t>
            </a:r>
            <a:r>
              <a:rPr lang="zh-TW" altLang="en-US" dirty="0"/>
              <a:t>是以類別名稱後面小括號內的內容來指定父類別</a:t>
            </a:r>
            <a:r>
              <a:rPr lang="en-US" altLang="zh-TW" dirty="0"/>
              <a:t>(</a:t>
            </a:r>
            <a:r>
              <a:rPr lang="zh-TW" altLang="en-US" dirty="0"/>
              <a:t>繼承父</a:t>
            </a:r>
            <a:r>
              <a:rPr lang="en-US" altLang="zh-TW" dirty="0"/>
              <a:t>class),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268760"/>
            <a:ext cx="8842248" cy="5718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pmodel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ForeignKey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PModel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on_delete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models.CASCADE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nickname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=15, default='</a:t>
            </a:r>
            <a:r>
              <a:rPr lang="zh-TW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超值二手機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description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models.TextField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(default='</a:t>
            </a:r>
            <a:r>
              <a:rPr lang="zh-TW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暫無說明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year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models.PositiveIntegerField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(default=2016)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price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models.PositiveIntegerField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(default=0)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nickname</a:t>
            </a:r>
            <a:endParaRPr lang="zh-TW" altLang="zh-TW" sz="16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class 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PPhoto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models.Model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):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product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ForeignKey</a:t>
            </a:r>
            <a:r>
              <a:rPr lang="en-US" altLang="zh-TW" sz="16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(Product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on_delete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models.CASCADE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description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=20, default='</a:t>
            </a:r>
            <a:r>
              <a:rPr lang="zh-TW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產品照片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models.URLField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(default='http://i.imgur.com/Z230eeq.png')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24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media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models.CharField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max_length</a:t>
            </a: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=100, default="")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def __str__(self):</a:t>
            </a:r>
            <a:endParaRPr lang="zh-TW" altLang="zh-TW" sz="16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return </a:t>
            </a:r>
            <a:r>
              <a:rPr lang="en-US" altLang="zh-TW" sz="16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self.</a:t>
            </a:r>
            <a:r>
              <a:rPr lang="en-US" altLang="zh-TW" sz="16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description</a:t>
            </a:r>
            <a:endParaRPr lang="zh-TW" altLang="zh-TW" sz="16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endParaRPr lang="zh-TW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693286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models.py</a:t>
            </a:r>
            <a:r>
              <a:rPr lang="zh-TW" altLang="zh-TW" dirty="0"/>
              <a:t>設計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on_delete</a:t>
            </a:r>
            <a:r>
              <a:rPr lang="en-US" altLang="zh-TW" dirty="0"/>
              <a:t>=</a:t>
            </a:r>
            <a:r>
              <a:rPr lang="en-US" altLang="zh-TW" dirty="0" err="1"/>
              <a:t>models.CASCADE</a:t>
            </a:r>
            <a:r>
              <a:rPr lang="zh-TW" altLang="zh-TW" dirty="0"/>
              <a:t>這個屬性則是設定當被參照的物件（</a:t>
            </a:r>
            <a:r>
              <a:rPr lang="en-US" altLang="zh-TW" dirty="0"/>
              <a:t>Maker</a:t>
            </a:r>
            <a:r>
              <a:rPr lang="zh-TW" altLang="zh-TW" dirty="0"/>
              <a:t>）如果被刪除時，此參照物件（</a:t>
            </a:r>
            <a:r>
              <a:rPr lang="en-US" altLang="zh-TW" dirty="0" err="1"/>
              <a:t>PModel</a:t>
            </a:r>
            <a:r>
              <a:rPr lang="zh-TW" altLang="zh-TW" dirty="0"/>
              <a:t>）也要一併執行刪除的</a:t>
            </a:r>
            <a:r>
              <a:rPr lang="zh-TW" altLang="zh-TW"/>
              <a:t>動作。</a:t>
            </a:r>
            <a:endParaRPr lang="en-US" altLang="zh-TW"/>
          </a:p>
          <a:p>
            <a:r>
              <a:rPr lang="zh-TW" altLang="zh-TW"/>
              <a:t>其它</a:t>
            </a:r>
            <a:r>
              <a:rPr lang="zh-TW" altLang="zh-TW" dirty="0"/>
              <a:t>常設定的動作如下所示：</a:t>
            </a:r>
          </a:p>
          <a:p>
            <a:pPr lvl="1"/>
            <a:r>
              <a:rPr lang="en-US" altLang="zh-TW" dirty="0" err="1"/>
              <a:t>models.PROTECT</a:t>
            </a:r>
            <a:r>
              <a:rPr lang="zh-TW" altLang="zh-TW" dirty="0"/>
              <a:t>：禁止刪除並產生</a:t>
            </a:r>
            <a:r>
              <a:rPr lang="zh-TW" altLang="zh-TW"/>
              <a:t>一個</a:t>
            </a:r>
            <a:r>
              <a:rPr lang="en-US" altLang="zh-TW"/>
              <a:t>Exception</a:t>
            </a:r>
            <a:r>
              <a:rPr lang="zh-TW" altLang="zh-TW" dirty="0"/>
              <a:t>（</a:t>
            </a:r>
            <a:r>
              <a:rPr lang="en-US" altLang="zh-TW" dirty="0" err="1"/>
              <a:t>ProtectedError</a:t>
            </a:r>
            <a:r>
              <a:rPr lang="zh-TW" altLang="zh-TW" dirty="0"/>
              <a:t>）</a:t>
            </a:r>
          </a:p>
          <a:p>
            <a:pPr lvl="1"/>
            <a:r>
              <a:rPr lang="en-US" altLang="zh-TW" dirty="0" err="1"/>
              <a:t>models.SET_NULL</a:t>
            </a:r>
            <a:r>
              <a:rPr lang="zh-TW" altLang="zh-TW" dirty="0"/>
              <a:t>：把外來鍵設定為</a:t>
            </a:r>
            <a:r>
              <a:rPr lang="en-US" altLang="zh-TW" dirty="0"/>
              <a:t>null</a:t>
            </a:r>
            <a:r>
              <a:rPr lang="zh-TW" altLang="zh-TW" dirty="0"/>
              <a:t>¸ 但是在規畫時此欄位要設定為可接受</a:t>
            </a:r>
            <a:r>
              <a:rPr lang="en-US" altLang="zh-TW" dirty="0"/>
              <a:t>null</a:t>
            </a:r>
            <a:endParaRPr lang="zh-TW" altLang="zh-TW" dirty="0"/>
          </a:p>
          <a:p>
            <a:pPr lvl="1"/>
            <a:r>
              <a:rPr lang="en-US" altLang="zh-TW" dirty="0" err="1"/>
              <a:t>models.SET_DEFAULT</a:t>
            </a:r>
            <a:r>
              <a:rPr lang="zh-TW" altLang="zh-TW" dirty="0"/>
              <a:t>：把外來鍵設定為預設值，但是在規畫時此欄位要設有預設值</a:t>
            </a:r>
          </a:p>
          <a:p>
            <a:pPr lvl="1"/>
            <a:r>
              <a:rPr lang="en-US" altLang="zh-TW" dirty="0" err="1"/>
              <a:t>models.DO_NOTHING</a:t>
            </a:r>
            <a:r>
              <a:rPr lang="zh-TW" altLang="zh-TW" dirty="0"/>
              <a:t>：什麼事都不做</a:t>
            </a:r>
          </a:p>
        </p:txBody>
      </p:sp>
    </p:spTree>
    <p:extLst>
      <p:ext uri="{BB962C8B-B14F-4D97-AF65-F5344CB8AC3E}">
        <p14:creationId xmlns:p14="http://schemas.microsoft.com/office/powerpoint/2010/main" val="408079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請透過以下指令建立網站</a:t>
            </a:r>
            <a:r>
              <a:rPr lang="en-US" altLang="zh-TW" dirty="0"/>
              <a:t>dj4ch07</a:t>
            </a:r>
            <a:r>
              <a:rPr lang="zh-TW" altLang="zh-TW" dirty="0"/>
              <a:t>以及</a:t>
            </a:r>
            <a:r>
              <a:rPr lang="en-US" altLang="zh-TW" dirty="0" err="1"/>
              <a:t>mysite</a:t>
            </a:r>
            <a:r>
              <a:rPr lang="zh-TW" altLang="zh-TW" dirty="0"/>
              <a:t>這個</a:t>
            </a:r>
            <a:r>
              <a:rPr lang="en-US" altLang="zh-TW" dirty="0"/>
              <a:t>app</a:t>
            </a:r>
            <a:r>
              <a:rPr lang="zh-TW" altLang="zh-TW" dirty="0"/>
              <a:t>：</a:t>
            </a:r>
          </a:p>
          <a:p>
            <a:pPr marL="0" indent="0">
              <a:buNone/>
            </a:pPr>
            <a:r>
              <a:rPr lang="en-US" altLang="zh-TW" sz="32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django</a:t>
            </a: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-admin </a:t>
            </a:r>
            <a:r>
              <a:rPr lang="en-US" altLang="zh-TW" sz="32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startproject</a:t>
            </a: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dj4ch07</a:t>
            </a:r>
            <a:endParaRPr lang="zh-TW" altLang="zh-TW" sz="32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cd dj4ch07</a:t>
            </a:r>
            <a:endParaRPr lang="zh-TW" altLang="zh-TW" sz="32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python manage.py </a:t>
            </a:r>
            <a:r>
              <a:rPr lang="en-US" altLang="zh-TW" sz="32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startapp</a:t>
            </a: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</a:t>
            </a:r>
            <a:r>
              <a:rPr lang="en-US" altLang="zh-TW" sz="32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mysite</a:t>
            </a: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</a:t>
            </a:r>
            <a:endParaRPr lang="zh-TW" altLang="zh-TW" sz="32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32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mkdir</a:t>
            </a:r>
            <a:r>
              <a:rPr lang="en-US" altLang="zh-TW" sz="32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templates</a:t>
            </a:r>
            <a:endParaRPr lang="zh-TW" altLang="zh-TW" sz="32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3200" dirty="0" err="1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mkdir</a:t>
            </a:r>
            <a:r>
              <a:rPr lang="en-US" altLang="zh-TW" sz="32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 static</a:t>
            </a:r>
            <a:endParaRPr lang="zh-TW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6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settings.py</a:t>
            </a:r>
            <a:r>
              <a:rPr lang="zh-TW" altLang="zh-TW" dirty="0"/>
              <a:t>中的</a:t>
            </a:r>
            <a:r>
              <a:rPr lang="en-US" altLang="zh-TW" dirty="0"/>
              <a:t>INSTALLED_APPS</a:t>
            </a:r>
            <a:r>
              <a:rPr lang="zh-TW" altLang="zh-TW" dirty="0"/>
              <a:t>加入</a:t>
            </a:r>
            <a:r>
              <a:rPr lang="en-US" altLang="zh-TW" dirty="0"/>
              <a:t>'</a:t>
            </a:r>
            <a:r>
              <a:rPr lang="en-US" altLang="zh-TW" dirty="0" err="1"/>
              <a:t>mysite</a:t>
            </a:r>
            <a:r>
              <a:rPr lang="en-US" altLang="zh-TW" dirty="0"/>
              <a:t>'</a:t>
            </a:r>
          </a:p>
          <a:p>
            <a:r>
              <a:rPr lang="zh-TW" altLang="zh-TW" dirty="0"/>
              <a:t>在</a:t>
            </a:r>
            <a:r>
              <a:rPr lang="en-US" altLang="zh-TW" dirty="0"/>
              <a:t>TEMPLATES</a:t>
            </a:r>
            <a:r>
              <a:rPr lang="zh-TW" altLang="zh-TW" dirty="0"/>
              <a:t>中設定</a:t>
            </a:r>
            <a:r>
              <a:rPr lang="en-US" altLang="zh-TW" dirty="0"/>
              <a:t>DIRS</a:t>
            </a:r>
            <a:r>
              <a:rPr lang="zh-TW" altLang="zh-TW" dirty="0"/>
              <a:t>為</a:t>
            </a:r>
            <a:br>
              <a:rPr lang="en-US" altLang="zh-TW" dirty="0"/>
            </a:br>
            <a:r>
              <a:rPr lang="en-US" altLang="zh-TW" dirty="0"/>
              <a:t>BASE_DIR / 'templates'</a:t>
            </a:r>
          </a:p>
          <a:p>
            <a:r>
              <a:rPr lang="zh-TW" altLang="en-US" dirty="0"/>
              <a:t>在</a:t>
            </a:r>
            <a:r>
              <a:rPr lang="en-US" altLang="zh-TW" dirty="0">
                <a:solidFill>
                  <a:srgbClr val="FF0000"/>
                </a:solidFill>
              </a:rPr>
              <a:t>STATICFILES_DIRS</a:t>
            </a:r>
            <a:r>
              <a:rPr lang="zh-TW" altLang="zh-TW" dirty="0"/>
              <a:t>中加入如下的內容：</a:t>
            </a: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STATIC_URL = 'static/'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STATIC_ROOT = BASE_DIR / '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staticfiles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'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STATICFILES_DIRS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  <a:cs typeface="Courier New" panose="02070309020205020404" pitchFamily="49" charset="0"/>
              </a:rPr>
              <a:t>    BASE_DIR / 'static'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]</a:t>
            </a:r>
            <a:endParaRPr lang="zh-TW" alt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334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3F2721-E46E-5C05-3E9C-9EA4D668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urls.py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20AEA6-02AD-9824-DC47-95F95422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6D35BE-0E4B-7C61-FA2A-FED586A49A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views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views.index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7332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到</a:t>
            </a:r>
            <a:r>
              <a:rPr lang="en-US" altLang="zh-TW" dirty="0"/>
              <a:t>models.py</a:t>
            </a:r>
            <a:r>
              <a:rPr lang="zh-TW" altLang="zh-TW" dirty="0"/>
              <a:t>中加入上一小節的內容，接著到</a:t>
            </a:r>
            <a:r>
              <a:rPr lang="en-US" altLang="zh-TW" dirty="0">
                <a:solidFill>
                  <a:schemeClr val="accent1"/>
                </a:solidFill>
              </a:rPr>
              <a:t>admins.py</a:t>
            </a:r>
            <a:r>
              <a:rPr lang="zh-TW" altLang="zh-TW" dirty="0"/>
              <a:t>中，加入以下的設定：</a:t>
            </a:r>
          </a:p>
          <a:p>
            <a:pPr marL="27432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django.contrib</a:t>
            </a:r>
            <a:r>
              <a:rPr lang="en-US" altLang="zh-TW" dirty="0"/>
              <a:t> import </a:t>
            </a:r>
            <a:r>
              <a:rPr lang="en-US" altLang="zh-TW" dirty="0">
                <a:solidFill>
                  <a:srgbClr val="FF0000"/>
                </a:solidFill>
              </a:rPr>
              <a:t>admin</a:t>
            </a:r>
          </a:p>
          <a:p>
            <a:pPr marL="27432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mysite</a:t>
            </a:r>
            <a:r>
              <a:rPr lang="en-US" altLang="zh-TW" dirty="0"/>
              <a:t> import models</a:t>
            </a:r>
          </a:p>
          <a:p>
            <a:pPr marL="274320" lvl="1" indent="0">
              <a:buNone/>
            </a:pP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admin</a:t>
            </a:r>
            <a:r>
              <a:rPr lang="en-US" altLang="zh-TW" dirty="0" err="1"/>
              <a:t>.site.register</a:t>
            </a:r>
            <a:r>
              <a:rPr lang="en-US" altLang="zh-TW" dirty="0"/>
              <a:t>(</a:t>
            </a:r>
            <a:r>
              <a:rPr lang="en-US" altLang="zh-TW" dirty="0" err="1">
                <a:solidFill>
                  <a:srgbClr val="FF0000"/>
                </a:solidFill>
              </a:rPr>
              <a:t>models.</a:t>
            </a:r>
            <a:r>
              <a:rPr lang="en-US" altLang="zh-TW" dirty="0" err="1"/>
              <a:t>Maker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models.PModel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models.Product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models.PPhoto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848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FA47A-912B-FF88-B9E3-AE6D9F67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views.py</a:t>
            </a:r>
            <a:r>
              <a:rPr lang="zh-TW" altLang="en-US"/>
              <a:t>及</a:t>
            </a:r>
            <a:r>
              <a:rPr lang="en-US" altLang="zh-TW"/>
              <a:t>index.html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C8AE10-1CB5-28CF-3510-0335B7A1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3FDBEE-8772-6956-1A3E-7645816905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views.py</a:t>
            </a: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index(request):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	return render(request, "index.html", locals())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en-US" altLang="zh-TW" dirty="0"/>
              <a:t>index.html</a:t>
            </a: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&lt;h2&gt;Hello&lt;/h2&gt;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3683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332656"/>
            <a:ext cx="8836152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輸入資料有</a:t>
            </a:r>
            <a:r>
              <a:rPr lang="en-US" altLang="zh-TW" dirty="0"/>
              <a:t>csv</a:t>
            </a:r>
            <a:r>
              <a:rPr lang="zh-TW" altLang="en-US" dirty="0"/>
              <a:t>可</a:t>
            </a:r>
            <a:r>
              <a:rPr lang="en-US" altLang="zh-TW" dirty="0"/>
              <a:t>import</a:t>
            </a:r>
            <a:r>
              <a:rPr lang="zh-TW" altLang="en-US" dirty="0"/>
              <a:t> </a:t>
            </a:r>
            <a:r>
              <a:rPr lang="en-US" altLang="zh-TW" dirty="0"/>
              <a:t>or</a:t>
            </a:r>
            <a:r>
              <a:rPr lang="zh-TW" altLang="en-US" dirty="0"/>
              <a:t> </a:t>
            </a:r>
            <a:r>
              <a:rPr lang="en-US" altLang="zh-TW" dirty="0"/>
              <a:t>copy</a:t>
            </a:r>
            <a:r>
              <a:rPr lang="zh-TW" altLang="en-US" dirty="0"/>
              <a:t> </a:t>
            </a:r>
            <a:r>
              <a:rPr lang="en-US" altLang="zh-TW" dirty="0" err="1"/>
              <a:t>sqlite</a:t>
            </a:r>
            <a:r>
              <a:rPr lang="zh-TW" altLang="en-US" dirty="0"/>
              <a:t> </a:t>
            </a:r>
            <a:r>
              <a:rPr lang="en-US" altLang="zh-TW" dirty="0"/>
              <a:t>file</a:t>
            </a:r>
            <a:br>
              <a:rPr lang="en-US" altLang="zh-TW" dirty="0"/>
            </a:br>
            <a:r>
              <a:rPr lang="zh-TW" altLang="en-US" dirty="0">
                <a:solidFill>
                  <a:srgbClr val="FF0000"/>
                </a:solidFill>
              </a:rPr>
              <a:t>注意匯入的順序</a:t>
            </a:r>
            <a:r>
              <a:rPr lang="en-US" altLang="zh-TW" dirty="0"/>
              <a:t>maker, model, product, photo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建立</a:t>
            </a:r>
            <a:r>
              <a:rPr lang="en-US" altLang="zh-TW" dirty="0"/>
              <a:t>admin</a:t>
            </a:r>
            <a:r>
              <a:rPr lang="zh-TW" altLang="zh-TW" dirty="0"/>
              <a:t>網頁要使用的</a:t>
            </a:r>
            <a:r>
              <a:rPr lang="en-US" altLang="zh-TW" dirty="0"/>
              <a:t>super user</a:t>
            </a:r>
            <a:r>
              <a:rPr lang="zh-TW" altLang="zh-TW" dirty="0"/>
              <a:t>：</a:t>
            </a:r>
          </a:p>
          <a:p>
            <a:pPr lvl="1"/>
            <a:r>
              <a:rPr lang="en-US" altLang="zh-TW" dirty="0"/>
              <a:t>python manage.py </a:t>
            </a:r>
            <a:r>
              <a:rPr lang="en-US" altLang="zh-TW" dirty="0" err="1">
                <a:solidFill>
                  <a:srgbClr val="FF0000"/>
                </a:solidFill>
              </a:rPr>
              <a:t>makemigrations</a:t>
            </a:r>
            <a:endParaRPr lang="zh-TW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python manage.py </a:t>
            </a:r>
            <a:r>
              <a:rPr lang="en-US" altLang="zh-TW" dirty="0">
                <a:solidFill>
                  <a:srgbClr val="FF0000"/>
                </a:solidFill>
              </a:rPr>
              <a:t>migrate</a:t>
            </a:r>
            <a:endParaRPr lang="zh-TW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python manage.py </a:t>
            </a:r>
            <a:r>
              <a:rPr lang="en-US" altLang="zh-TW" dirty="0" err="1"/>
              <a:t>createsuperuser</a:t>
            </a:r>
            <a:endParaRPr lang="zh-TW" altLang="zh-TW" dirty="0"/>
          </a:p>
          <a:p>
            <a:pPr lvl="1"/>
            <a:r>
              <a:rPr lang="en-US" altLang="zh-TW" dirty="0"/>
              <a:t>python manage.py </a:t>
            </a:r>
            <a:r>
              <a:rPr lang="en-US" altLang="zh-TW" dirty="0" err="1"/>
              <a:t>runserver</a:t>
            </a:r>
            <a:endParaRPr lang="zh-TW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2C0BD4-4798-1671-DBA5-3E77994D47BB}"/>
              </a:ext>
            </a:extLst>
          </p:cNvPr>
          <p:cNvSpPr txBox="1"/>
          <p:nvPr/>
        </p:nvSpPr>
        <p:spPr>
          <a:xfrm>
            <a:off x="539552" y="40050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shttps://sqlitestudio.pl/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6D266A2-C221-8893-9A63-E03AA58F7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07" y="3933056"/>
            <a:ext cx="4861545" cy="250333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BB40161-E9E0-21DD-9837-847D25B11453}"/>
              </a:ext>
            </a:extLst>
          </p:cNvPr>
          <p:cNvSpPr txBox="1"/>
          <p:nvPr/>
        </p:nvSpPr>
        <p:spPr>
          <a:xfrm>
            <a:off x="6263680" y="2102887"/>
            <a:ext cx="288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因為匯入時會參照</a:t>
            </a:r>
            <a:r>
              <a:rPr lang="en-US" altLang="zh-TW" dirty="0" err="1"/>
              <a:t>fkey</a:t>
            </a:r>
            <a:r>
              <a:rPr lang="zh-TW" altLang="en-US" dirty="0"/>
              <a:t>，所以若先匯入</a:t>
            </a:r>
            <a:r>
              <a:rPr lang="en-US" altLang="zh-TW" dirty="0"/>
              <a:t>photo</a:t>
            </a:r>
            <a:r>
              <a:rPr lang="zh-TW" altLang="en-US" dirty="0"/>
              <a:t>而沒匯</a:t>
            </a:r>
            <a:r>
              <a:rPr lang="en-US" altLang="zh-TW" dirty="0"/>
              <a:t>product</a:t>
            </a:r>
            <a:r>
              <a:rPr lang="zh-TW" altLang="en-US" dirty="0"/>
              <a:t>就會出現</a:t>
            </a:r>
            <a:r>
              <a:rPr lang="en-US" altLang="zh-TW" dirty="0" err="1"/>
              <a:t>fkey</a:t>
            </a:r>
            <a:r>
              <a:rPr lang="zh-TW" altLang="en-US" dirty="0"/>
              <a:t>錯誤</a:t>
            </a:r>
          </a:p>
        </p:txBody>
      </p:sp>
    </p:spTree>
    <p:extLst>
      <p:ext uri="{BB962C8B-B14F-4D97-AF65-F5344CB8AC3E}">
        <p14:creationId xmlns:p14="http://schemas.microsoft.com/office/powerpoint/2010/main" val="2929562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D11A38-A507-3E03-9474-847CC0B65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makemigrations</a:t>
            </a:r>
            <a:r>
              <a:rPr lang="zh-TW" altLang="en-US"/>
              <a:t>指令會產生的正確訊息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39FE64D-9942-9219-5891-CAB0F3B8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4F9C69-FB11-47BA-4AE8-8A311E1C92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(dj4ch07) D:\projects\dj4book\dj4ch07\dj4ch07&gt;python manage.py makemigrations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System check identified some issues: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Migrations for 'mysite':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mysite\migrations\0001_initial.py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- Create model Maker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- Create model PModel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- Create model Product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- Create model PPhoto</a:t>
            </a:r>
            <a:endParaRPr lang="zh-TW" altLang="zh-TW" sz="16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375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67F69-729B-6DE5-C5D3-C34DAFC7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migrate</a:t>
            </a:r>
            <a:r>
              <a:rPr lang="zh-TW" altLang="en-US"/>
              <a:t>會產生的正確訊息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3AF38FB-4CB8-BB9B-F87B-616B9A80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9F5FF1C-39C8-3405-F94D-2152FD7EE6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(dj4ch07) D:\projects\dj4book\dj4ch07\dj4ch07&gt;python manage.py migrate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Operations to perform: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 all migrations: admin, auth, contenttypes, mysite, sessions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Running migrations: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contenttypes.0001_initial...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auth.0001_initial...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admin.0001_initial...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admin.0002_logentry_remove_auto_add...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admin.0003_logentry_add_action_flag_choices...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contenttypes.0002_remove_content_type_name...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auth.0002_alter_permission_name_max_length...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auth.0003_alter_user_email_max_length...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auth.0004_alter_user_username_opts...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auth.0005_alter_user_last_login_null...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auth.0006_require_contenttypes_0002...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auth.0007_alter_validators_add_error_messages...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auth.0008_alter_user_username_max_length...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auth.0009_alter_user_last_name_max_length...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auth.0010_alter_group_name_max_length...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auth.0011_update_proxy_permissions...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auth.0012_alter_user_first_name_max_length...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Applying mysite.0001_initial... OK</a:t>
            </a:r>
            <a:endParaRPr lang="zh-TW" altLang="zh-TW" sz="22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2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</a:t>
            </a: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Applying sessions.0001_initial... OK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949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建立網站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二手機管理後台首頁畫面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2179C2D-0BA1-8AD4-9174-32D3A5483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011710"/>
            <a:ext cx="7056784" cy="453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39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建立網站</a:t>
            </a:r>
            <a:r>
              <a:rPr lang="en-US" altLang="zh-TW" dirty="0"/>
              <a:t>(</a:t>
            </a:r>
            <a:r>
              <a:rPr lang="zh-TW" altLang="en-US" dirty="0"/>
              <a:t>資料如何建立的</a:t>
            </a:r>
            <a:r>
              <a:rPr lang="en-US" altLang="zh-TW" dirty="0"/>
              <a:t>?</a:t>
            </a:r>
            <a:r>
              <a:rPr lang="zh-TW" altLang="en-US" dirty="0"/>
              <a:t>直接</a:t>
            </a:r>
            <a:r>
              <a:rPr lang="en-US" altLang="zh-TW" dirty="0"/>
              <a:t>copy ch07</a:t>
            </a:r>
            <a:r>
              <a:rPr lang="zh-TW" altLang="en-US" dirty="0"/>
              <a:t>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二手機管理後台</a:t>
            </a:r>
            <a:r>
              <a:rPr lang="en-US" altLang="zh-TW" dirty="0"/>
              <a:t>Maker</a:t>
            </a:r>
            <a:r>
              <a:rPr lang="zh-TW" altLang="zh-TW" dirty="0"/>
              <a:t>製造商管理畫面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78CF4CCA-B8F0-EC72-F6EC-2C7CE776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204864"/>
            <a:ext cx="739518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47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8656640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說明因</a:t>
            </a:r>
            <a:r>
              <a:rPr lang="en-US" altLang="zh-TW" dirty="0">
                <a:solidFill>
                  <a:srgbClr val="FF0000"/>
                </a:solidFill>
              </a:rPr>
              <a:t>product</a:t>
            </a:r>
            <a:r>
              <a:rPr lang="zh-TW" altLang="en-US" dirty="0">
                <a:solidFill>
                  <a:srgbClr val="FF0000"/>
                </a:solidFill>
              </a:rPr>
              <a:t>有外來鍵連結到</a:t>
            </a:r>
            <a:r>
              <a:rPr lang="en-US" altLang="zh-TW" dirty="0" err="1">
                <a:solidFill>
                  <a:srgbClr val="FF0000"/>
                </a:solidFill>
              </a:rPr>
              <a:t>pmodel</a:t>
            </a:r>
            <a:r>
              <a:rPr lang="zh-TW" altLang="en-US" dirty="0">
                <a:solidFill>
                  <a:srgbClr val="FF0000"/>
                </a:solidFill>
              </a:rPr>
              <a:t>，所以會有下拉選單可選，也可試試新增，會產生一筆資料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二手機管理後台</a:t>
            </a:r>
            <a:r>
              <a:rPr lang="zh-TW" altLang="zh-TW" dirty="0">
                <a:solidFill>
                  <a:srgbClr val="FF0000"/>
                </a:solidFill>
              </a:rPr>
              <a:t>新增</a:t>
            </a:r>
            <a:r>
              <a:rPr lang="zh-TW" altLang="zh-TW" dirty="0"/>
              <a:t>二手機產品頁面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0198CF61-A6D5-5FB9-C855-C9A8F876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28" y="2074091"/>
            <a:ext cx="6696744" cy="449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99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7D33-27AD-F7CD-5AB0-C2735313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DD2C9F-BDEF-3809-3998-544488C6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網站模板製作</a:t>
            </a:r>
            <a:r>
              <a:rPr lang="en-US" altLang="zh-TW" dirty="0"/>
              <a:t>(</a:t>
            </a:r>
            <a:r>
              <a:rPr lang="zh-TW" altLang="en-US" dirty="0"/>
              <a:t>使用</a:t>
            </a:r>
            <a:r>
              <a:rPr lang="en-US" altLang="zh-TW" dirty="0"/>
              <a:t>06</a:t>
            </a:r>
            <a:r>
              <a:rPr lang="zh-TW" altLang="en-US" dirty="0"/>
              <a:t>公司的模板</a:t>
            </a:r>
            <a:r>
              <a:rPr lang="en-US" altLang="zh-TW" dirty="0"/>
              <a:t>)</a:t>
            </a:r>
            <a:r>
              <a:rPr lang="zh-TW" altLang="en-US" dirty="0"/>
              <a:t>要把其他沒有的</a:t>
            </a:r>
            <a:r>
              <a:rPr lang="en-US" altLang="zh-TW" dirty="0" err="1"/>
              <a:t>url</a:t>
            </a:r>
            <a:r>
              <a:rPr lang="zh-TW" altLang="en-US" dirty="0"/>
              <a:t>先拿掉或改</a:t>
            </a:r>
            <a:r>
              <a:rPr lang="en-US" altLang="zh-TW" sz="3600" kern="100" dirty="0" err="1"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36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="#"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EDDF80-7292-D937-00A5-CA0111F6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32B136-351F-0F39-7692-A37A10F044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fontScale="70000" lnSpcReduction="20000"/>
          </a:bodyPr>
          <a:lstStyle/>
          <a:p>
            <a:r>
              <a:rPr lang="zh-TW" altLang="zh-TW" dirty="0">
                <a:solidFill>
                  <a:schemeClr val="accent1"/>
                </a:solidFill>
              </a:rPr>
              <a:t>在</a:t>
            </a:r>
            <a:r>
              <a:rPr lang="en-US" altLang="zh-TW" dirty="0">
                <a:solidFill>
                  <a:schemeClr val="accent1"/>
                </a:solidFill>
              </a:rPr>
              <a:t>base.html</a:t>
            </a:r>
            <a:r>
              <a:rPr lang="zh-TW" altLang="zh-TW" dirty="0">
                <a:solidFill>
                  <a:schemeClr val="accent1"/>
                </a:solidFill>
              </a:rPr>
              <a:t>中預留了</a:t>
            </a:r>
            <a:r>
              <a:rPr lang="en-US" altLang="zh-TW" dirty="0">
                <a:solidFill>
                  <a:schemeClr val="accent1"/>
                </a:solidFill>
              </a:rPr>
              <a:t>2</a:t>
            </a:r>
            <a:r>
              <a:rPr lang="zh-TW" altLang="zh-TW" dirty="0">
                <a:solidFill>
                  <a:schemeClr val="accent1"/>
                </a:solidFill>
              </a:rPr>
              <a:t>個</a:t>
            </a:r>
            <a:r>
              <a:rPr lang="en-US" altLang="zh-TW" dirty="0">
                <a:solidFill>
                  <a:schemeClr val="accent1"/>
                </a:solidFill>
              </a:rPr>
              <a:t>block</a:t>
            </a:r>
            <a:r>
              <a:rPr lang="zh-TW" altLang="zh-TW" dirty="0">
                <a:solidFill>
                  <a:schemeClr val="accent1"/>
                </a:solidFill>
              </a:rPr>
              <a:t>，分別是</a:t>
            </a:r>
            <a:r>
              <a:rPr lang="en-US" altLang="zh-TW" dirty="0">
                <a:solidFill>
                  <a:schemeClr val="accent1"/>
                </a:solidFill>
              </a:rPr>
              <a:t>title</a:t>
            </a:r>
            <a:r>
              <a:rPr lang="zh-TW" altLang="zh-TW" dirty="0">
                <a:solidFill>
                  <a:schemeClr val="accent1"/>
                </a:solidFill>
              </a:rPr>
              <a:t>和</a:t>
            </a:r>
            <a:r>
              <a:rPr lang="en-US" altLang="zh-TW" dirty="0">
                <a:solidFill>
                  <a:schemeClr val="accent1"/>
                </a:solidFill>
              </a:rPr>
              <a:t>content</a:t>
            </a:r>
          </a:p>
          <a:p>
            <a:r>
              <a:rPr lang="en-US" altLang="zh-TW" dirty="0"/>
              <a:t>header.html</a:t>
            </a:r>
            <a:r>
              <a:rPr lang="zh-TW" altLang="zh-TW" dirty="0"/>
              <a:t>主要是提供本網站的每一個網頁用的</a:t>
            </a:r>
            <a:r>
              <a:rPr lang="zh-TW" altLang="zh-TW" dirty="0">
                <a:solidFill>
                  <a:srgbClr val="FF0000"/>
                </a:solidFill>
              </a:rPr>
              <a:t>標題以及選單</a:t>
            </a:r>
            <a:r>
              <a:rPr lang="zh-TW" altLang="zh-TW" dirty="0"/>
              <a:t>，其內容如下：</a:t>
            </a: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header.html (dj4ch07 project) --&gt;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&lt;nav class='navbar navbar-default'&gt;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&lt;div class='container-fluid'&gt;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&lt;nav class="navbar navbar-expand-lg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bg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-body-tertiary"&gt;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&lt;div class="container-fluid"&gt;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&lt;a class="navbar-brand" 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="#"&gt; DJ</a:t>
            </a:r>
            <a:r>
              <a:rPr lang="zh-TW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中古機賣場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&lt;button class="navbar-toggler" type="button" data-bs-toggle="collapse" data-bs-target="#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aria-controls="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aria-expanded="false" aria-label="Toggle navigation"&gt;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&lt;span class="navbar-toggler-icon"&gt;&lt;/span&gt;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&lt;/button&gt;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&lt;div class="collapse navbar-collapse" id="</a:t>
            </a:r>
            <a:r>
              <a:rPr lang="en-US" altLang="zh-TW" sz="19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navbarNavAltMarkup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&lt;div class="navbar-nav"&gt;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&lt;a class="nav-link active" aria-current="page" </a:t>
            </a:r>
            <a:r>
              <a:rPr lang="en-US" altLang="zh-TW" sz="19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="/"&gt;Home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  &lt;a class="nav-link" </a:t>
            </a:r>
            <a:r>
              <a:rPr lang="en-US" altLang="zh-TW" sz="19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19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="/admin"&gt;</a:t>
            </a:r>
            <a:r>
              <a:rPr lang="zh-TW" altLang="zh-TW" sz="19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後台管理</a:t>
            </a: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&lt;/a&gt;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&lt;/nav&gt;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&lt;/div&gt;</a:t>
            </a:r>
            <a:endParaRPr lang="zh-TW" altLang="zh-TW" sz="19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9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&lt;/nav&gt;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8200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footer.html</a:t>
            </a:r>
            <a:r>
              <a:rPr lang="zh-TW" altLang="zh-TW" dirty="0"/>
              <a:t>則是放置本網站的</a:t>
            </a:r>
            <a:r>
              <a:rPr lang="en-US" altLang="zh-TW" dirty="0"/>
              <a:t>logo</a:t>
            </a:r>
            <a:r>
              <a:rPr lang="zh-TW" altLang="zh-TW" dirty="0"/>
              <a:t>圖標以及版權聲明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footer.html (dj4ch07 project) --&gt;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40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load static %}</a:t>
            </a:r>
            <a:endParaRPr lang="zh-TW" altLang="zh-TW" sz="40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img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src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="</a:t>
            </a:r>
            <a:r>
              <a:rPr lang="en-US" altLang="zh-TW" sz="20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static "images/logo.png" %}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 width=100&gt;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&gt;Copyright 2023 &lt;a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='https://104.es'&gt;https://104.es&lt;/a&gt;. All rights reserved.&lt;/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em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en-US" altLang="zh-TW" dirty="0"/>
          </a:p>
          <a:p>
            <a:pPr lvl="1"/>
            <a:r>
              <a:rPr lang="zh-TW" altLang="en-US" sz="24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說明：</a:t>
            </a:r>
            <a:r>
              <a:rPr lang="en-US" altLang="zh-TW" sz="24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static/</a:t>
            </a:r>
            <a:r>
              <a:rPr lang="en-US" altLang="zh-TW" sz="2400" kern="100" dirty="0">
                <a:solidFill>
                  <a:schemeClr val="tx1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images/logo.png </a:t>
            </a:r>
            <a:r>
              <a:rPr lang="en-US" altLang="zh-TW" sz="24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="</a:t>
            </a:r>
            <a:r>
              <a:rPr lang="en-US" altLang="zh-TW" sz="24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{% static "</a:t>
            </a:r>
            <a:r>
              <a:rPr lang="en-US" altLang="zh-TW" sz="2400" kern="100" dirty="0">
                <a:solidFill>
                  <a:schemeClr val="tx1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images/logo.png</a:t>
            </a:r>
            <a:r>
              <a:rPr lang="en-US" altLang="zh-TW" sz="24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" %}</a:t>
            </a:r>
            <a:r>
              <a:rPr lang="en-US" altLang="zh-TW" sz="2400" kern="100" dirty="0"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6763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index.html</a:t>
            </a:r>
            <a:r>
              <a:rPr lang="zh-TW" altLang="zh-TW" dirty="0"/>
              <a:t>的內容</a:t>
            </a:r>
            <a:r>
              <a:rPr lang="zh-TW" altLang="en-US" dirty="0"/>
              <a:t>：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index.html (dj4ch07 project) --&gt;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%}DJ</a:t>
            </a:r>
            <a:r>
              <a:rPr lang="zh-TW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中古機賣場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 align=center&gt;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</a:t>
            </a:r>
            <a:r>
              <a:rPr lang="zh-TW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這裡放我們要呈現的內容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--&gt;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E0A87C0-AD66-C2FE-F521-BCC46EF8C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4795106"/>
            <a:ext cx="3279932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57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多資料表整合</a:t>
            </a:r>
            <a:r>
              <a:rPr lang="zh-TW" altLang="en-US" dirty="0"/>
              <a:t>查</a:t>
            </a:r>
            <a:r>
              <a:rPr lang="zh-TW" altLang="zh-TW" dirty="0"/>
              <a:t>詢網頁製作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330952"/>
          </a:xfrm>
        </p:spPr>
        <p:txBody>
          <a:bodyPr>
            <a:normAutofit/>
          </a:bodyPr>
          <a:lstStyle/>
          <a:p>
            <a:r>
              <a:rPr lang="zh-TW" altLang="zh-TW" dirty="0"/>
              <a:t>假設我們要呈現的內容就是</a:t>
            </a:r>
            <a:r>
              <a:rPr lang="en-US" altLang="zh-TW" dirty="0"/>
              <a:t>products</a:t>
            </a:r>
            <a:r>
              <a:rPr lang="zh-TW" altLang="zh-TW" dirty="0"/>
              <a:t>這個串列資料，並使用</a:t>
            </a:r>
            <a:r>
              <a:rPr lang="en-US" altLang="zh-TW" dirty="0"/>
              <a:t>HTML</a:t>
            </a:r>
            <a:r>
              <a:rPr lang="zh-TW" altLang="zh-TW" dirty="0"/>
              <a:t>的表格功能顯示的話，可用一個迴圈解決</a:t>
            </a:r>
            <a:r>
              <a:rPr lang="zh-TW" altLang="en-US" dirty="0"/>
              <a:t>，</a:t>
            </a:r>
            <a:r>
              <a:rPr lang="zh-TW" altLang="zh-TW" dirty="0"/>
              <a:t>在</a:t>
            </a:r>
            <a:r>
              <a:rPr lang="en-US" altLang="zh-TW" dirty="0"/>
              <a:t>block content</a:t>
            </a:r>
            <a:r>
              <a:rPr lang="zh-TW" altLang="zh-TW" dirty="0"/>
              <a:t>中</a:t>
            </a:r>
            <a:r>
              <a:rPr lang="zh-TW" altLang="en-US" dirty="0"/>
              <a:t>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{% for p in products %}</a:t>
            </a:r>
          </a:p>
          <a:p>
            <a:pPr marL="274320" lvl="1" indent="0">
              <a:buNone/>
            </a:pPr>
            <a:r>
              <a:rPr lang="en-US" altLang="zh-TW" dirty="0"/>
              <a:t>{% if </a:t>
            </a:r>
            <a:r>
              <a:rPr lang="en-US" altLang="zh-TW" dirty="0" err="1"/>
              <a:t>forloop.first</a:t>
            </a:r>
            <a:r>
              <a:rPr lang="en-US" altLang="zh-TW" dirty="0"/>
              <a:t> %}</a:t>
            </a:r>
          </a:p>
          <a:p>
            <a:pPr marL="274320" lvl="1" indent="0">
              <a:buNone/>
            </a:pPr>
            <a:r>
              <a:rPr lang="en-US" altLang="zh-TW" dirty="0"/>
              <a:t>&lt;table&gt;</a:t>
            </a:r>
          </a:p>
          <a:p>
            <a:pPr marL="274320" lvl="1" indent="0">
              <a:buNone/>
            </a:pPr>
            <a:r>
              <a:rPr lang="en-US" altLang="zh-TW" dirty="0"/>
              <a:t>    &lt;</a:t>
            </a:r>
            <a:r>
              <a:rPr lang="en-US" altLang="zh-TW" dirty="0" err="1"/>
              <a:t>tr</a:t>
            </a:r>
            <a:r>
              <a:rPr lang="en-US" altLang="zh-TW" dirty="0"/>
              <a:t> </a:t>
            </a:r>
            <a:r>
              <a:rPr lang="en-US" altLang="zh-TW" dirty="0" err="1"/>
              <a:t>bgcolor</a:t>
            </a:r>
            <a:r>
              <a:rPr lang="en-US" altLang="zh-TW" dirty="0"/>
              <a:t>='#</a:t>
            </a:r>
            <a:r>
              <a:rPr lang="en-US" altLang="zh-TW" dirty="0" err="1"/>
              <a:t>cccccc</a:t>
            </a:r>
            <a:r>
              <a:rPr lang="en-US" altLang="zh-TW" dirty="0"/>
              <a:t>'&gt;</a:t>
            </a:r>
          </a:p>
          <a:p>
            <a:pPr marL="274320" lvl="1" indent="0">
              <a:buNone/>
            </a:pPr>
            <a:r>
              <a:rPr lang="en-US" altLang="zh-TW" dirty="0"/>
              <a:t>        &lt;td width=250&gt;</a:t>
            </a:r>
            <a:r>
              <a:rPr lang="zh-TW" altLang="en-US" dirty="0"/>
              <a:t>庫存手機</a:t>
            </a:r>
            <a:r>
              <a:rPr lang="en-US" altLang="zh-TW" dirty="0"/>
              <a:t>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 width=150&gt;</a:t>
            </a:r>
            <a:r>
              <a:rPr lang="zh-TW" altLang="en-US" dirty="0"/>
              <a:t>廠牌</a:t>
            </a:r>
            <a:r>
              <a:rPr lang="en-US" altLang="zh-TW" dirty="0"/>
              <a:t>/</a:t>
            </a:r>
            <a:r>
              <a:rPr lang="zh-TW" altLang="en-US" dirty="0"/>
              <a:t>型號</a:t>
            </a:r>
            <a:r>
              <a:rPr lang="en-US" altLang="zh-TW" dirty="0"/>
              <a:t>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 width=50&gt;</a:t>
            </a:r>
            <a:r>
              <a:rPr lang="zh-TW" altLang="en-US" dirty="0"/>
              <a:t>出廠年</a:t>
            </a:r>
            <a:r>
              <a:rPr lang="en-US" altLang="zh-TW" dirty="0"/>
              <a:t>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&lt;td&gt;</a:t>
            </a:r>
            <a:r>
              <a:rPr lang="zh-TW" altLang="en-US" dirty="0"/>
              <a:t>價格</a:t>
            </a:r>
            <a:r>
              <a:rPr lang="en-US" altLang="zh-TW" dirty="0"/>
              <a:t>&lt;/td&gt;&lt;/</a:t>
            </a:r>
            <a:r>
              <a:rPr lang="en-US" altLang="zh-TW" dirty="0" err="1"/>
              <a:t>tr</a:t>
            </a:r>
            <a:r>
              <a:rPr lang="en-US" altLang="zh-TW" dirty="0"/>
              <a:t>&gt;</a:t>
            </a:r>
          </a:p>
          <a:p>
            <a:pPr marL="274320" lvl="1" indent="0">
              <a:buNone/>
            </a:pPr>
            <a:r>
              <a:rPr lang="en-US" altLang="zh-TW" dirty="0"/>
              <a:t>{% </a:t>
            </a:r>
            <a:r>
              <a:rPr lang="en-US" altLang="zh-TW" dirty="0" err="1"/>
              <a:t>endif</a:t>
            </a:r>
            <a:r>
              <a:rPr lang="en-US" altLang="zh-TW" dirty="0"/>
              <a:t> %}</a:t>
            </a:r>
          </a:p>
        </p:txBody>
      </p:sp>
    </p:spTree>
    <p:extLst>
      <p:ext uri="{BB962C8B-B14F-4D97-AF65-F5344CB8AC3E}">
        <p14:creationId xmlns:p14="http://schemas.microsoft.com/office/powerpoint/2010/main" val="2707799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437800"/>
            <a:ext cx="9036496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說明</a:t>
            </a:r>
            <a:r>
              <a:rPr lang="en-US" altLang="zh-TW" u="sng" dirty="0">
                <a:solidFill>
                  <a:srgbClr val="FF0000"/>
                </a:solidFill>
              </a:rPr>
              <a:t>p.pmodel</a:t>
            </a:r>
            <a:r>
              <a:rPr lang="en-US" altLang="zh-TW" dirty="0"/>
              <a:t>.maker</a:t>
            </a:r>
            <a:r>
              <a:rPr lang="en-US" altLang="zh-TW" dirty="0">
                <a:solidFill>
                  <a:schemeClr val="accent1"/>
                </a:solidFill>
              </a:rPr>
              <a:t>.name=</a:t>
            </a:r>
            <a:r>
              <a:rPr lang="en-US" altLang="zh-TW" u="sng" dirty="0">
                <a:solidFill>
                  <a:srgbClr val="FF0000"/>
                </a:solidFill>
              </a:rPr>
              <a:t> </a:t>
            </a:r>
            <a:r>
              <a:rPr lang="en-US" altLang="zh-TW" u="sng" dirty="0" err="1">
                <a:solidFill>
                  <a:srgbClr val="FF0000"/>
                </a:solidFill>
              </a:rPr>
              <a:t>p.pmodel</a:t>
            </a:r>
            <a:r>
              <a:rPr lang="en-US" altLang="zh-TW" dirty="0" err="1"/>
              <a:t>.maker</a:t>
            </a:r>
            <a:br>
              <a:rPr lang="en-US" altLang="zh-TW" dirty="0">
                <a:solidFill>
                  <a:schemeClr val="accent1"/>
                </a:solidFill>
              </a:rPr>
            </a:br>
            <a:r>
              <a:rPr lang="zh-TW" altLang="en-US" dirty="0">
                <a:solidFill>
                  <a:srgbClr val="808080"/>
                </a:solidFill>
                <a:latin typeface="Consolas" panose="020B0609020204030204" pitchFamily="49" charset="0"/>
              </a:rPr>
              <a:t>注意：是</a:t>
            </a:r>
            <a:r>
              <a:rPr lang="en-US" altLang="zh-TW" dirty="0" err="1">
                <a:solidFill>
                  <a:srgbClr val="808080"/>
                </a:solidFill>
                <a:latin typeface="Consolas" panose="020B0609020204030204" pitchFamily="49" charset="0"/>
              </a:rPr>
              <a:t>pmodel</a:t>
            </a:r>
            <a:r>
              <a:rPr lang="en-US" altLang="zh-TW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zh-TW" altLang="en-US" dirty="0">
                <a:solidFill>
                  <a:srgbClr val="808080"/>
                </a:solidFill>
                <a:latin typeface="Consolas" panose="020B0609020204030204" pitchFamily="49" charset="0"/>
              </a:rPr>
              <a:t>不是</a:t>
            </a:r>
            <a:r>
              <a:rPr lang="en-US" altLang="zh-TW" dirty="0">
                <a:solidFill>
                  <a:srgbClr val="808080"/>
                </a:solidFill>
                <a:latin typeface="Consolas" panose="020B0609020204030204" pitchFamily="49" charset="0"/>
              </a:rPr>
              <a:t> model </a:t>
            </a:r>
            <a:r>
              <a:rPr lang="en-US" altLang="zh-TW" dirty="0"/>
              <a:t>p.pmodel</a:t>
            </a:r>
            <a:r>
              <a:rPr lang="en-US" altLang="zh-TW" dirty="0">
                <a:solidFill>
                  <a:schemeClr val="accent1"/>
                </a:solidFill>
              </a:rPr>
              <a:t>.name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>
            <a:normAutofit lnSpcReduction="10000"/>
          </a:bodyPr>
          <a:lstStyle/>
          <a:p>
            <a:pPr marL="274320" lvl="1" indent="0">
              <a:buNone/>
            </a:pPr>
            <a:r>
              <a:rPr lang="en-US" altLang="zh-TW" dirty="0"/>
              <a:t>&lt;</a:t>
            </a:r>
            <a:r>
              <a:rPr lang="en-US" altLang="zh-TW" dirty="0" err="1"/>
              <a:t>tr</a:t>
            </a:r>
            <a:r>
              <a:rPr lang="en-US" altLang="zh-TW" dirty="0"/>
              <a:t> </a:t>
            </a:r>
            <a:r>
              <a:rPr lang="en-US" altLang="zh-TW" dirty="0" err="1"/>
              <a:t>bgcolor</a:t>
            </a:r>
            <a:r>
              <a:rPr lang="en-US" altLang="zh-TW" dirty="0"/>
              <a:t>='{% cycle "#</a:t>
            </a:r>
            <a:r>
              <a:rPr lang="en-US" altLang="zh-TW" dirty="0" err="1"/>
              <a:t>ffccff</a:t>
            </a:r>
            <a:r>
              <a:rPr lang="en-US" altLang="zh-TW" dirty="0"/>
              <a:t>" "</a:t>
            </a:r>
            <a:r>
              <a:rPr lang="en-US" altLang="zh-TW" dirty="0" err="1"/>
              <a:t>ccffcc</a:t>
            </a:r>
            <a:r>
              <a:rPr lang="en-US" altLang="zh-TW" dirty="0"/>
              <a:t>" %}'&gt;</a:t>
            </a:r>
          </a:p>
          <a:p>
            <a:pPr marL="274320" lvl="1" indent="0">
              <a:buNone/>
            </a:pPr>
            <a:r>
              <a:rPr lang="en-US" altLang="zh-TW" dirty="0"/>
              <a:t>        &lt;td&gt;{{ </a:t>
            </a:r>
            <a:r>
              <a:rPr lang="en-US" altLang="zh-TW" dirty="0" err="1"/>
              <a:t>p.nickname</a:t>
            </a:r>
            <a:r>
              <a:rPr lang="en-US" altLang="zh-TW" dirty="0"/>
              <a:t> }}&lt;/td&gt;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&lt;td&gt;{{ </a:t>
            </a:r>
            <a:r>
              <a:rPr lang="en-US" altLang="zh-TW" u="sng" dirty="0">
                <a:solidFill>
                  <a:srgbClr val="FF0000"/>
                </a:solidFill>
              </a:rPr>
              <a:t>p.pmodel</a:t>
            </a:r>
            <a:r>
              <a:rPr lang="en-US" altLang="zh-TW" dirty="0"/>
              <a:t>.maker</a:t>
            </a:r>
            <a:r>
              <a:rPr lang="en-US" altLang="zh-TW" dirty="0">
                <a:solidFill>
                  <a:schemeClr val="accent1"/>
                </a:solidFill>
              </a:rPr>
              <a:t>.name </a:t>
            </a:r>
            <a:r>
              <a:rPr lang="en-US" altLang="zh-TW" dirty="0"/>
              <a:t>}}/{{ p.pmodel</a:t>
            </a:r>
            <a:r>
              <a:rPr lang="en-US" altLang="zh-TW" dirty="0">
                <a:solidFill>
                  <a:schemeClr val="accent1"/>
                </a:solidFill>
              </a:rPr>
              <a:t>.name </a:t>
            </a:r>
            <a:r>
              <a:rPr lang="en-US" altLang="zh-TW" dirty="0"/>
              <a:t>}}&lt;/td&gt;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&lt;td&gt;{{ </a:t>
            </a:r>
            <a:r>
              <a:rPr lang="en-US" altLang="zh-TW" dirty="0" err="1"/>
              <a:t>p.year</a:t>
            </a:r>
            <a:r>
              <a:rPr lang="en-US" altLang="zh-TW" dirty="0"/>
              <a:t>  }}&lt;/td&gt;</a:t>
            </a:r>
          </a:p>
          <a:p>
            <a:pPr marL="274320" lvl="1" indent="0">
              <a:buNone/>
            </a:pPr>
            <a:r>
              <a:rPr lang="en-US" altLang="zh-TW" dirty="0"/>
              <a:t>        &lt;td align=right&gt;{{ </a:t>
            </a:r>
            <a:r>
              <a:rPr lang="en-US" altLang="zh-TW" dirty="0" err="1"/>
              <a:t>p.price</a:t>
            </a:r>
            <a:r>
              <a:rPr lang="en-US" altLang="zh-TW" dirty="0"/>
              <a:t> }}&lt;/td&gt;</a:t>
            </a:r>
          </a:p>
          <a:p>
            <a:pPr marL="274320" lvl="1" indent="0">
              <a:buNone/>
            </a:pPr>
            <a:r>
              <a:rPr lang="en-US" altLang="zh-TW" dirty="0"/>
              <a:t>    &lt;/</a:t>
            </a:r>
            <a:r>
              <a:rPr lang="en-US" altLang="zh-TW" dirty="0" err="1"/>
              <a:t>tr</a:t>
            </a:r>
            <a:r>
              <a:rPr lang="en-US" altLang="zh-TW" dirty="0"/>
              <a:t>&gt;</a:t>
            </a:r>
          </a:p>
          <a:p>
            <a:pPr marL="274320" lvl="1" indent="0">
              <a:buNone/>
            </a:pPr>
            <a:r>
              <a:rPr lang="en-US" altLang="zh-TW" dirty="0"/>
              <a:t>{% if </a:t>
            </a:r>
            <a:r>
              <a:rPr lang="en-US" altLang="zh-TW" dirty="0" err="1"/>
              <a:t>forloop.last</a:t>
            </a:r>
            <a:r>
              <a:rPr lang="en-US" altLang="zh-TW" dirty="0"/>
              <a:t> %}</a:t>
            </a:r>
          </a:p>
          <a:p>
            <a:pPr marL="274320" lvl="1" indent="0">
              <a:buNone/>
            </a:pPr>
            <a:r>
              <a:rPr lang="en-US" altLang="zh-TW" dirty="0"/>
              <a:t>&lt;/table&gt;</a:t>
            </a:r>
          </a:p>
          <a:p>
            <a:pPr marL="274320" lvl="1" indent="0">
              <a:buNone/>
            </a:pPr>
            <a:r>
              <a:rPr lang="en-US" altLang="zh-TW" dirty="0"/>
              <a:t>{% </a:t>
            </a:r>
            <a:r>
              <a:rPr lang="en-US" altLang="zh-TW" dirty="0" err="1"/>
              <a:t>endif</a:t>
            </a:r>
            <a:r>
              <a:rPr lang="en-US" altLang="zh-TW" dirty="0"/>
              <a:t> %}</a:t>
            </a:r>
          </a:p>
          <a:p>
            <a:pPr marL="274320" lvl="1" indent="0">
              <a:buNone/>
            </a:pPr>
            <a:r>
              <a:rPr lang="en-US" altLang="zh-TW" dirty="0"/>
              <a:t>{% empty %}</a:t>
            </a:r>
          </a:p>
          <a:p>
            <a:pPr marL="274320" lvl="1" indent="0">
              <a:buNone/>
            </a:pPr>
            <a:r>
              <a:rPr lang="en-US" altLang="zh-TW" dirty="0"/>
              <a:t>&lt;h3&gt;</a:t>
            </a:r>
            <a:r>
              <a:rPr lang="zh-TW" altLang="en-US" dirty="0"/>
              <a:t>目前沒有庫存的中古機可以賣，真抱歉</a:t>
            </a:r>
            <a:r>
              <a:rPr lang="en-US" altLang="zh-TW" dirty="0"/>
              <a:t>&lt;/h3&gt;</a:t>
            </a:r>
          </a:p>
          <a:p>
            <a:pPr marL="274320" lvl="1" indent="0">
              <a:buNone/>
            </a:pPr>
            <a:r>
              <a:rPr lang="en-US" altLang="zh-TW" dirty="0"/>
              <a:t>{% </a:t>
            </a:r>
            <a:r>
              <a:rPr lang="en-US" altLang="zh-TW" dirty="0" err="1"/>
              <a:t>endfor</a:t>
            </a:r>
            <a:r>
              <a:rPr lang="en-US" altLang="zh-TW" dirty="0"/>
              <a:t> %}</a:t>
            </a:r>
          </a:p>
          <a:p>
            <a:pPr lvl="1"/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8CA5E7-BF1F-BCAB-6159-B9981A488A3B}"/>
              </a:ext>
            </a:extLst>
          </p:cNvPr>
          <p:cNvSpPr txBox="1"/>
          <p:nvPr/>
        </p:nvSpPr>
        <p:spPr>
          <a:xfrm>
            <a:off x="4818888" y="4293096"/>
            <a:ext cx="4017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因為我們定義</a:t>
            </a:r>
            <a:r>
              <a:rPr lang="en-US" altLang="zh-TW" sz="2000" dirty="0">
                <a:solidFill>
                  <a:srgbClr val="FF0000"/>
                </a:solidFill>
                <a:latin typeface="Consolas" panose="020B0609020204030204" pitchFamily="49" charset="0"/>
              </a:rPr>
              <a:t>self=self.name</a:t>
            </a:r>
            <a:r>
              <a:rPr lang="zh-TW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，但最正確做法還是要加</a:t>
            </a:r>
            <a:r>
              <a:rPr lang="en-US" altLang="zh-TW" sz="20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zh-TW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來指定這個欄位最確實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086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urls.py</a:t>
            </a:r>
            <a:r>
              <a:rPr lang="zh-TW" altLang="en-US"/>
              <a:t>的網址對應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102352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urls.py</a:t>
            </a:r>
            <a:r>
              <a:rPr lang="zh-TW" altLang="zh-TW" dirty="0"/>
              <a:t>中，加上</a:t>
            </a:r>
            <a:r>
              <a:rPr lang="en-US" altLang="zh-TW" dirty="0"/>
              <a:t>index</a:t>
            </a:r>
            <a:r>
              <a:rPr lang="zh-TW" altLang="zh-TW" dirty="0"/>
              <a:t>的網址對應：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views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3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django.conf</a:t>
            </a: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</a:t>
            </a:r>
            <a:r>
              <a:rPr lang="en-US" altLang="zh-TW" sz="35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</a:t>
            </a:r>
            <a:endParaRPr lang="zh-TW" altLang="zh-TW" sz="3500" b="1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django.conf.urls.static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static 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admin.site.urls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path('detail/&lt;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int:id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&gt;',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views.detail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name = 'detail-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'),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views.index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+ </a:t>
            </a: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static(</a:t>
            </a:r>
            <a:r>
              <a:rPr lang="en-US" altLang="zh-TW" sz="3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settings.MEDIA_URL</a:t>
            </a: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3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document_root</a:t>
            </a: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</a:t>
            </a:r>
            <a:r>
              <a:rPr lang="en-US" altLang="zh-TW" sz="35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settings.MEDIA_ROOT</a:t>
            </a:r>
            <a:r>
              <a:rPr lang="en-US" altLang="zh-TW" sz="35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</a:t>
            </a:r>
            <a:endParaRPr lang="zh-TW" altLang="zh-TW" sz="35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062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F0540-1BC2-078D-9118-7E84C714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settings.py</a:t>
            </a:r>
            <a:r>
              <a:rPr lang="zh-TW" altLang="en-US"/>
              <a:t>中加上</a:t>
            </a:r>
            <a:r>
              <a:rPr lang="en-US" altLang="zh-TW"/>
              <a:t>media</a:t>
            </a:r>
            <a:r>
              <a:rPr lang="zh-TW" altLang="en-US"/>
              <a:t>檔案設定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5D728C5-EE00-39AA-2830-B4D017C8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D3CF28-79C1-987B-F44A-0CB1DF3920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MEDIA_ROOT = BASE_DIR / 'media'</a:t>
            </a:r>
            <a:endParaRPr lang="zh-TW" altLang="zh-TW" sz="2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MEDIA_URL = 'media/’</a:t>
            </a:r>
          </a:p>
          <a:p>
            <a:pPr marL="0" indent="0">
              <a:buNone/>
            </a:pPr>
            <a:endParaRPr lang="en-US" altLang="zh-TW" sz="2800" kern="100" dirty="0">
              <a:solidFill>
                <a:srgbClr val="FF0000"/>
              </a:solidFill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zh-TW" altLang="en-US" sz="2800" dirty="0"/>
              <a:t>說明</a:t>
            </a:r>
            <a:r>
              <a:rPr lang="en-US" altLang="zh-TW" sz="2800" dirty="0"/>
              <a:t>static vs media</a:t>
            </a:r>
            <a:r>
              <a:rPr lang="zh-TW" altLang="en-US" sz="2800" dirty="0"/>
              <a:t>的設定不同</a:t>
            </a:r>
            <a:endParaRPr lang="en-US" altLang="zh-TW" sz="2800" dirty="0"/>
          </a:p>
          <a:p>
            <a:r>
              <a:rPr lang="en-US" altLang="zh-TW" sz="2800" dirty="0"/>
              <a:t>static</a:t>
            </a:r>
            <a:r>
              <a:rPr lang="zh-TW" altLang="en-US" sz="2800" dirty="0"/>
              <a:t>不用在</a:t>
            </a:r>
            <a:r>
              <a:rPr lang="en-US" altLang="zh-TW" sz="2800" dirty="0" err="1"/>
              <a:t>urlpatterns</a:t>
            </a:r>
            <a:r>
              <a:rPr lang="zh-TW" altLang="en-US" sz="2800" dirty="0"/>
              <a:t>加</a:t>
            </a:r>
            <a:r>
              <a:rPr lang="en-US" altLang="zh-TW" sz="2800" dirty="0"/>
              <a:t>static()</a:t>
            </a:r>
            <a:r>
              <a:rPr lang="zh-TW" altLang="en-US" sz="2800" dirty="0"/>
              <a:t>，</a:t>
            </a:r>
            <a:endParaRPr lang="en-US" altLang="zh-TW" sz="2800" dirty="0"/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zh-TW" altLang="en-US" sz="2800" dirty="0"/>
              <a:t>但要在</a:t>
            </a:r>
            <a:r>
              <a:rPr lang="en-US" altLang="zh-TW" sz="2800" dirty="0"/>
              <a:t>html</a:t>
            </a:r>
            <a:r>
              <a:rPr lang="zh-TW" altLang="en-US" sz="2800" dirty="0"/>
              <a:t>加上</a:t>
            </a:r>
            <a:r>
              <a:rPr lang="en-US" altLang="zh-TW" sz="2800" dirty="0"/>
              <a:t>{% load static %}</a:t>
            </a:r>
          </a:p>
          <a:p>
            <a:pPr marL="0" lvl="0" indent="0">
              <a:spcBef>
                <a:spcPts val="0"/>
              </a:spcBef>
              <a:buClrTx/>
              <a:buSzTx/>
              <a:buNone/>
              <a:defRPr/>
            </a:pPr>
            <a:r>
              <a:rPr lang="zh-TW" altLang="en-US" sz="2000" dirty="0"/>
              <a:t>引用方式：</a:t>
            </a:r>
            <a:r>
              <a:rPr lang="en-US" altLang="zh-TW" sz="2000" dirty="0"/>
              <a:t>&lt;</a:t>
            </a:r>
            <a:r>
              <a:rPr lang="en-US" altLang="zh-TW" sz="2000" dirty="0" err="1"/>
              <a:t>img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src</a:t>
            </a:r>
            <a:r>
              <a:rPr lang="en-US" altLang="zh-TW" sz="2000" dirty="0"/>
              <a:t>="</a:t>
            </a:r>
            <a:r>
              <a:rPr lang="en-US" altLang="zh-TW" sz="2000" dirty="0">
                <a:solidFill>
                  <a:srgbClr val="FF0000"/>
                </a:solidFill>
              </a:rPr>
              <a:t>{% static</a:t>
            </a:r>
            <a:r>
              <a:rPr lang="en-US" altLang="zh-TW" sz="2000" dirty="0"/>
              <a:t> "images/logo.png" </a:t>
            </a:r>
            <a:r>
              <a:rPr lang="en-US" altLang="zh-TW" sz="2000" dirty="0">
                <a:solidFill>
                  <a:srgbClr val="FF0000"/>
                </a:solidFill>
              </a:rPr>
              <a:t>%}</a:t>
            </a:r>
            <a:r>
              <a:rPr lang="en-US" altLang="zh-TW" sz="2000" dirty="0"/>
              <a:t>" &gt;</a:t>
            </a:r>
            <a:endParaRPr lang="zh-TW" altLang="en-US" sz="2000" dirty="0"/>
          </a:p>
          <a:p>
            <a:pPr marL="0" indent="0">
              <a:buNone/>
            </a:pPr>
            <a:endParaRPr lang="zh-TW" altLang="zh-TW" sz="2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4155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說明為何只用</a:t>
            </a:r>
            <a:r>
              <a:rPr lang="en-US" altLang="zh-TW" dirty="0">
                <a:solidFill>
                  <a:srgbClr val="FF0000"/>
                </a:solidFill>
              </a:rPr>
              <a:t>products</a:t>
            </a:r>
            <a:r>
              <a:rPr lang="zh-TW" altLang="en-US" dirty="0">
                <a:solidFill>
                  <a:srgbClr val="FF0000"/>
                </a:solidFill>
              </a:rPr>
              <a:t>就可以</a:t>
            </a:r>
            <a:r>
              <a:rPr lang="en-US" altLang="zh-TW" dirty="0">
                <a:solidFill>
                  <a:srgbClr val="FF0000"/>
                </a:solidFill>
              </a:rPr>
              <a:t>?)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zh-TW" altLang="en-US" dirty="0">
                <a:solidFill>
                  <a:srgbClr val="FF0000"/>
                </a:solidFill>
              </a:rPr>
              <a:t>用資料表關聯圖來說明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4998296"/>
          </a:xfrm>
        </p:spPr>
        <p:txBody>
          <a:bodyPr/>
          <a:lstStyle/>
          <a:p>
            <a:r>
              <a:rPr lang="en-US" altLang="zh-TW" dirty="0" err="1"/>
              <a:t>views.index</a:t>
            </a:r>
            <a:r>
              <a:rPr lang="zh-TW" altLang="zh-TW" dirty="0"/>
              <a:t>的內容如下所示：</a:t>
            </a:r>
          </a:p>
          <a:p>
            <a:pPr marL="274320" lvl="1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django.shortcuts</a:t>
            </a:r>
            <a:r>
              <a:rPr lang="en-US" altLang="zh-TW" dirty="0"/>
              <a:t> import render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mysite</a:t>
            </a:r>
            <a:r>
              <a:rPr lang="en-US" altLang="zh-TW" dirty="0">
                <a:solidFill>
                  <a:srgbClr val="FF0000"/>
                </a:solidFill>
              </a:rPr>
              <a:t> import models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 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index(request):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products = </a:t>
            </a:r>
            <a:r>
              <a:rPr lang="en-US" altLang="zh-TW" dirty="0" err="1">
                <a:solidFill>
                  <a:srgbClr val="FF0000"/>
                </a:solidFill>
              </a:rPr>
              <a:t>models.Product.objects.all</a:t>
            </a:r>
            <a:r>
              <a:rPr lang="en-US" altLang="zh-TW" dirty="0">
                <a:solidFill>
                  <a:srgbClr val="FF0000"/>
                </a:solidFill>
              </a:rPr>
              <a:t>()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	return render(request, 'index.html', locals())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194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第一版中古手機賣場網站的執行畫面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27F44EF-CD05-9C34-09A1-015E968A9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276872"/>
            <a:ext cx="8026407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21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90728" cy="5142312"/>
          </a:xfrm>
        </p:spPr>
        <p:txBody>
          <a:bodyPr/>
          <a:lstStyle/>
          <a:p>
            <a:r>
              <a:rPr lang="zh-TW" altLang="zh-TW" dirty="0"/>
              <a:t>加入瀏覽每一個產品細節的功能</a:t>
            </a:r>
            <a:endParaRPr lang="en-US" altLang="zh-TW" dirty="0"/>
          </a:p>
          <a:p>
            <a:r>
              <a:rPr lang="zh-TW" altLang="zh-TW" dirty="0"/>
              <a:t>使用網址</a:t>
            </a:r>
            <a:r>
              <a:rPr lang="en-US" altLang="zh-TW" dirty="0"/>
              <a:t>/detail/{id}</a:t>
            </a:r>
            <a:r>
              <a:rPr lang="zh-TW" altLang="zh-TW" dirty="0"/>
              <a:t>來當做是瀏覽產品詳細內容的參數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path('detail/&lt;</a:t>
            </a:r>
            <a:r>
              <a:rPr lang="en-US" altLang="zh-TW" dirty="0" err="1"/>
              <a:t>int:id</a:t>
            </a:r>
            <a:r>
              <a:rPr lang="en-US" altLang="zh-TW" dirty="0"/>
              <a:t>&gt;', </a:t>
            </a:r>
            <a:r>
              <a:rPr lang="en-US" altLang="zh-TW" dirty="0" err="1"/>
              <a:t>views.detail</a:t>
            </a:r>
            <a:r>
              <a:rPr lang="en-US" altLang="zh-TW" dirty="0"/>
              <a:t>, name = 'detail-</a:t>
            </a:r>
            <a:r>
              <a:rPr lang="en-US" altLang="zh-TW" dirty="0" err="1"/>
              <a:t>url</a:t>
            </a:r>
            <a:r>
              <a:rPr lang="en-US" altLang="zh-TW" dirty="0"/>
              <a:t>'),</a:t>
            </a:r>
          </a:p>
          <a:p>
            <a:r>
              <a:rPr lang="zh-TW" altLang="zh-TW" dirty="0"/>
              <a:t>在</a:t>
            </a:r>
            <a:r>
              <a:rPr lang="en-US" altLang="zh-TW" dirty="0"/>
              <a:t>index.html</a:t>
            </a:r>
            <a:r>
              <a:rPr lang="zh-TW" altLang="zh-TW" dirty="0"/>
              <a:t>列出所有的手之後，要在原本顯示庫存手機的欄位內容加上連結，使用</a:t>
            </a:r>
            <a:r>
              <a:rPr lang="en-US" altLang="zh-TW" dirty="0"/>
              <a:t>"detail-</a:t>
            </a:r>
            <a:r>
              <a:rPr lang="en-US" altLang="zh-TW" dirty="0" err="1"/>
              <a:t>url</a:t>
            </a:r>
            <a:r>
              <a:rPr lang="en-US" altLang="zh-TW" dirty="0"/>
              <a:t>"</a:t>
            </a:r>
            <a:r>
              <a:rPr lang="zh-TW" altLang="zh-TW" dirty="0"/>
              <a:t>改寫如下：</a:t>
            </a:r>
          </a:p>
          <a:p>
            <a:pPr marL="274320" lvl="1" indent="0">
              <a:buNone/>
            </a:pPr>
            <a:r>
              <a:rPr lang="en-US" altLang="zh-TW" dirty="0"/>
              <a:t>&lt;td&gt;&lt;a </a:t>
            </a:r>
            <a:r>
              <a:rPr lang="en-US" altLang="zh-TW" dirty="0" err="1"/>
              <a:t>href</a:t>
            </a:r>
            <a:r>
              <a:rPr lang="en-US" altLang="zh-TW" dirty="0"/>
              <a:t>='{% </a:t>
            </a:r>
            <a:r>
              <a:rPr lang="en-US" altLang="zh-TW" dirty="0" err="1">
                <a:solidFill>
                  <a:srgbClr val="FF0000"/>
                </a:solidFill>
              </a:rPr>
              <a:t>url</a:t>
            </a:r>
            <a:r>
              <a:rPr lang="en-US" altLang="zh-TW" dirty="0">
                <a:solidFill>
                  <a:srgbClr val="FF0000"/>
                </a:solidFill>
              </a:rPr>
              <a:t> "detail-</a:t>
            </a:r>
            <a:r>
              <a:rPr lang="en-US" altLang="zh-TW" dirty="0" err="1">
                <a:solidFill>
                  <a:srgbClr val="FF0000"/>
                </a:solidFill>
              </a:rPr>
              <a:t>url</a:t>
            </a:r>
            <a:r>
              <a:rPr lang="en-US" altLang="zh-TW" dirty="0">
                <a:solidFill>
                  <a:srgbClr val="FF0000"/>
                </a:solidFill>
              </a:rPr>
              <a:t>" p.id </a:t>
            </a:r>
            <a:r>
              <a:rPr lang="en-US" altLang="zh-TW" dirty="0"/>
              <a:t>%}'&gt;{{ </a:t>
            </a:r>
            <a:r>
              <a:rPr lang="en-US" altLang="zh-TW" dirty="0" err="1"/>
              <a:t>p.nickname</a:t>
            </a:r>
            <a:r>
              <a:rPr lang="en-US" altLang="zh-TW" dirty="0"/>
              <a:t> }}&lt;/a&gt;&lt;/td&gt;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7710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網站模板製作</a:t>
            </a:r>
            <a:r>
              <a:rPr lang="en-US" altLang="zh-TW" dirty="0"/>
              <a:t>(</a:t>
            </a:r>
            <a:r>
              <a:rPr lang="zh-TW" altLang="en-US" dirty="0"/>
              <a:t>說明</a:t>
            </a:r>
            <a:r>
              <a:rPr lang="en-US" altLang="zh-TW" dirty="0"/>
              <a:t>images</a:t>
            </a:r>
            <a:r>
              <a:rPr lang="zh-TW" altLang="en-US" dirty="0"/>
              <a:t>會有很多筆，因為一個</a:t>
            </a:r>
            <a:r>
              <a:rPr lang="en-US" altLang="zh-TW" dirty="0"/>
              <a:t>product</a:t>
            </a:r>
            <a:r>
              <a:rPr lang="zh-TW" altLang="en-US" dirty="0"/>
              <a:t>對應多個</a:t>
            </a:r>
            <a:r>
              <a:rPr lang="en-US" altLang="zh-TW" dirty="0" err="1"/>
              <a:t>pphoto</a:t>
            </a:r>
            <a:r>
              <a:rPr lang="zh-TW" altLang="en-US" dirty="0"/>
              <a:t>也就是一對多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34400" cy="5070304"/>
          </a:xfrm>
        </p:spPr>
        <p:txBody>
          <a:bodyPr>
            <a:normAutofit/>
          </a:bodyPr>
          <a:lstStyle/>
          <a:p>
            <a:r>
              <a:rPr lang="zh-TW" altLang="zh-TW" dirty="0"/>
              <a:t>用</a:t>
            </a:r>
            <a:r>
              <a:rPr lang="en-US" altLang="zh-TW" dirty="0"/>
              <a:t>product</a:t>
            </a:r>
            <a:r>
              <a:rPr lang="zh-TW" altLang="zh-TW" dirty="0"/>
              <a:t>的</a:t>
            </a:r>
            <a:r>
              <a:rPr lang="en-US" altLang="zh-TW" dirty="0"/>
              <a:t>id</a:t>
            </a:r>
            <a:r>
              <a:rPr lang="zh-TW" altLang="zh-TW" dirty="0"/>
              <a:t>來當做是存取手機細節資料的索引值，因為它是預設的</a:t>
            </a:r>
            <a:r>
              <a:rPr lang="en-US" altLang="zh-TW" dirty="0"/>
              <a:t>Primary Key</a:t>
            </a:r>
            <a:r>
              <a:rPr lang="zh-TW" altLang="zh-TW" dirty="0"/>
              <a:t>，是唯一的值</a:t>
            </a:r>
            <a:endParaRPr lang="en-US" altLang="zh-TW" dirty="0"/>
          </a:p>
          <a:p>
            <a:r>
              <a:rPr lang="en-US" altLang="zh-TW" dirty="0" err="1"/>
              <a:t>views.detail</a:t>
            </a:r>
            <a:r>
              <a:rPr lang="zh-TW" altLang="zh-TW" dirty="0"/>
              <a:t>的內容如下所示：</a:t>
            </a:r>
          </a:p>
          <a:p>
            <a:pPr marL="274320" lvl="1" indent="0">
              <a:buNone/>
            </a:pPr>
            <a:r>
              <a:rPr lang="en-US" altLang="zh-TW" dirty="0" err="1"/>
              <a:t>def</a:t>
            </a:r>
            <a:r>
              <a:rPr lang="en-US" altLang="zh-TW" dirty="0"/>
              <a:t> detail(request, id):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try: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</a:t>
            </a:r>
            <a:r>
              <a:rPr lang="en-US" altLang="zh-TW" dirty="0">
                <a:solidFill>
                  <a:srgbClr val="FF0000"/>
                </a:solidFill>
              </a:rPr>
              <a:t>product</a:t>
            </a:r>
            <a:r>
              <a:rPr lang="en-US" altLang="zh-TW" dirty="0"/>
              <a:t> = </a:t>
            </a:r>
            <a:r>
              <a:rPr lang="en-US" altLang="zh-TW" dirty="0" err="1"/>
              <a:t>models.Product.objects.get</a:t>
            </a:r>
            <a:r>
              <a:rPr lang="en-US" altLang="zh-TW" dirty="0"/>
              <a:t>(id=id)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image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r>
              <a:rPr lang="en-US" altLang="zh-TW" dirty="0"/>
              <a:t> = </a:t>
            </a:r>
            <a:r>
              <a:rPr lang="en-US" altLang="zh-TW" dirty="0" err="1"/>
              <a:t>models.PPhoto.objects.filter</a:t>
            </a:r>
            <a:r>
              <a:rPr lang="en-US" altLang="zh-TW" dirty="0"/>
              <a:t>(product=</a:t>
            </a:r>
            <a:r>
              <a:rPr lang="en-US" altLang="zh-TW" dirty="0">
                <a:solidFill>
                  <a:srgbClr val="FF0000"/>
                </a:solidFill>
              </a:rPr>
              <a:t>product</a:t>
            </a:r>
            <a:r>
              <a:rPr lang="en-US" altLang="zh-TW" dirty="0"/>
              <a:t>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except: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pass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return render(request, 'detail.html', locals())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B14DEDE-0F17-B8BD-B3EA-774A97706681}"/>
              </a:ext>
            </a:extLst>
          </p:cNvPr>
          <p:cNvSpPr txBox="1"/>
          <p:nvPr/>
        </p:nvSpPr>
        <p:spPr>
          <a:xfrm>
            <a:off x="4610082" y="5013176"/>
            <a:ext cx="4128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用</a:t>
            </a:r>
            <a:r>
              <a:rPr lang="en-US" altLang="zh-TW" sz="2000" dirty="0">
                <a:solidFill>
                  <a:srgbClr val="FF0000"/>
                </a:solidFill>
              </a:rPr>
              <a:t>product</a:t>
            </a:r>
            <a:r>
              <a:rPr lang="zh-TW" altLang="en-US" sz="2000" dirty="0">
                <a:solidFill>
                  <a:srgbClr val="FF0000"/>
                </a:solidFill>
              </a:rPr>
              <a:t>來找對應的照片</a:t>
            </a:r>
            <a:r>
              <a:rPr lang="en-US" altLang="zh-TW" sz="2000" dirty="0">
                <a:solidFill>
                  <a:srgbClr val="FF0000"/>
                </a:solidFill>
              </a:rPr>
              <a:t>(1</a:t>
            </a:r>
            <a:r>
              <a:rPr lang="zh-TW" altLang="en-US" sz="2000" dirty="0">
                <a:solidFill>
                  <a:srgbClr val="FF0000"/>
                </a:solidFill>
              </a:rPr>
              <a:t>對多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076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330952"/>
          </a:xfrm>
        </p:spPr>
        <p:txBody>
          <a:bodyPr/>
          <a:lstStyle/>
          <a:p>
            <a:r>
              <a:rPr lang="en-US" altLang="zh-TW" dirty="0"/>
              <a:t>detail.html</a:t>
            </a:r>
            <a:r>
              <a:rPr lang="zh-TW" altLang="zh-TW" dirty="0"/>
              <a:t>如下所示的內容：</a:t>
            </a: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&lt;!-- detail.html (dj4ch07 project) --&gt;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extends "base.html"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title %}{{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product.nickname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| 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default: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找不到指定的手機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"}}{%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block content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&lt;div class='container' align=center&gt;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if product %}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3063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&lt;table&gt;</a:t>
            </a:r>
            <a:endParaRPr lang="zh-TW" altLang="zh-TW" sz="18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&lt;tr&gt;&lt;td align=center&gt;&lt;h3&gt;{{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product.nickname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}}&lt;/h3&gt;&lt;/td&gt;&lt;/tr&gt;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&lt;tr&gt;&lt;td align=center&gt;{{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product.description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}}&lt;/td&gt;&lt;/tr&gt;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&lt;tr&gt;&lt;td align=center&gt;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西元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product.year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年出廠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&lt;/td&gt;&lt;/tr&gt;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&lt;tr&gt;&lt;td align=center&gt;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售價：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NT${{ </a:t>
            </a:r>
            <a:r>
              <a:rPr lang="en-US" altLang="zh-TW" sz="1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product.price</a:t>
            </a:r>
            <a:r>
              <a:rPr lang="en-US" altLang="zh-TW" sz="18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}}</a:t>
            </a:r>
            <a:r>
              <a:rPr lang="zh-TW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元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&lt;/td&gt;&lt;/tr&gt;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06777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228600"/>
            <a:ext cx="9036496" cy="75895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(</a:t>
            </a:r>
            <a:r>
              <a:rPr lang="zh-TW" altLang="en-US" dirty="0">
                <a:hlinkClick r:id="rId3"/>
              </a:rPr>
              <a:t>高級</a:t>
            </a:r>
            <a:r>
              <a:rPr lang="en-US" altLang="zh-TW" dirty="0">
                <a:hlinkClick r:id="rId3"/>
              </a:rPr>
              <a:t>Z3</a:t>
            </a:r>
            <a:r>
              <a:rPr lang="zh-TW" altLang="en-US" dirty="0">
                <a:hlinkClick r:id="rId3"/>
              </a:rPr>
              <a:t>美機</a:t>
            </a:r>
            <a:r>
              <a:rPr lang="zh-TW" altLang="en-US" dirty="0"/>
              <a:t>才有照片</a:t>
            </a:r>
            <a:r>
              <a:rPr lang="en-US" altLang="zh-TW" dirty="0"/>
              <a:t>)(</a:t>
            </a:r>
            <a:r>
              <a:rPr lang="zh-TW" altLang="en-US" dirty="0"/>
              <a:t>紅色寫法照片有出來，要</a:t>
            </a:r>
            <a:r>
              <a:rPr lang="en-US" altLang="zh-TW" dirty="0"/>
              <a:t>copy media/xxxx.jpg)(</a:t>
            </a:r>
            <a:r>
              <a:rPr lang="zh-TW" altLang="en-US" dirty="0">
                <a:solidFill>
                  <a:srgbClr val="FF0000"/>
                </a:solidFill>
              </a:rPr>
              <a:t>要有建立</a:t>
            </a:r>
            <a:r>
              <a:rPr lang="en-US" altLang="zh-TW" dirty="0">
                <a:solidFill>
                  <a:srgbClr val="FF0000"/>
                </a:solidFill>
              </a:rPr>
              <a:t>media</a:t>
            </a:r>
            <a:r>
              <a:rPr lang="zh-TW" altLang="en-US" dirty="0">
                <a:solidFill>
                  <a:srgbClr val="FF0000"/>
                </a:solidFill>
              </a:rPr>
              <a:t>的欄位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243840" y="1467697"/>
            <a:ext cx="8662736" cy="4998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for image in images %}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{% if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forloop.first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 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&lt;tr&gt;&lt;td align=center&gt;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{% endif %}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b="1" u="sng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</a:t>
            </a:r>
            <a:r>
              <a:rPr lang="en-US" altLang="zh-TW" sz="2000" b="1" u="sng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</a:t>
            </a:r>
            <a:r>
              <a:rPr lang="en-US" altLang="zh-TW" sz="2000" b="1" u="sng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img</a:t>
            </a:r>
            <a:r>
              <a:rPr lang="en-US" altLang="zh-TW" sz="2000" b="1" u="sng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b="1" u="sng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src</a:t>
            </a:r>
            <a:r>
              <a:rPr lang="en-US" altLang="zh-TW" sz="2000" b="1" u="sng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='{{ image.url }}' width=350&gt;&lt;</a:t>
            </a:r>
            <a:r>
              <a:rPr lang="en-US" altLang="zh-TW" sz="2000" b="1" u="sng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br</a:t>
            </a:r>
            <a:r>
              <a:rPr lang="en-US" altLang="zh-TW" sz="2000" b="1" u="sng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FF0000"/>
                </a:solidFill>
              </a:rPr>
              <a:t>		&lt;</a:t>
            </a:r>
            <a:r>
              <a:rPr lang="en-US" altLang="zh-TW" sz="1800" dirty="0" err="1">
                <a:solidFill>
                  <a:srgbClr val="FF0000"/>
                </a:solidFill>
              </a:rPr>
              <a:t>img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 err="1">
                <a:solidFill>
                  <a:srgbClr val="FF0000"/>
                </a:solidFill>
              </a:rPr>
              <a:t>src</a:t>
            </a:r>
            <a:r>
              <a:rPr lang="en-US" altLang="zh-TW" sz="1800" dirty="0">
                <a:solidFill>
                  <a:srgbClr val="FF0000"/>
                </a:solidFill>
              </a:rPr>
              <a:t>="/media/{{</a:t>
            </a:r>
            <a:r>
              <a:rPr lang="en-US" altLang="zh-TW" sz="1800" dirty="0" err="1">
                <a:solidFill>
                  <a:srgbClr val="FF0000"/>
                </a:solidFill>
              </a:rPr>
              <a:t>image.media</a:t>
            </a:r>
            <a:r>
              <a:rPr lang="en-US" altLang="zh-TW" sz="1800" dirty="0">
                <a:solidFill>
                  <a:srgbClr val="FF0000"/>
                </a:solidFill>
              </a:rPr>
              <a:t>}}" width=350&gt;&lt;</a:t>
            </a:r>
            <a:r>
              <a:rPr lang="en-US" altLang="zh-TW" sz="1800" dirty="0" err="1">
                <a:solidFill>
                  <a:srgbClr val="FF0000"/>
                </a:solidFill>
              </a:rPr>
              <a:t>br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endParaRPr lang="zh-TW" altLang="zh-TW" sz="1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{% if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forloop.last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    &lt;/td&gt;&lt;/tr&gt;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{% endif %}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empty %}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&lt;tr&gt;&lt;td align=center&gt;</a:t>
            </a:r>
            <a:r>
              <a:rPr lang="zh-TW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暫無圖片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&lt;/td&gt;&lt;/tr&gt;</a:t>
            </a:r>
            <a:endParaRPr lang="zh-TW" altLang="zh-TW" sz="20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{% </a:t>
            </a:r>
            <a:r>
              <a:rPr lang="en-US" altLang="zh-TW" sz="20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endfor</a:t>
            </a:r>
            <a:r>
              <a:rPr lang="en-US" altLang="zh-TW" sz="20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05450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9D664-68C8-2811-EDAD-1DF73BC1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939AA-3A82-8965-1277-AE9B2B64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28600"/>
            <a:ext cx="9036496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可</a:t>
            </a:r>
            <a:r>
              <a:rPr lang="en-US" altLang="zh-TW" dirty="0"/>
              <a:t>Demo Local JS5 files path</a:t>
            </a:r>
            <a:br>
              <a:rPr lang="en-US" altLang="zh-TW" dirty="0"/>
            </a:br>
            <a:r>
              <a:rPr lang="zh-TW" altLang="en-US" dirty="0"/>
              <a:t>說明若無法用</a:t>
            </a:r>
            <a:r>
              <a:rPr lang="en-US" altLang="zh-TW" dirty="0" err="1"/>
              <a:t>cdn</a:t>
            </a:r>
            <a:r>
              <a:rPr lang="zh-TW" altLang="en-US" dirty="0"/>
              <a:t>連結時</a:t>
            </a:r>
            <a:r>
              <a:rPr lang="en-US" altLang="zh-TW" dirty="0"/>
              <a:t>(</a:t>
            </a:r>
            <a:r>
              <a:rPr lang="zh-TW" altLang="en-US" dirty="0"/>
              <a:t>有些公司會封鎖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D6705ED-9B99-85A2-F7AB-EA1BB424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41F358-CE01-1B94-60C7-23D80336AD0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504" y="1467697"/>
            <a:ext cx="9145016" cy="4998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&lt;link </a:t>
            </a:r>
            <a:r>
              <a:rPr lang="en-US" altLang="zh-TW" dirty="0" err="1"/>
              <a:t>rel</a:t>
            </a:r>
            <a:r>
              <a:rPr lang="en-US" altLang="zh-TW" dirty="0"/>
              <a:t>="stylesheet" </a:t>
            </a:r>
            <a:r>
              <a:rPr lang="en-US" altLang="zh-TW" dirty="0" err="1"/>
              <a:t>href</a:t>
            </a:r>
            <a:r>
              <a:rPr lang="en-US" altLang="zh-TW" dirty="0"/>
              <a:t>="/media/bs538m/</a:t>
            </a:r>
            <a:r>
              <a:rPr lang="en-US" altLang="zh-TW" dirty="0" err="1"/>
              <a:t>css</a:t>
            </a:r>
            <a:r>
              <a:rPr lang="en-US" altLang="zh-TW" dirty="0"/>
              <a:t>/bootstrap.min.css"&gt;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&lt;script </a:t>
            </a:r>
            <a:r>
              <a:rPr lang="en-US" altLang="zh-TW" dirty="0" err="1"/>
              <a:t>src</a:t>
            </a:r>
            <a:r>
              <a:rPr lang="en-US" altLang="zh-TW" dirty="0"/>
              <a:t>="/media/bs538m/</a:t>
            </a:r>
            <a:r>
              <a:rPr lang="en-US" altLang="zh-TW" dirty="0" err="1"/>
              <a:t>js</a:t>
            </a:r>
            <a:r>
              <a:rPr lang="en-US" altLang="zh-TW" dirty="0"/>
              <a:t>/bootstrap.min.js"&gt;</a:t>
            </a:r>
          </a:p>
          <a:p>
            <a:pPr marL="0" indent="0">
              <a:buNone/>
            </a:pPr>
            <a:r>
              <a:rPr lang="en-US" altLang="zh-TW" dirty="0"/>
              <a:t>&lt;/script&gt;</a:t>
            </a:r>
          </a:p>
          <a:p>
            <a:pPr marL="0" indent="0">
              <a:buNone/>
            </a:pPr>
            <a:endParaRPr lang="zh-TW" altLang="en-US" sz="2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7FF48B1-AE23-FDD0-E7AE-6F103F527D82}"/>
              </a:ext>
            </a:extLst>
          </p:cNvPr>
          <p:cNvSpPr txBox="1"/>
          <p:nvPr/>
        </p:nvSpPr>
        <p:spPr>
          <a:xfrm>
            <a:off x="107504" y="4293096"/>
            <a:ext cx="89289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實際載入方式會向圖片一樣，</a:t>
            </a:r>
            <a:endParaRPr lang="en-US" altLang="zh-TW" sz="3600" dirty="0"/>
          </a:p>
          <a:p>
            <a:r>
              <a:rPr lang="zh-TW" altLang="en-US" sz="3600" dirty="0"/>
              <a:t>是一個網站的</a:t>
            </a:r>
            <a:r>
              <a:rPr lang="en-US" altLang="zh-TW" sz="3600" dirty="0" err="1"/>
              <a:t>ip</a:t>
            </a:r>
            <a:r>
              <a:rPr lang="zh-TW" altLang="en-US" sz="3600" dirty="0"/>
              <a:t>網址</a:t>
            </a:r>
            <a:r>
              <a:rPr lang="en-US" altLang="zh-TW" sz="3600" dirty="0"/>
              <a:t>+</a:t>
            </a:r>
            <a:r>
              <a:rPr lang="zh-TW" altLang="en-US" sz="3600" dirty="0"/>
              <a:t>此路徑</a:t>
            </a:r>
            <a:endParaRPr lang="en-US" altLang="zh-TW" sz="3600" dirty="0"/>
          </a:p>
          <a:p>
            <a:r>
              <a:rPr lang="zh-TW" altLang="en-US" sz="3600" dirty="0"/>
              <a:t>例：三民書局、</a:t>
            </a:r>
            <a:r>
              <a:rPr lang="en-US" altLang="zh-TW" sz="3600" dirty="0" err="1"/>
              <a:t>gogoro</a:t>
            </a:r>
            <a:endParaRPr lang="en-US" altLang="zh-TW" sz="3600" dirty="0"/>
          </a:p>
          <a:p>
            <a:r>
              <a:rPr lang="en-US" altLang="zh-TW" sz="3200" dirty="0"/>
              <a:t>(</a:t>
            </a:r>
            <a:r>
              <a:rPr lang="zh-TW" altLang="en-US" sz="3200" dirty="0"/>
              <a:t>圖片按右鍵</a:t>
            </a:r>
            <a:r>
              <a:rPr lang="en-US" altLang="zh-TW" sz="3200" dirty="0"/>
              <a:t>-&gt;</a:t>
            </a:r>
            <a:r>
              <a:rPr lang="zh-TW" altLang="en-US" sz="3200" dirty="0"/>
              <a:t>連結網址</a:t>
            </a:r>
            <a:r>
              <a:rPr lang="en-US" altLang="zh-TW" sz="3200" dirty="0"/>
              <a:t>-&gt;</a:t>
            </a:r>
            <a:r>
              <a:rPr lang="zh-TW" altLang="en-US" sz="3200" dirty="0"/>
              <a:t>貼到</a:t>
            </a:r>
            <a:r>
              <a:rPr lang="en-US" altLang="zh-TW" sz="3200" dirty="0" err="1"/>
              <a:t>broswer</a:t>
            </a:r>
            <a:r>
              <a:rPr lang="zh-TW" altLang="en-US" sz="3200" dirty="0"/>
              <a:t>網址列 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664648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網站模板製作</a:t>
            </a:r>
            <a:r>
              <a:rPr lang="zh-TW" altLang="en-US" dirty="0"/>
              <a:t>放</a:t>
            </a:r>
            <a:r>
              <a:rPr lang="en-US" altLang="zh-TW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&lt;/table&gt;</a:t>
            </a:r>
            <a:r>
              <a:rPr lang="zh-TW" altLang="en-US" sz="3600" kern="100" dirty="0">
                <a:solidFill>
                  <a:srgbClr val="FF0000"/>
                </a:solidFill>
                <a:latin typeface="Courier New" panose="02070309020205020404" pitchFamily="49" charset="0"/>
                <a:ea typeface="標楷體" panose="03000509000000000000" pitchFamily="65" charset="-120"/>
              </a:rPr>
              <a:t>後面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&lt;/table&gt;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else %}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&lt;h2&gt;</a:t>
            </a:r>
            <a:r>
              <a:rPr lang="zh-TW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找不到指定的手機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&lt;/h2&gt;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endif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&lt;/div&gt;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{%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endblock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%}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274320" lvl="1" indent="0">
              <a:buNone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0283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detail.html</a:t>
            </a:r>
            <a:r>
              <a:rPr lang="zh-TW" altLang="zh-TW" dirty="0"/>
              <a:t>的執行畫面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0E8E5D8-0B78-A36E-039A-AE0F323E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348880"/>
            <a:ext cx="6192688" cy="395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25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網站模板製作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找不到指定手機的畫面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C94C3084-2672-A33A-0647-67BD8311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2564904"/>
            <a:ext cx="7636429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20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Product</a:t>
            </a:r>
            <a:r>
              <a:rPr lang="zh-TW" altLang="zh-TW" dirty="0"/>
              <a:t>預設的管理頁面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815F5D-6A49-033D-9A60-48535CEB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07193"/>
            <a:ext cx="7056784" cy="435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9978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原本</a:t>
            </a:r>
            <a:r>
              <a:rPr lang="en-US" altLang="zh-TW" dirty="0"/>
              <a:t>admin.py</a:t>
            </a:r>
            <a:r>
              <a:rPr lang="zh-TW" altLang="en-US" dirty="0"/>
              <a:t>中</a:t>
            </a:r>
            <a:r>
              <a:rPr lang="zh-TW" altLang="zh-TW" dirty="0"/>
              <a:t>設定要管理的</a:t>
            </a:r>
            <a:r>
              <a:rPr lang="en-US" altLang="zh-TW" dirty="0"/>
              <a:t>Model</a:t>
            </a:r>
            <a:r>
              <a:rPr lang="zh-TW" altLang="zh-TW" dirty="0"/>
              <a:t>類別：</a:t>
            </a:r>
          </a:p>
          <a:p>
            <a:pPr marL="274320" lvl="1" indent="0">
              <a:buNone/>
            </a:pP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models.Prodcut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改為如下：</a:t>
            </a: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class </a:t>
            </a:r>
            <a:r>
              <a:rPr lang="en-US" altLang="zh-TW" dirty="0" err="1">
                <a:solidFill>
                  <a:srgbClr val="FF0000"/>
                </a:solidFill>
              </a:rPr>
              <a:t>ProductAdmin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 err="1">
                <a:solidFill>
                  <a:srgbClr val="FF0000"/>
                </a:solidFill>
              </a:rPr>
              <a:t>admin.ModelAdmin</a:t>
            </a:r>
            <a:r>
              <a:rPr lang="en-US" altLang="zh-TW" dirty="0">
                <a:solidFill>
                  <a:srgbClr val="FF0000"/>
                </a:solidFill>
              </a:rPr>
              <a:t>):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	</a:t>
            </a:r>
            <a:r>
              <a:rPr lang="en-US" altLang="zh-TW" dirty="0" err="1">
                <a:solidFill>
                  <a:srgbClr val="FF0000"/>
                </a:solidFill>
              </a:rPr>
              <a:t>list_display</a:t>
            </a:r>
            <a:r>
              <a:rPr lang="en-US" altLang="zh-TW" dirty="0">
                <a:solidFill>
                  <a:srgbClr val="FF0000"/>
                </a:solidFill>
              </a:rPr>
              <a:t>=('</a:t>
            </a:r>
            <a:r>
              <a:rPr lang="en-US" altLang="zh-TW" dirty="0" err="1">
                <a:solidFill>
                  <a:srgbClr val="FF0000"/>
                </a:solidFill>
              </a:rPr>
              <a:t>pmodel</a:t>
            </a:r>
            <a:r>
              <a:rPr lang="en-US" altLang="zh-TW" dirty="0">
                <a:solidFill>
                  <a:srgbClr val="FF0000"/>
                </a:solidFill>
              </a:rPr>
              <a:t>', 'nickname', 'price', 'year')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 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 err="1"/>
              <a:t>admin.site.register</a:t>
            </a:r>
            <a:r>
              <a:rPr lang="en-US" altLang="zh-TW" dirty="0"/>
              <a:t>(</a:t>
            </a:r>
            <a:r>
              <a:rPr lang="en-US" altLang="zh-TW" dirty="0" err="1"/>
              <a:t>models.Product</a:t>
            </a:r>
            <a:r>
              <a:rPr lang="en-US" altLang="zh-TW" dirty="0"/>
              <a:t>, </a:t>
            </a:r>
            <a:r>
              <a:rPr lang="en-US" altLang="zh-TW" dirty="0" err="1">
                <a:solidFill>
                  <a:srgbClr val="FF0000"/>
                </a:solidFill>
              </a:rPr>
              <a:t>ProductAdmin</a:t>
            </a:r>
            <a:r>
              <a:rPr lang="en-US" altLang="zh-TW" dirty="0"/>
              <a:t>)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28453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增加額外欄位的</a:t>
            </a:r>
            <a:r>
              <a:rPr lang="en-US" altLang="zh-TW" dirty="0"/>
              <a:t>Product</a:t>
            </a:r>
            <a:r>
              <a:rPr lang="zh-TW" altLang="zh-TW" dirty="0"/>
              <a:t>管理頁面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148BB9-81E8-00F3-80C8-0988A1865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07193"/>
            <a:ext cx="7200800" cy="444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736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增加自訂排序的功能以及搜尋的功能，進一步把</a:t>
            </a:r>
            <a:r>
              <a:rPr lang="en-US" altLang="zh-TW" dirty="0"/>
              <a:t>admin.py</a:t>
            </a:r>
            <a:r>
              <a:rPr lang="zh-TW" altLang="zh-TW" dirty="0"/>
              <a:t>修改如下：</a:t>
            </a:r>
          </a:p>
          <a:p>
            <a:pPr marL="274320" lvl="1" indent="0">
              <a:buNone/>
            </a:pPr>
            <a:r>
              <a:rPr lang="en-US" altLang="zh-TW" dirty="0"/>
              <a:t>class </a:t>
            </a:r>
            <a:r>
              <a:rPr lang="en-US" altLang="zh-TW" dirty="0" err="1"/>
              <a:t>ProductAdmin</a:t>
            </a:r>
            <a:r>
              <a:rPr lang="en-US" altLang="zh-TW" dirty="0"/>
              <a:t>(</a:t>
            </a:r>
            <a:r>
              <a:rPr lang="en-US" altLang="zh-TW" dirty="0" err="1"/>
              <a:t>admin.ModelAdmin</a:t>
            </a:r>
            <a:r>
              <a:rPr lang="en-US" altLang="zh-TW" dirty="0"/>
              <a:t>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/>
              <a:t>list_display</a:t>
            </a:r>
            <a:r>
              <a:rPr lang="en-US" altLang="zh-TW" dirty="0"/>
              <a:t>=('</a:t>
            </a:r>
            <a:r>
              <a:rPr lang="en-US" altLang="zh-TW" dirty="0" err="1"/>
              <a:t>pmodel</a:t>
            </a:r>
            <a:r>
              <a:rPr lang="en-US" altLang="zh-TW" dirty="0"/>
              <a:t>', 'nickname', 'price', 'year')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 err="1">
                <a:solidFill>
                  <a:srgbClr val="FF0000"/>
                </a:solidFill>
              </a:rPr>
              <a:t>search_fields</a:t>
            </a:r>
            <a:r>
              <a:rPr lang="en-US" altLang="zh-TW" dirty="0">
                <a:solidFill>
                  <a:srgbClr val="FF0000"/>
                </a:solidFill>
              </a:rPr>
              <a:t>=('nickname',)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	</a:t>
            </a:r>
            <a:r>
              <a:rPr lang="en-US" altLang="zh-TW" dirty="0">
                <a:solidFill>
                  <a:srgbClr val="FF0000"/>
                </a:solidFill>
              </a:rPr>
              <a:t>ordering = ('-price', )</a:t>
            </a:r>
            <a:endParaRPr lang="zh-TW" altLang="zh-TW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8572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加上排序以及搜尋功能的產品管理頁面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AD52F9F-4A65-424D-9A5B-1AFE509F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8" y="2007193"/>
            <a:ext cx="7200800" cy="44458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86AB853-D4FB-8A89-18E8-4EC78EF016E5}"/>
              </a:ext>
            </a:extLst>
          </p:cNvPr>
          <p:cNvSpPr/>
          <p:nvPr/>
        </p:nvSpPr>
        <p:spPr>
          <a:xfrm>
            <a:off x="3328978" y="3828227"/>
            <a:ext cx="3043222" cy="3208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3F41DA-CF78-69FC-A6CE-68E02F97A870}"/>
              </a:ext>
            </a:extLst>
          </p:cNvPr>
          <p:cNvSpPr/>
          <p:nvPr/>
        </p:nvSpPr>
        <p:spPr>
          <a:xfrm>
            <a:off x="5940152" y="4509120"/>
            <a:ext cx="1224136" cy="1728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9650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</a:rPr>
              <a:t>verbose:</a:t>
            </a:r>
            <a:r>
              <a:rPr lang="zh-TW" altLang="en-US" dirty="0">
                <a:solidFill>
                  <a:srgbClr val="FF0000"/>
                </a:solidFill>
              </a:rPr>
              <a:t>別名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5142312"/>
          </a:xfrm>
        </p:spPr>
        <p:txBody>
          <a:bodyPr>
            <a:normAutofit lnSpcReduction="10000"/>
          </a:bodyPr>
          <a:lstStyle/>
          <a:p>
            <a:r>
              <a:rPr lang="zh-TW" altLang="zh-TW" dirty="0"/>
              <a:t>同樣以</a:t>
            </a:r>
            <a:r>
              <a:rPr lang="en-US" altLang="zh-TW" dirty="0"/>
              <a:t>Product</a:t>
            </a:r>
            <a:r>
              <a:rPr lang="zh-TW" altLang="zh-TW" dirty="0"/>
              <a:t>這個類別為例，修改</a:t>
            </a:r>
            <a:r>
              <a:rPr lang="en-US" altLang="zh-TW" dirty="0"/>
              <a:t>models.py</a:t>
            </a:r>
            <a:r>
              <a:rPr lang="zh-TW" altLang="zh-TW" dirty="0"/>
              <a:t>：</a:t>
            </a:r>
          </a:p>
          <a:p>
            <a:pPr marL="274320" lvl="1" indent="0">
              <a:buNone/>
            </a:pPr>
            <a:r>
              <a:rPr lang="en-US" altLang="zh-TW" dirty="0"/>
              <a:t>class Product(</a:t>
            </a:r>
            <a:r>
              <a:rPr lang="en-US" altLang="zh-TW" dirty="0" err="1"/>
              <a:t>models.Model</a:t>
            </a:r>
            <a:r>
              <a:rPr lang="en-US" altLang="zh-TW" dirty="0"/>
              <a:t>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pmodel</a:t>
            </a:r>
            <a:r>
              <a:rPr lang="en-US" altLang="zh-TW" dirty="0"/>
              <a:t> = </a:t>
            </a:r>
            <a:r>
              <a:rPr lang="en-US" altLang="zh-TW" dirty="0" err="1"/>
              <a:t>models.ForeignKey</a:t>
            </a:r>
            <a:r>
              <a:rPr lang="en-US" altLang="zh-TW" dirty="0"/>
              <a:t>(</a:t>
            </a:r>
            <a:r>
              <a:rPr lang="en-US" altLang="zh-TW" dirty="0" err="1"/>
              <a:t>PModel</a:t>
            </a:r>
            <a:r>
              <a:rPr lang="en-US" altLang="zh-TW" dirty="0"/>
              <a:t>, </a:t>
            </a:r>
            <a:r>
              <a:rPr lang="en-US" altLang="zh-TW" dirty="0" err="1"/>
              <a:t>on_delete</a:t>
            </a:r>
            <a:r>
              <a:rPr lang="en-US" altLang="zh-TW" dirty="0"/>
              <a:t>=</a:t>
            </a:r>
            <a:r>
              <a:rPr lang="en-US" altLang="zh-TW" dirty="0" err="1"/>
              <a:t>models.CASCADE</a:t>
            </a:r>
            <a:r>
              <a:rPr lang="en-US" altLang="zh-TW" dirty="0"/>
              <a:t>, </a:t>
            </a:r>
            <a:r>
              <a:rPr lang="en-US" altLang="zh-TW" dirty="0" err="1">
                <a:solidFill>
                  <a:srgbClr val="FF0000"/>
                </a:solidFill>
              </a:rPr>
              <a:t>verbose_name</a:t>
            </a:r>
            <a:r>
              <a:rPr lang="en-US" altLang="zh-TW" dirty="0"/>
              <a:t>='</a:t>
            </a:r>
            <a:r>
              <a:rPr lang="zh-TW" altLang="zh-TW" dirty="0"/>
              <a:t>型號</a:t>
            </a:r>
            <a:r>
              <a:rPr lang="en-US" altLang="zh-TW" dirty="0"/>
              <a:t>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nickname = </a:t>
            </a:r>
            <a:r>
              <a:rPr lang="en-US" altLang="zh-TW" dirty="0" err="1"/>
              <a:t>models.CharField</a:t>
            </a:r>
            <a:r>
              <a:rPr lang="en-US" altLang="zh-TW" dirty="0"/>
              <a:t>(</a:t>
            </a:r>
            <a:r>
              <a:rPr lang="en-US" altLang="zh-TW" dirty="0" err="1"/>
              <a:t>max_length</a:t>
            </a:r>
            <a:r>
              <a:rPr lang="en-US" altLang="zh-TW" dirty="0"/>
              <a:t>=15, default='</a:t>
            </a:r>
            <a:r>
              <a:rPr lang="zh-TW" altLang="zh-TW" dirty="0"/>
              <a:t>超值二手機</a:t>
            </a:r>
            <a:r>
              <a:rPr lang="en-US" altLang="zh-TW" dirty="0"/>
              <a:t>', </a:t>
            </a:r>
            <a:r>
              <a:rPr lang="en-US" altLang="zh-TW" dirty="0" err="1"/>
              <a:t>verbose_name</a:t>
            </a:r>
            <a:r>
              <a:rPr lang="en-US" altLang="zh-TW" dirty="0"/>
              <a:t>='</a:t>
            </a:r>
            <a:r>
              <a:rPr lang="zh-TW" altLang="zh-TW" dirty="0"/>
              <a:t>摘要</a:t>
            </a:r>
            <a:r>
              <a:rPr lang="en-US" altLang="zh-TW" dirty="0"/>
              <a:t>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description = </a:t>
            </a:r>
            <a:r>
              <a:rPr lang="en-US" altLang="zh-TW" dirty="0" err="1"/>
              <a:t>models.TextField</a:t>
            </a:r>
            <a:r>
              <a:rPr lang="en-US" altLang="zh-TW" dirty="0"/>
              <a:t>(default='</a:t>
            </a:r>
            <a:r>
              <a:rPr lang="zh-TW" altLang="zh-TW" dirty="0"/>
              <a:t>暫無說明</a:t>
            </a:r>
            <a:r>
              <a:rPr lang="en-US" altLang="zh-TW" dirty="0"/>
              <a:t>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year = </a:t>
            </a:r>
            <a:r>
              <a:rPr lang="en-US" altLang="zh-TW" dirty="0" err="1"/>
              <a:t>models.PositiveIntegerField</a:t>
            </a:r>
            <a:r>
              <a:rPr lang="en-US" altLang="zh-TW" dirty="0"/>
              <a:t>(default=2016, </a:t>
            </a:r>
            <a:r>
              <a:rPr lang="en-US" altLang="zh-TW" dirty="0" err="1">
                <a:solidFill>
                  <a:srgbClr val="FF0000"/>
                </a:solidFill>
              </a:rPr>
              <a:t>verbose_name</a:t>
            </a:r>
            <a:r>
              <a:rPr lang="en-US" altLang="zh-TW" dirty="0"/>
              <a:t>='</a:t>
            </a:r>
            <a:r>
              <a:rPr lang="zh-TW" altLang="zh-TW" dirty="0"/>
              <a:t>出廠年份</a:t>
            </a:r>
            <a:r>
              <a:rPr lang="en-US" altLang="zh-TW" dirty="0"/>
              <a:t>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price = </a:t>
            </a:r>
            <a:r>
              <a:rPr lang="en-US" altLang="zh-TW" dirty="0" err="1"/>
              <a:t>models.PositiveIntegerField</a:t>
            </a:r>
            <a:r>
              <a:rPr lang="en-US" altLang="zh-TW" dirty="0"/>
              <a:t>(default=0, </a:t>
            </a:r>
            <a:r>
              <a:rPr lang="en-US" altLang="zh-TW" dirty="0" err="1">
                <a:solidFill>
                  <a:srgbClr val="FF0000"/>
                </a:solidFill>
              </a:rPr>
              <a:t>verbose_name</a:t>
            </a:r>
            <a:r>
              <a:rPr lang="en-US" altLang="zh-TW" dirty="0"/>
              <a:t>='</a:t>
            </a:r>
            <a:r>
              <a:rPr lang="zh-TW" altLang="zh-TW" dirty="0"/>
              <a:t>價格</a:t>
            </a:r>
            <a:r>
              <a:rPr lang="en-US" altLang="zh-TW" dirty="0"/>
              <a:t>')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 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__</a:t>
            </a:r>
            <a:r>
              <a:rPr lang="en-US" altLang="zh-TW" dirty="0" err="1"/>
              <a:t>str</a:t>
            </a:r>
            <a:r>
              <a:rPr lang="en-US" altLang="zh-TW" dirty="0"/>
              <a:t>__(self):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return </a:t>
            </a:r>
            <a:r>
              <a:rPr lang="en-US" altLang="zh-TW" dirty="0" err="1"/>
              <a:t>self.nickname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924628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調整</a:t>
            </a:r>
            <a:r>
              <a:rPr lang="en-US" altLang="zh-TW" dirty="0"/>
              <a:t>admin</a:t>
            </a:r>
            <a:r>
              <a:rPr lang="zh-TW" altLang="zh-TW" dirty="0"/>
              <a:t>管理網頁的外觀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修正為中文欄位名稱的畫面例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4E2B52-7A8D-C188-E5D8-A7F5F2DF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75278"/>
            <a:ext cx="7560840" cy="466807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7724FD5-B4E4-C8B2-1A46-0ABFE5548A08}"/>
              </a:ext>
            </a:extLst>
          </p:cNvPr>
          <p:cNvSpPr/>
          <p:nvPr/>
        </p:nvSpPr>
        <p:spPr>
          <a:xfrm>
            <a:off x="3347864" y="4509120"/>
            <a:ext cx="4824536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7180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Django</a:t>
            </a:r>
            <a:r>
              <a:rPr lang="zh-TW" altLang="zh-TW" dirty="0"/>
              <a:t>使用</a:t>
            </a:r>
            <a:r>
              <a:rPr lang="en-US" altLang="zh-TW" dirty="0"/>
              <a:t>MySQL</a:t>
            </a:r>
            <a:r>
              <a:rPr lang="zh-TW" altLang="zh-TW" dirty="0"/>
              <a:t>資料庫系統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SQLite</a:t>
            </a:r>
            <a:r>
              <a:rPr lang="zh-TW" altLang="zh-TW" dirty="0"/>
              <a:t>只是一個測試用的小型資料庫系統，真正在網站中使用的資料庫還是要以</a:t>
            </a:r>
            <a:r>
              <a:rPr lang="en-US" altLang="zh-TW" dirty="0"/>
              <a:t>MySQL</a:t>
            </a:r>
            <a:r>
              <a:rPr lang="zh-TW" altLang="zh-TW" dirty="0"/>
              <a:t>之類的正式資料庫系統才</a:t>
            </a:r>
            <a:r>
              <a:rPr lang="zh-TW" altLang="zh-TW"/>
              <a:t>行。</a:t>
            </a:r>
            <a:endParaRPr lang="en-US" altLang="zh-TW"/>
          </a:p>
          <a:p>
            <a:r>
              <a:rPr lang="zh-TW" altLang="zh-TW"/>
              <a:t>在</a:t>
            </a:r>
            <a:r>
              <a:rPr lang="zh-TW" altLang="zh-TW" dirty="0"/>
              <a:t>本節中將會說明如何在自己的電腦中架構一個</a:t>
            </a:r>
            <a:r>
              <a:rPr lang="en-US" altLang="zh-TW" dirty="0"/>
              <a:t>MySQL</a:t>
            </a:r>
            <a:r>
              <a:rPr lang="zh-TW" altLang="zh-TW" dirty="0"/>
              <a:t>伺服器，並在</a:t>
            </a:r>
            <a:r>
              <a:rPr lang="en-US" altLang="zh-TW" dirty="0"/>
              <a:t>Django</a:t>
            </a:r>
            <a:r>
              <a:rPr lang="zh-TW" altLang="zh-TW" dirty="0"/>
              <a:t>網站中連接使用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00767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8DD2-1051-94D0-1520-B012A14B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1744A-EB19-B3EA-9480-0683B537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/>
              <a:t>Django</a:t>
            </a:r>
            <a:r>
              <a:rPr lang="zh-TW" altLang="zh-TW" dirty="0"/>
              <a:t>使用</a:t>
            </a:r>
            <a:r>
              <a:rPr lang="en-US" altLang="zh-TW" dirty="0"/>
              <a:t>MySQL</a:t>
            </a:r>
            <a:r>
              <a:rPr lang="zh-TW" altLang="zh-TW" dirty="0"/>
              <a:t>資料庫系統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A0384DA-8146-4E85-F200-349E29E1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5E266E-C094-C63C-CBCD-B7EC86140C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https://mariadb.org/download/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5E569D-9516-6D26-0ECF-A4A6091F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5406"/>
            <a:ext cx="9144000" cy="198718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B6FA882-9922-F811-BAEF-BEE07FF978ED}"/>
              </a:ext>
            </a:extLst>
          </p:cNvPr>
          <p:cNvSpPr/>
          <p:nvPr/>
        </p:nvSpPr>
        <p:spPr>
          <a:xfrm>
            <a:off x="2555776" y="2435406"/>
            <a:ext cx="1080120" cy="41753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628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(Ubuntu)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要在開發環境中使用</a:t>
            </a:r>
            <a:r>
              <a:rPr lang="en-US" altLang="zh-TW" dirty="0"/>
              <a:t>MySQL</a:t>
            </a:r>
            <a:r>
              <a:rPr lang="zh-TW" altLang="zh-TW" dirty="0"/>
              <a:t>做為後台的資料庫系統，有以下幾個步驟：</a:t>
            </a:r>
          </a:p>
          <a:p>
            <a:pPr lvl="1"/>
            <a:r>
              <a:rPr lang="zh-TW" altLang="zh-TW" dirty="0"/>
              <a:t>在開發環境中安裝</a:t>
            </a:r>
            <a:r>
              <a:rPr lang="en-US" altLang="zh-TW" dirty="0"/>
              <a:t>MySQL</a:t>
            </a:r>
            <a:r>
              <a:rPr lang="zh-TW" altLang="zh-TW" dirty="0"/>
              <a:t>伺服器</a:t>
            </a:r>
          </a:p>
          <a:p>
            <a:pPr lvl="1"/>
            <a:r>
              <a:rPr lang="zh-TW" altLang="zh-TW" dirty="0"/>
              <a:t>安裝</a:t>
            </a:r>
            <a:r>
              <a:rPr lang="en-US" altLang="zh-TW" dirty="0"/>
              <a:t>Python</a:t>
            </a:r>
            <a:r>
              <a:rPr lang="zh-TW" altLang="zh-TW" dirty="0"/>
              <a:t>和</a:t>
            </a:r>
            <a:r>
              <a:rPr lang="en-US" altLang="zh-TW" dirty="0"/>
              <a:t>MySQL</a:t>
            </a:r>
            <a:r>
              <a:rPr lang="zh-TW" altLang="zh-TW" dirty="0"/>
              <a:t>之間的連接驅動程式</a:t>
            </a:r>
          </a:p>
          <a:p>
            <a:pPr lvl="1"/>
            <a:r>
              <a:rPr lang="zh-TW" altLang="zh-TW" dirty="0"/>
              <a:t>修改</a:t>
            </a:r>
            <a:r>
              <a:rPr lang="en-US" altLang="zh-TW" dirty="0"/>
              <a:t>settings.py</a:t>
            </a:r>
            <a:r>
              <a:rPr lang="zh-TW" altLang="zh-TW" dirty="0"/>
              <a:t>中的設定，提供</a:t>
            </a:r>
            <a:r>
              <a:rPr lang="en-US" altLang="zh-TW" dirty="0"/>
              <a:t>MySQL</a:t>
            </a:r>
            <a:r>
              <a:rPr lang="zh-TW" altLang="zh-TW" dirty="0"/>
              <a:t>的連結資訊</a:t>
            </a:r>
          </a:p>
        </p:txBody>
      </p:sp>
    </p:spTree>
    <p:extLst>
      <p:ext uri="{BB962C8B-B14F-4D97-AF65-F5344CB8AC3E}">
        <p14:creationId xmlns:p14="http://schemas.microsoft.com/office/powerpoint/2010/main" val="330381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(Ubuntu)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zh-TW" dirty="0"/>
              <a:t>使用</a:t>
            </a:r>
            <a:r>
              <a:rPr lang="en-US" altLang="zh-TW" dirty="0"/>
              <a:t>Ubuntu</a:t>
            </a:r>
            <a:r>
              <a:rPr lang="zh-TW" altLang="zh-TW" dirty="0"/>
              <a:t>虛擬機做為開發環境，可以使用以下的指令安裝</a:t>
            </a:r>
            <a:r>
              <a:rPr lang="en-US" altLang="zh-TW" dirty="0"/>
              <a:t>MySQL</a:t>
            </a:r>
            <a:r>
              <a:rPr lang="zh-TW" altLang="zh-TW" dirty="0"/>
              <a:t>伺服器以及客戶端程式：</a:t>
            </a:r>
          </a:p>
          <a:p>
            <a:pPr marL="274320" lvl="1" indent="0">
              <a:buNone/>
            </a:pPr>
            <a:r>
              <a:rPr lang="en-US" altLang="zh-TW" dirty="0"/>
              <a:t>#apt-get update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#apt-get upgrade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#apt-get install </a:t>
            </a:r>
            <a:r>
              <a:rPr lang="en-US" altLang="zh-TW" dirty="0" err="1"/>
              <a:t>mysql</a:t>
            </a:r>
            <a:r>
              <a:rPr lang="en-US" altLang="zh-TW" dirty="0"/>
              <a:t>-server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#apt-get install </a:t>
            </a:r>
            <a:r>
              <a:rPr lang="en-US" altLang="zh-TW" dirty="0" err="1"/>
              <a:t>mysql</a:t>
            </a:r>
            <a:r>
              <a:rPr lang="en-US" altLang="zh-TW" dirty="0"/>
              <a:t>-client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#</a:t>
            </a:r>
            <a:r>
              <a:rPr lang="en-US" altLang="zh-TW" dirty="0" err="1"/>
              <a:t>mysql_secure_installation</a:t>
            </a:r>
            <a:endParaRPr lang="zh-TW" altLang="zh-TW" dirty="0"/>
          </a:p>
          <a:p>
            <a:r>
              <a:rPr lang="zh-TW" altLang="zh-TW" dirty="0"/>
              <a:t>使用預設</a:t>
            </a:r>
            <a:r>
              <a:rPr lang="en-US" altLang="zh-TW" dirty="0" err="1">
                <a:solidFill>
                  <a:srgbClr val="FF0000"/>
                </a:solidFill>
              </a:rPr>
              <a:t>mysql</a:t>
            </a:r>
            <a:r>
              <a:rPr lang="en-US" altLang="zh-TW" dirty="0">
                <a:solidFill>
                  <a:srgbClr val="FF0000"/>
                </a:solidFill>
              </a:rPr>
              <a:t> -u root -p</a:t>
            </a:r>
            <a:r>
              <a:rPr lang="zh-TW" altLang="zh-TW" dirty="0"/>
              <a:t>的</a:t>
            </a:r>
            <a:r>
              <a:rPr lang="en-US" altLang="zh-TW" dirty="0"/>
              <a:t>MySQL</a:t>
            </a:r>
            <a:r>
              <a:rPr lang="zh-TW" altLang="zh-TW" dirty="0"/>
              <a:t>交談式操作介面試試看能否順利登入</a:t>
            </a:r>
            <a:r>
              <a:rPr lang="zh-TW" altLang="zh-TW"/>
              <a:t>進去。</a:t>
            </a:r>
            <a:endParaRPr lang="en-US" altLang="zh-TW"/>
          </a:p>
          <a:p>
            <a:r>
              <a:rPr lang="zh-TW" altLang="zh-TW"/>
              <a:t>登入</a:t>
            </a:r>
            <a:r>
              <a:rPr lang="zh-TW" altLang="zh-TW" dirty="0"/>
              <a:t>之後，再使用「</a:t>
            </a:r>
            <a:r>
              <a:rPr lang="en-US" altLang="zh-TW" dirty="0">
                <a:solidFill>
                  <a:srgbClr val="FF0000"/>
                </a:solidFill>
              </a:rPr>
              <a:t>create database </a:t>
            </a:r>
            <a:r>
              <a:rPr lang="en-US" altLang="zh-TW" dirty="0" err="1">
                <a:solidFill>
                  <a:srgbClr val="FF0000"/>
                </a:solidFill>
              </a:rPr>
              <a:t>mydb</a:t>
            </a:r>
            <a:r>
              <a:rPr lang="en-US" altLang="zh-TW" dirty="0"/>
              <a:t>;</a:t>
            </a:r>
            <a:r>
              <a:rPr lang="zh-TW" altLang="zh-TW" dirty="0"/>
              <a:t>」建立一個待會在</a:t>
            </a:r>
            <a:r>
              <a:rPr lang="en-US" altLang="zh-TW" dirty="0"/>
              <a:t>Django</a:t>
            </a:r>
            <a:r>
              <a:rPr lang="zh-TW" altLang="zh-TW" dirty="0"/>
              <a:t>網站中要使用的資料庫</a:t>
            </a:r>
            <a:r>
              <a:rPr lang="en-US" altLang="zh-TW" dirty="0" err="1"/>
              <a:t>mydb</a:t>
            </a:r>
            <a:r>
              <a:rPr lang="zh-TW" altLang="zh-TW" dirty="0"/>
              <a:t>（名稱可自定）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18149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(Ubuntu)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安裝</a:t>
            </a:r>
            <a:r>
              <a:rPr lang="en-US" altLang="zh-TW" dirty="0" err="1"/>
              <a:t>mysql</a:t>
            </a:r>
            <a:r>
              <a:rPr lang="en-US" altLang="zh-TW" dirty="0"/>
              <a:t>-python</a:t>
            </a:r>
            <a:r>
              <a:rPr lang="zh-TW" altLang="zh-TW" dirty="0"/>
              <a:t>，屬於</a:t>
            </a:r>
            <a:r>
              <a:rPr lang="en-US" altLang="zh-TW" dirty="0"/>
              <a:t>Python</a:t>
            </a:r>
            <a:r>
              <a:rPr lang="zh-TW" altLang="zh-TW" dirty="0"/>
              <a:t>的</a:t>
            </a:r>
            <a:r>
              <a:rPr lang="en-US" altLang="zh-TW" dirty="0"/>
              <a:t>MySQL</a:t>
            </a:r>
            <a:r>
              <a:rPr lang="zh-TW" altLang="zh-TW" dirty="0"/>
              <a:t>驅動程式，步驟如下：</a:t>
            </a:r>
          </a:p>
          <a:p>
            <a:pPr lvl="1"/>
            <a:r>
              <a:rPr lang="en-US" altLang="zh-TW" dirty="0"/>
              <a:t>#apt-get </a:t>
            </a:r>
            <a:r>
              <a:rPr lang="en-US" altLang="zh-TW"/>
              <a:t>install python3-dev </a:t>
            </a:r>
            <a:r>
              <a:rPr lang="en-US" altLang="zh-TW" dirty="0" err="1"/>
              <a:t>libmysqlclient</a:t>
            </a:r>
            <a:r>
              <a:rPr lang="en-US" altLang="zh-TW" dirty="0"/>
              <a:t>-dev</a:t>
            </a:r>
            <a:endParaRPr lang="zh-TW" altLang="zh-TW" dirty="0"/>
          </a:p>
          <a:p>
            <a:pPr lvl="1"/>
            <a:r>
              <a:rPr lang="zh-TW" altLang="zh-TW" dirty="0"/>
              <a:t>進入虛擬環境</a:t>
            </a:r>
          </a:p>
          <a:p>
            <a:pPr lvl="1"/>
            <a:r>
              <a:rPr lang="en-US" altLang="zh-TW" dirty="0"/>
              <a:t>#pip install  </a:t>
            </a:r>
            <a:r>
              <a:rPr lang="en-US" altLang="zh-TW" dirty="0" err="1"/>
              <a:t>mysqlclient</a:t>
            </a:r>
            <a:endParaRPr lang="en-US" altLang="zh-TW" dirty="0"/>
          </a:p>
          <a:p>
            <a:r>
              <a:rPr lang="zh-TW" altLang="zh-TW" dirty="0"/>
              <a:t>進入</a:t>
            </a:r>
            <a:r>
              <a:rPr lang="en-US" altLang="zh-TW" dirty="0"/>
              <a:t>Python</a:t>
            </a:r>
            <a:r>
              <a:rPr lang="zh-TW" altLang="zh-TW" dirty="0"/>
              <a:t>的交談式介面，</a:t>
            </a:r>
            <a:r>
              <a:rPr lang="zh-TW" altLang="en-US" dirty="0"/>
              <a:t>測試</a:t>
            </a:r>
            <a:r>
              <a:rPr lang="zh-TW" altLang="zh-TW" dirty="0"/>
              <a:t>是否能夠順利執行指令「</a:t>
            </a:r>
            <a:r>
              <a:rPr lang="en-US" altLang="zh-TW" dirty="0">
                <a:solidFill>
                  <a:srgbClr val="FF0000"/>
                </a:solidFill>
              </a:rPr>
              <a:t>import </a:t>
            </a:r>
            <a:r>
              <a:rPr lang="en-US" altLang="zh-TW" dirty="0" err="1">
                <a:solidFill>
                  <a:srgbClr val="FF0000"/>
                </a:solidFill>
              </a:rPr>
              <a:t>MySQLdb</a:t>
            </a:r>
            <a:r>
              <a:rPr lang="zh-TW" altLang="zh-TW" dirty="0"/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1415214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(Ubuntu)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58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zh-TW" dirty="0"/>
              <a:t>到</a:t>
            </a:r>
            <a:r>
              <a:rPr lang="en-US" altLang="zh-TW" dirty="0"/>
              <a:t>settings.py</a:t>
            </a:r>
            <a:r>
              <a:rPr lang="zh-TW" altLang="zh-TW" dirty="0"/>
              <a:t>中修改資料庫的相關設定，如下所示：</a:t>
            </a:r>
          </a:p>
          <a:p>
            <a:pPr marL="274320" lvl="1" indent="0">
              <a:buNone/>
            </a:pPr>
            <a:r>
              <a:rPr lang="en-US" altLang="zh-TW" dirty="0"/>
              <a:t>DATABASES = {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'default': {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'ENGINE': '</a:t>
            </a:r>
            <a:r>
              <a:rPr lang="en-US" altLang="zh-TW" dirty="0" err="1">
                <a:solidFill>
                  <a:srgbClr val="FF0000"/>
                </a:solidFill>
              </a:rPr>
              <a:t>django.db.backends.mysql</a:t>
            </a:r>
            <a:r>
              <a:rPr lang="en-US" altLang="zh-TW" dirty="0"/>
              <a:t>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'NAME': '</a:t>
            </a:r>
            <a:r>
              <a:rPr lang="zh-TW" altLang="zh-TW" dirty="0"/>
              <a:t>資料庫名稱，此例為</a:t>
            </a:r>
            <a:r>
              <a:rPr lang="en-US" altLang="zh-TW" dirty="0" err="1"/>
              <a:t>mydb</a:t>
            </a:r>
            <a:r>
              <a:rPr lang="en-US" altLang="zh-TW" dirty="0"/>
              <a:t>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'USER': '</a:t>
            </a:r>
            <a:r>
              <a:rPr lang="zh-TW" altLang="zh-TW" dirty="0"/>
              <a:t>連接的帳號</a:t>
            </a:r>
            <a:r>
              <a:rPr lang="en-US" altLang="zh-TW" dirty="0"/>
              <a:t>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'PASSWORD': '</a:t>
            </a:r>
            <a:r>
              <a:rPr lang="zh-TW" altLang="zh-TW" dirty="0"/>
              <a:t>密碼</a:t>
            </a:r>
            <a:r>
              <a:rPr lang="en-US" altLang="zh-TW" dirty="0"/>
              <a:t>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'HOST': 'localhost',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'PORT': '',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'OPTIONS': {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        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init_command</a:t>
            </a:r>
            <a:r>
              <a:rPr lang="en-US" altLang="zh-TW" dirty="0">
                <a:solidFill>
                  <a:srgbClr val="FF0000"/>
                </a:solidFill>
              </a:rPr>
              <a:t>': "SET </a:t>
            </a:r>
            <a:r>
              <a:rPr lang="en-US" altLang="zh-TW" dirty="0" err="1">
                <a:solidFill>
                  <a:srgbClr val="FF0000"/>
                </a:solidFill>
              </a:rPr>
              <a:t>sql_mode</a:t>
            </a:r>
            <a:r>
              <a:rPr lang="en-US" altLang="zh-TW" dirty="0">
                <a:solidFill>
                  <a:srgbClr val="FF0000"/>
                </a:solidFill>
              </a:rPr>
              <a:t>='STRICT_TRANS_TABLES'",</a:t>
            </a:r>
            <a:endParaRPr lang="zh-TW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TW" dirty="0"/>
              <a:t>        },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    }</a:t>
            </a:r>
            <a:endParaRPr lang="zh-TW" altLang="zh-TW" dirty="0"/>
          </a:p>
          <a:p>
            <a:pPr marL="274320" lvl="1" indent="0">
              <a:buNone/>
            </a:pPr>
            <a:r>
              <a:rPr lang="en-US" altLang="zh-TW" dirty="0"/>
              <a:t>}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7393072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(Ubuntu)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59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再執行指令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python manage.py </a:t>
            </a:r>
            <a:r>
              <a:rPr lang="en-US" altLang="zh-TW" dirty="0" err="1">
                <a:solidFill>
                  <a:srgbClr val="FF0000"/>
                </a:solidFill>
              </a:rPr>
              <a:t>makemigrations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python manage.py migrate</a:t>
            </a:r>
          </a:p>
          <a:p>
            <a:r>
              <a:rPr lang="en-US" altLang="zh-TW" dirty="0"/>
              <a:t>Django</a:t>
            </a:r>
            <a:r>
              <a:rPr lang="zh-TW" altLang="zh-TW" dirty="0"/>
              <a:t>就會去連接本地端的資料庫，登入之後，把目前所有的資料庫的資料表結構重新在本地端的</a:t>
            </a:r>
            <a:r>
              <a:rPr lang="en-US" altLang="zh-TW" dirty="0"/>
              <a:t>MySQL</a:t>
            </a:r>
            <a:r>
              <a:rPr lang="zh-TW" altLang="zh-TW" dirty="0"/>
              <a:t>資料庫中建立一遍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9196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60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zh-TW" sz="2400" dirty="0"/>
              <a:t>先在本地端安裝</a:t>
            </a:r>
            <a:r>
              <a:rPr lang="en-US" altLang="zh-TW" sz="2400" dirty="0"/>
              <a:t>MySQL</a:t>
            </a:r>
            <a:r>
              <a:rPr lang="zh-TW" altLang="zh-TW" sz="2400" dirty="0"/>
              <a:t>系統，在</a:t>
            </a:r>
            <a:r>
              <a:rPr lang="en-US" altLang="zh-TW" sz="2400" dirty="0"/>
              <a:t>Windows</a:t>
            </a:r>
            <a:r>
              <a:rPr lang="zh-TW" altLang="zh-TW" sz="2400" dirty="0"/>
              <a:t>下安裝</a:t>
            </a:r>
            <a:r>
              <a:rPr lang="en-US" altLang="zh-TW" sz="2400" dirty="0" err="1"/>
              <a:t>WampServer</a:t>
            </a:r>
            <a:endParaRPr lang="en-US" altLang="zh-TW" sz="2400" dirty="0"/>
          </a:p>
          <a:p>
            <a:r>
              <a:rPr lang="zh-TW" altLang="zh-TW" sz="2400" dirty="0"/>
              <a:t>網址為：</a:t>
            </a:r>
            <a:r>
              <a:rPr lang="en-US" altLang="zh-TW" sz="2400" u="sng" dirty="0">
                <a:hlinkClick r:id="rId2"/>
              </a:rPr>
              <a:t>http://www.wampserver.com/en/</a:t>
            </a:r>
            <a:endParaRPr lang="en-US" altLang="zh-TW" sz="2400" u="sng" dirty="0"/>
          </a:p>
          <a:p>
            <a:r>
              <a:rPr lang="en-US" altLang="zh-TW" sz="2400" dirty="0" err="1"/>
              <a:t>WampServer</a:t>
            </a:r>
            <a:r>
              <a:rPr lang="zh-TW" altLang="zh-TW" sz="2400" dirty="0"/>
              <a:t>下載時的訊息</a:t>
            </a:r>
            <a:endParaRPr lang="zh-TW" altLang="en-US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8BA4531-7FFC-F303-F0C3-CB4D209C4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692" y="3162974"/>
            <a:ext cx="5544616" cy="350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9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61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決定</a:t>
            </a:r>
            <a:r>
              <a:rPr lang="en-US" altLang="zh-TW" dirty="0" err="1"/>
              <a:t>WampServer</a:t>
            </a:r>
            <a:r>
              <a:rPr lang="zh-TW" altLang="zh-TW" dirty="0"/>
              <a:t>主目錄所在的位置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E1CE4656-8FBC-21AE-B61A-22AD580B9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72913"/>
            <a:ext cx="5760640" cy="471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148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62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詢問是否變更預設的瀏覽器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035EDA-DED9-D12B-21F8-13F6EAA1F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090931"/>
            <a:ext cx="5328592" cy="435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975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err="1"/>
              <a:t>WampServer</a:t>
            </a:r>
            <a:r>
              <a:rPr lang="zh-TW" altLang="zh-TW" dirty="0"/>
              <a:t>執行選單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9444F309-55B5-4723-7ABF-7AA1E734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911" y="2009547"/>
            <a:ext cx="4113554" cy="43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234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br>
              <a:rPr lang="en-US" altLang="zh-TW" dirty="0"/>
            </a:br>
            <a:r>
              <a:rPr lang="en-US" altLang="zh-TW" dirty="0" err="1"/>
              <a:t>mysql</a:t>
            </a:r>
            <a:r>
              <a:rPr lang="zh-TW" altLang="en-US" dirty="0"/>
              <a:t>連不上，須解除密碼</a:t>
            </a:r>
            <a:r>
              <a:rPr lang="zh-TW" altLang="en-US" dirty="0">
                <a:hlinkClick r:id="rId3"/>
              </a:rPr>
              <a:t>教學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64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 err="1"/>
              <a:t>phpMyAdmin</a:t>
            </a:r>
            <a:r>
              <a:rPr lang="zh-TW" altLang="zh-TW" dirty="0"/>
              <a:t>建立新的資料庫</a:t>
            </a:r>
            <a:r>
              <a:rPr lang="en-US" altLang="zh-TW" dirty="0"/>
              <a:t>ch07www</a:t>
            </a:r>
            <a:endParaRPr lang="zh-TW" altLang="en-US" dirty="0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FD17E760-DADE-CA07-96FF-08C7FE3E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352" y="2132856"/>
            <a:ext cx="6048672" cy="1457668"/>
          </a:xfrm>
          <a:prstGeom prst="rect">
            <a:avLst/>
          </a:prstGeom>
        </p:spPr>
      </p:pic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83BDCF3F-F936-8A62-0CF4-2B3EE14E5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822" y="3816580"/>
            <a:ext cx="5906356" cy="271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131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zh-TW" dirty="0"/>
              <a:t>安裝</a:t>
            </a:r>
            <a:r>
              <a:rPr lang="en-US" altLang="zh-TW" dirty="0" err="1"/>
              <a:t>mysqlclient</a:t>
            </a:r>
            <a:r>
              <a:rPr lang="zh-TW" altLang="zh-TW" dirty="0"/>
              <a:t>這個模組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pip install </a:t>
            </a:r>
            <a:r>
              <a:rPr lang="en-US" altLang="zh-TW" dirty="0" err="1">
                <a:solidFill>
                  <a:srgbClr val="FF0000"/>
                </a:solidFill>
              </a:rPr>
              <a:t>mysqlclient</a:t>
            </a:r>
            <a:r>
              <a:rPr lang="zh-TW" altLang="zh-TW" dirty="0"/>
              <a:t>安裝</a:t>
            </a:r>
            <a:r>
              <a:rPr lang="en-US" altLang="zh-TW" dirty="0" err="1"/>
              <a:t>mysqlclient</a:t>
            </a:r>
            <a:endParaRPr lang="en-US" altLang="zh-TW" dirty="0"/>
          </a:p>
          <a:p>
            <a:r>
              <a:rPr lang="zh-TW" altLang="en-US" dirty="0"/>
              <a:t>修改</a:t>
            </a:r>
            <a:r>
              <a:rPr lang="en-US" altLang="zh-TW" dirty="0"/>
              <a:t>settings.py</a:t>
            </a:r>
            <a:r>
              <a:rPr lang="zh-TW" altLang="en-US" dirty="0"/>
              <a:t>如下：</a:t>
            </a:r>
          </a:p>
          <a:p>
            <a:pPr marL="274320" lvl="1" indent="0">
              <a:buNone/>
            </a:pPr>
            <a:r>
              <a:rPr lang="en-US" altLang="zh-TW" dirty="0"/>
              <a:t>DATABASES = {</a:t>
            </a:r>
          </a:p>
          <a:p>
            <a:pPr marL="274320" lvl="1" indent="0">
              <a:buNone/>
            </a:pPr>
            <a:r>
              <a:rPr lang="en-US" altLang="zh-TW" dirty="0"/>
              <a:t>    'default': {</a:t>
            </a:r>
          </a:p>
          <a:p>
            <a:pPr marL="274320" lvl="1" indent="0">
              <a:buNone/>
            </a:pPr>
            <a:r>
              <a:rPr lang="en-US" altLang="zh-TW" dirty="0"/>
              <a:t>        'ENGINE': </a:t>
            </a:r>
            <a:r>
              <a:rPr lang="en-US" altLang="zh-TW" dirty="0">
                <a:solidFill>
                  <a:srgbClr val="FF0000"/>
                </a:solidFill>
              </a:rPr>
              <a:t>'</a:t>
            </a:r>
            <a:r>
              <a:rPr lang="en-US" altLang="zh-TW" dirty="0" err="1">
                <a:solidFill>
                  <a:srgbClr val="FF0000"/>
                </a:solidFill>
              </a:rPr>
              <a:t>django.db.backends.mysql</a:t>
            </a:r>
            <a:r>
              <a:rPr lang="en-US" altLang="zh-TW" dirty="0"/>
              <a:t>',</a:t>
            </a:r>
          </a:p>
          <a:p>
            <a:pPr marL="274320" lvl="1" indent="0">
              <a:buNone/>
            </a:pPr>
            <a:r>
              <a:rPr lang="en-US" altLang="zh-TW" dirty="0"/>
              <a:t>        'NAME': 'chwww07',</a:t>
            </a:r>
          </a:p>
          <a:p>
            <a:pPr marL="274320" lvl="1" indent="0">
              <a:buNone/>
            </a:pPr>
            <a:r>
              <a:rPr lang="en-US" altLang="zh-TW" dirty="0"/>
              <a:t>        'USER': 'root',</a:t>
            </a:r>
          </a:p>
          <a:p>
            <a:pPr marL="274320" lvl="1" indent="0">
              <a:buNone/>
            </a:pPr>
            <a:r>
              <a:rPr lang="en-US" altLang="zh-TW" dirty="0"/>
              <a:t>        'PASSWORD': '</a:t>
            </a:r>
            <a:r>
              <a:rPr lang="zh-TW" altLang="en-US" dirty="0"/>
              <a:t>密碼</a:t>
            </a:r>
            <a:r>
              <a:rPr lang="en-US" altLang="zh-TW" dirty="0"/>
              <a:t>',</a:t>
            </a:r>
          </a:p>
          <a:p>
            <a:pPr marL="274320" lvl="1" indent="0">
              <a:buNone/>
            </a:pPr>
            <a:r>
              <a:rPr lang="en-US" altLang="zh-TW" dirty="0"/>
              <a:t>        'HOST': 'localhost',</a:t>
            </a:r>
          </a:p>
          <a:p>
            <a:pPr marL="274320" lvl="1" indent="0">
              <a:buNone/>
            </a:pPr>
            <a:r>
              <a:rPr lang="en-US" altLang="zh-TW" dirty="0"/>
              <a:t>        'PORT': ‘3306',</a:t>
            </a:r>
          </a:p>
          <a:p>
            <a:pPr marL="274320" lvl="1" indent="0">
              <a:buNone/>
            </a:pPr>
            <a:r>
              <a:rPr lang="en-US" altLang="zh-TW" dirty="0"/>
              <a:t>        'OPTIONS': {</a:t>
            </a:r>
          </a:p>
          <a:p>
            <a:pPr marL="274320" lvl="1" indent="0">
              <a:buNone/>
            </a:pPr>
            <a:r>
              <a:rPr lang="en-US" altLang="zh-TW" dirty="0"/>
              <a:t>            '</a:t>
            </a:r>
            <a:r>
              <a:rPr lang="en-US" altLang="zh-TW" dirty="0" err="1"/>
              <a:t>init_command</a:t>
            </a:r>
            <a:r>
              <a:rPr lang="en-US" altLang="zh-TW" dirty="0"/>
              <a:t>': "SET </a:t>
            </a:r>
            <a:r>
              <a:rPr lang="en-US" altLang="zh-TW" dirty="0" err="1"/>
              <a:t>sql_mode</a:t>
            </a:r>
            <a:r>
              <a:rPr lang="en-US" altLang="zh-TW" dirty="0"/>
              <a:t>='STRICT_TRANS_TABLES'",</a:t>
            </a:r>
          </a:p>
          <a:p>
            <a:pPr marL="274320" lvl="1" indent="0">
              <a:buNone/>
            </a:pPr>
            <a:r>
              <a:rPr lang="en-US" altLang="zh-TW" dirty="0"/>
              <a:t>        },</a:t>
            </a:r>
          </a:p>
          <a:p>
            <a:pPr marL="274320" lvl="1" indent="0">
              <a:buNone/>
            </a:pPr>
            <a:r>
              <a:rPr lang="en-US" altLang="zh-TW" dirty="0"/>
              <a:t>    }</a:t>
            </a:r>
          </a:p>
          <a:p>
            <a:pPr marL="274320" lvl="1" indent="0">
              <a:buNone/>
            </a:pPr>
            <a:r>
              <a:rPr lang="en-US" altLang="zh-TW" dirty="0"/>
              <a:t>}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64357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66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執行</a:t>
            </a:r>
            <a:endParaRPr lang="en-US" altLang="zh-TW" dirty="0"/>
          </a:p>
          <a:p>
            <a:pPr lvl="1"/>
            <a:r>
              <a:rPr lang="en-US" altLang="zh-TW" dirty="0"/>
              <a:t>python manage.py </a:t>
            </a:r>
            <a:r>
              <a:rPr lang="en-US" altLang="zh-TW" dirty="0" err="1"/>
              <a:t>makemigrations</a:t>
            </a:r>
            <a:endParaRPr lang="en-US" altLang="zh-TW" dirty="0"/>
          </a:p>
          <a:p>
            <a:pPr lvl="1"/>
            <a:r>
              <a:rPr lang="en-US" altLang="zh-TW" dirty="0"/>
              <a:t>python manage.py migrate</a:t>
            </a:r>
          </a:p>
          <a:p>
            <a:r>
              <a:rPr lang="zh-TW" altLang="zh-TW" dirty="0"/>
              <a:t>之後，網站</a:t>
            </a:r>
            <a:r>
              <a:rPr lang="en-US" altLang="zh-TW" dirty="0"/>
              <a:t>ch07www</a:t>
            </a:r>
            <a:r>
              <a:rPr lang="zh-TW" altLang="zh-TW" dirty="0"/>
              <a:t>即可順利地使用運行在本地端</a:t>
            </a:r>
            <a:r>
              <a:rPr lang="en-US" altLang="zh-TW" dirty="0" err="1"/>
              <a:t>WampServer</a:t>
            </a:r>
            <a:r>
              <a:rPr lang="zh-TW" altLang="zh-TW" dirty="0"/>
              <a:t>之下的</a:t>
            </a:r>
            <a:r>
              <a:rPr lang="en-US" altLang="zh-TW" dirty="0"/>
              <a:t>MySQL</a:t>
            </a:r>
            <a:r>
              <a:rPr lang="zh-TW" altLang="zh-TW" dirty="0"/>
              <a:t>伺服器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81457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dirty="0"/>
              <a:t>安裝開發環境中的</a:t>
            </a:r>
            <a:r>
              <a:rPr lang="en-US" altLang="zh-TW" dirty="0"/>
              <a:t>MySQL</a:t>
            </a:r>
            <a:r>
              <a:rPr lang="zh-TW" altLang="zh-TW" dirty="0"/>
              <a:t>連接環境</a:t>
            </a:r>
            <a:r>
              <a:rPr lang="en-US" altLang="zh-TW" dirty="0"/>
              <a:t> (Windows)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67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zh-TW" dirty="0"/>
              <a:t>在</a:t>
            </a:r>
            <a:r>
              <a:rPr lang="en-US" altLang="zh-TW" dirty="0" err="1"/>
              <a:t>WampServer</a:t>
            </a:r>
            <a:r>
              <a:rPr lang="zh-TW" altLang="zh-TW" dirty="0"/>
              <a:t>的</a:t>
            </a:r>
            <a:r>
              <a:rPr lang="en-US" altLang="zh-TW" dirty="0"/>
              <a:t>MySQL</a:t>
            </a:r>
            <a:r>
              <a:rPr lang="zh-TW" altLang="zh-TW" dirty="0"/>
              <a:t>伺服器中建立的</a:t>
            </a:r>
            <a:r>
              <a:rPr lang="en-US" altLang="zh-TW" dirty="0"/>
              <a:t>MySQL</a:t>
            </a:r>
            <a:r>
              <a:rPr lang="zh-TW" altLang="zh-TW" dirty="0"/>
              <a:t>資料表</a:t>
            </a:r>
            <a:endParaRPr lang="zh-TW" altLang="en-US" dirty="0"/>
          </a:p>
        </p:txBody>
      </p:sp>
      <p:pic>
        <p:nvPicPr>
          <p:cNvPr id="6" name="圖片 5" descr="一張含有 桌 的圖片&#10;&#10;自動產生的描述">
            <a:extLst>
              <a:ext uri="{FF2B5EF4-FFF2-40B4-BE49-F238E27FC236}">
                <a16:creationId xmlns:a16="http://schemas.microsoft.com/office/drawing/2014/main" id="{2E87A1E7-E953-ABB8-090B-1FA6B95A4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73" y="2492896"/>
            <a:ext cx="7298029" cy="375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806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CA8F7-1061-6AC2-BEB4-BBDB9C87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雲端主機的</a:t>
            </a:r>
            <a:r>
              <a:rPr lang="en-US" altLang="zh-TW"/>
              <a:t>MySQL</a:t>
            </a:r>
            <a:r>
              <a:rPr lang="zh-TW" altLang="en-US"/>
              <a:t>遠端連線設定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031A96-CF5D-EC36-B616-B8D6EF16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68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688FCEC-F4EE-5F07-291F-51C8D82F271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434074"/>
            <a:ext cx="4367337" cy="10723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50A1F3C-3473-89D3-23FD-A08030EA6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694677"/>
            <a:ext cx="6120680" cy="393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619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E4A1B-D137-C3A9-99AE-7DEC3B36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Google Cloud Platform</a:t>
            </a:r>
            <a:r>
              <a:rPr lang="zh-TW" altLang="en-US"/>
              <a:t>的資料庫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8AF755-12E0-3EEC-7EB6-250B6117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69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B717794-2B2A-8EA0-612D-C01667D5E5E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56792"/>
            <a:ext cx="2577101" cy="4572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34F1170-35E6-8C36-43EA-7477DC2B3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61" y="1952534"/>
            <a:ext cx="3528392" cy="387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648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E4A1B-D137-C3A9-99AE-7DEC3B36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Google Cloud Platform</a:t>
            </a:r>
            <a:r>
              <a:rPr lang="zh-TW" altLang="en-US"/>
              <a:t>的資料庫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8AF755-12E0-3EEC-7EB6-250B6117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70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B3D6FDE-6DAD-903E-DD6D-B127EB8741B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67697"/>
            <a:ext cx="2952328" cy="471845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DD9C506-325D-5D4E-865E-B3DBE5AA0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710" y="1441535"/>
            <a:ext cx="3701378" cy="360187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34BB1DF-DC72-0FAF-E679-40C17F56E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959" y="5330295"/>
            <a:ext cx="3992880" cy="100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702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36970A-CCCD-9743-9ADE-0A65B14B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DigitalOcean</a:t>
            </a:r>
            <a:r>
              <a:rPr lang="zh-TW" altLang="en-US"/>
              <a:t>資料庫介面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8C202F4-A0E7-5DC6-C93F-3114F723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71</a:t>
            </a:fld>
            <a:endParaRPr lang="zh-TW" altLang="en-US"/>
          </a:p>
        </p:txBody>
      </p:sp>
      <p:pic>
        <p:nvPicPr>
          <p:cNvPr id="5" name="內容版面配置區 4" descr="一張含有 文字 的圖片&#10;&#10;自動產生的描述">
            <a:extLst>
              <a:ext uri="{FF2B5EF4-FFF2-40B4-BE49-F238E27FC236}">
                <a16:creationId xmlns:a16="http://schemas.microsoft.com/office/drawing/2014/main" id="{F71516B3-CBDA-92A5-5C6B-A61ED9B4A5F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17757" y="1988027"/>
            <a:ext cx="7071973" cy="36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1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A5FDBD-A1DC-AD88-B51D-F5810167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DB Browser for SQLite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7EAE09C-53B7-6427-BA81-FA717275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D34B33-CB1C-B5AE-27AE-134045BD91F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/>
              <a:t>https://sqlitebrowser.org/</a:t>
            </a:r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27A75E-7E4A-FDD8-2E97-82FE28C62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64" y="2006902"/>
            <a:ext cx="5832648" cy="444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614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8E094-6E23-833C-4A70-992CCC95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Windows Subsystem for Linux (WSL2)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92993CA-3D86-C007-7864-F2736EF5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73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FE446E-0A9C-4DB5-0761-888DF5A5B8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>
                <a:effectLst/>
                <a:latin typeface="Courier New" panose="02070309020205020404" pitchFamily="49" charset="0"/>
                <a:ea typeface="新細明體" panose="02020500000000000000" pitchFamily="18" charset="-120"/>
                <a:cs typeface="Courier New" panose="02070309020205020404" pitchFamily="49" charset="0"/>
              </a:rPr>
              <a:t>wsl --list --online</a:t>
            </a:r>
          </a:p>
          <a:p>
            <a:pPr marL="0" indent="0">
              <a:buNone/>
            </a:pPr>
            <a:r>
              <a:rPr lang="en-US" altLang="zh-TW" sz="2800">
                <a:latin typeface="Courier New" panose="02070309020205020404" pitchFamily="49" charset="0"/>
                <a:cs typeface="Courier New" panose="02070309020205020404" pitchFamily="49" charset="0"/>
              </a:rPr>
              <a:t>wsl --install  -d ubuntu</a:t>
            </a:r>
            <a:endParaRPr lang="en-US" altLang="zh-TW" sz="3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TW" sz="2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3AF959-337C-C408-5009-48D4F6969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18" y="2780928"/>
            <a:ext cx="6726139" cy="3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982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B1E27-CA82-F03C-5ABF-463DF02C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WSL2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0CB3DA-CBFB-E3DF-DFA4-2F3D5927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74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20B5298-6D59-5AFD-433F-1F851C73B04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04548" y="1557459"/>
            <a:ext cx="5898391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637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2736E-6720-BE44-3592-2F1E68EBE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Docker Desktop for Windows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F2EEB3-5F6E-82E7-C3B8-A4945D6F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DAE699-1B27-08DF-9111-454015D4D6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>
                <a:hlinkClick r:id="rId2"/>
              </a:rPr>
              <a:t>https://docs.docker.com/desktop/install/windows-install/</a:t>
            </a:r>
            <a:endParaRPr lang="en-US" altLang="zh-TW"/>
          </a:p>
          <a:p>
            <a:endParaRPr lang="en-US" altLang="zh-TW"/>
          </a:p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FA09BA-C19D-C458-DFC1-4158D957B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583363"/>
            <a:ext cx="7344816" cy="387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643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8DA5E6-367F-2540-5BF5-667F9663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Docker </a:t>
            </a:r>
            <a:r>
              <a:rPr lang="zh-TW" altLang="en-US"/>
              <a:t>測試指令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E759FA6-8C53-FD80-D4D0-95B98D9F3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139690-6F31-016F-6801-9136F6EC3E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(base) C:\Users\minhuang&gt;docker run -d -p 82:80 docker/getting-started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Unable to find image 'docker/getting-started:latest' locally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latest: Pulling from docker/getting-started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c158987b0551: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1e35f6679fab: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cb9626c74200: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b6334b6ace34: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f1d1c9928c82: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9b6f639ec6ea: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ee68d3549ec8: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33e0cbbb4673: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4f7e34c2de10: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Digest: sha256:d79336f4812b6547a53e735480dde67f8f8f7071b414fbd9297609ffb989abc1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Status: Downloaded newer image for docker/getting-started:latest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12f417266fa4b2e4d54c3c5ecaebdaa04902be8f61724ef1165f9590e37dc850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1466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7F563-926B-55A2-536C-A0BF8ABE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Docker</a:t>
            </a:r>
            <a:r>
              <a:rPr lang="zh-TW" altLang="en-US"/>
              <a:t>測試指令執行後的網頁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3EADF1-C74C-A256-A1E9-CBE1D5A7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77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5A10C5-9B94-6349-43E8-2491B13A75D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9339" y="1527175"/>
            <a:ext cx="792881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7878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55848-6447-E98E-FE20-EF2ADE40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使用</a:t>
            </a:r>
            <a:r>
              <a:rPr lang="en-US" altLang="zh-TW"/>
              <a:t>Docker</a:t>
            </a:r>
            <a:r>
              <a:rPr lang="zh-TW" altLang="en-US"/>
              <a:t>指令建立 </a:t>
            </a:r>
            <a:r>
              <a:rPr lang="en-US" altLang="zh-TW"/>
              <a:t>MySQL</a:t>
            </a:r>
            <a:r>
              <a:rPr lang="zh-TW" altLang="en-US"/>
              <a:t>資料庫伺服器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E96E4E-26C7-A24A-92F0-46FC8B1E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1694446-5EE1-93EE-D497-5E011B4C01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(base) D:\dj4book\dj4ch07\dj4ch07&gt;docker run -d -p 3307:3306 -v //d/dj4book/dj4ch07/dj4ch07/docker-mysql:/var/lib/mysql -e MYSQL_ROOT_PASSWORD=12345678 mysql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Unable to find image 'mysql:latest' locally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latest: Pulling from library/mysql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2c57acc5afca: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0a990ab965c1: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7acb6a84f0f1: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6a2351a691a4: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cdd0aae0ac1a: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0c024d6bf869: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e536ea8ecf65: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d24661dff86b: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95ef82dfce7a: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c9a31e1bffa1: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4edb4789da39: Pull complete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Digest: sha256:6f54880f928070a036aa3874d4a3fa203adc28688eb89e9f926a0dcacbce3378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Status: Downloaded newer image for mysql:latest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bf71dc2d0397ffe1f79c3973b4cc1568b310578cc163a7cb46414dc2a67a30ef</a:t>
            </a:r>
            <a:endParaRPr lang="zh-TW" altLang="zh-TW" sz="18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4765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8A2035-0DCB-7EDB-E6B2-77E7311F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04664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使用</a:t>
            </a:r>
            <a:r>
              <a:rPr lang="en-US" altLang="zh-TW"/>
              <a:t>Docker-Compose</a:t>
            </a:r>
            <a:r>
              <a:rPr lang="zh-TW" altLang="en-US"/>
              <a:t>建立</a:t>
            </a:r>
            <a:r>
              <a:rPr lang="en-US" altLang="zh-TW"/>
              <a:t>phpMyAdmin</a:t>
            </a:r>
            <a:br>
              <a:rPr lang="en-US" altLang="zh-TW"/>
            </a:br>
            <a:r>
              <a:rPr lang="zh-TW" altLang="en-US"/>
              <a:t>可參考</a:t>
            </a:r>
            <a:r>
              <a:rPr lang="en-US" altLang="zh-TW"/>
              <a:t>https://104.es</a:t>
            </a:r>
            <a:r>
              <a:rPr lang="zh-TW" altLang="en-US"/>
              <a:t>的教學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BBB20C0-B459-DB01-7437-CF81EF44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E6FC6C-CD98-9ECD-3D22-0D5E6D6699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/>
              <a:t>docker-compose.yml</a:t>
            </a: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version: '3.1'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services: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db: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image: mariadb:10.3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restart: always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environment: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MYSQL_ROOT_PASSWORD: notSecureChangeMe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volumes: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db:/var/lib/mysql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ports: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- 3307:3306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phpmyadmin: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image: phpmyadmin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restart: always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ports: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- 8083:80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environment: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- PMA_ARBITRARY=1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volumes: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100" kern="10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db:</a:t>
            </a:r>
            <a:endParaRPr lang="zh-TW" altLang="zh-TW" sz="2100" kern="10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3856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6350A3-06E5-B951-8188-DDF92B96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執行結果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EA23F0-6D7D-717C-0FB5-4EC587D8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80</a:t>
            </a:fld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605F1F7-1731-B893-31C3-DBB112A91E2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63688" y="1443550"/>
            <a:ext cx="5400600" cy="51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18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17415</TotalTime>
  <Words>6390</Words>
  <Application>Microsoft Office PowerPoint</Application>
  <PresentationFormat>如螢幕大小 (4:3)</PresentationFormat>
  <Paragraphs>824</Paragraphs>
  <Slides>80</Slides>
  <Notes>30</Notes>
  <HiddenSlides>23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80</vt:i4>
      </vt:variant>
    </vt:vector>
  </HeadingPairs>
  <TitlesOfParts>
    <vt:vector size="88" baseType="lpstr">
      <vt:lpstr>Calibri</vt:lpstr>
      <vt:lpstr>Consolas</vt:lpstr>
      <vt:lpstr>Courier New</vt:lpstr>
      <vt:lpstr>Times New Roman</vt:lpstr>
      <vt:lpstr>Verdana</vt:lpstr>
      <vt:lpstr>Wingdings</vt:lpstr>
      <vt:lpstr>Wingdings 2</vt:lpstr>
      <vt:lpstr>市鎮</vt:lpstr>
      <vt:lpstr>第七堂 Models與資料庫</vt:lpstr>
      <vt:lpstr>學習目標</vt:lpstr>
      <vt:lpstr>資料庫簡介</vt:lpstr>
      <vt:lpstr>資料庫簡介</vt:lpstr>
      <vt:lpstr>規劃網站需要的資料庫</vt:lpstr>
      <vt:lpstr>規劃網站需要的資料庫</vt:lpstr>
      <vt:lpstr>規劃網站需要的資料庫</vt:lpstr>
      <vt:lpstr>規劃網站需要的資料庫(product是主表)</vt:lpstr>
      <vt:lpstr>資料表內容設計</vt:lpstr>
      <vt:lpstr>資料表內容設計</vt:lpstr>
      <vt:lpstr>資料表內容設計</vt:lpstr>
      <vt:lpstr>資料表內容設計(無庫存欄位)</vt:lpstr>
      <vt:lpstr>models.py設計</vt:lpstr>
      <vt:lpstr>models.py設計</vt:lpstr>
      <vt:lpstr>(Python 是以類別名稱後面小括號內的內容來指定父類別(繼承父class),</vt:lpstr>
      <vt:lpstr>models.py設計</vt:lpstr>
      <vt:lpstr>建立網站</vt:lpstr>
      <vt:lpstr>建立網站</vt:lpstr>
      <vt:lpstr>urls.py</vt:lpstr>
      <vt:lpstr>建立網站</vt:lpstr>
      <vt:lpstr>views.py及index.html</vt:lpstr>
      <vt:lpstr>輸入資料有csv可import or copy sqlite file 注意匯入的順序maker, model, product, photo</vt:lpstr>
      <vt:lpstr>makemigrations指令會產生的正確訊息</vt:lpstr>
      <vt:lpstr>migrate會產生的正確訊息</vt:lpstr>
      <vt:lpstr>建立網站</vt:lpstr>
      <vt:lpstr>建立網站(資料如何建立的?直接copy ch07的)</vt:lpstr>
      <vt:lpstr>說明因product有外來鍵連結到pmodel，所以會有下拉選單可選，也可試試新增，會產生一筆資料</vt:lpstr>
      <vt:lpstr>網站模板製作(使用06公司的模板)要把其他沒有的url先拿掉或改href="#"</vt:lpstr>
      <vt:lpstr>網站模板製作</vt:lpstr>
      <vt:lpstr>網站模板製作</vt:lpstr>
      <vt:lpstr>多資料表整合查詢網頁製作</vt:lpstr>
      <vt:lpstr>說明p.pmodel.maker.name= p.pmodel.maker 注意：是pmodel 不是 model p.pmodel.name </vt:lpstr>
      <vt:lpstr>urls.py的網址對應</vt:lpstr>
      <vt:lpstr>在settings.py中加上media檔案設定</vt:lpstr>
      <vt:lpstr>(說明為何只用products就可以?) 用資料表關聯圖來說明 </vt:lpstr>
      <vt:lpstr>網站模板製作</vt:lpstr>
      <vt:lpstr>網站模板製作</vt:lpstr>
      <vt:lpstr>網站模板製作(說明images會有很多筆，因為一個product對應多個pphoto也就是一對多)</vt:lpstr>
      <vt:lpstr>網站模板製作</vt:lpstr>
      <vt:lpstr>網站模板製作</vt:lpstr>
      <vt:lpstr>(高級Z3美機才有照片)(紅色寫法照片有出來，要copy media/xxxx.jpg)(要有建立media的欄位)</vt:lpstr>
      <vt:lpstr>可Demo Local JS5 files path 說明若無法用cdn連結時(有些公司會封鎖)</vt:lpstr>
      <vt:lpstr>網站模板製作放&lt;/table&gt;後面</vt:lpstr>
      <vt:lpstr>網站模板製作</vt:lpstr>
      <vt:lpstr>網站模板製作</vt:lpstr>
      <vt:lpstr>調整admin管理網頁的外觀</vt:lpstr>
      <vt:lpstr>調整admin管理網頁的外觀</vt:lpstr>
      <vt:lpstr>調整admin管理網頁的外觀</vt:lpstr>
      <vt:lpstr>調整admin管理網頁的外觀</vt:lpstr>
      <vt:lpstr>調整admin管理網頁的外觀</vt:lpstr>
      <vt:lpstr>調整admin管理網頁的外觀(verbose:別名)</vt:lpstr>
      <vt:lpstr>調整admin管理網頁的外觀</vt:lpstr>
      <vt:lpstr>在Django使用MySQL資料庫系統</vt:lpstr>
      <vt:lpstr>在Django使用MySQL資料庫系統</vt:lpstr>
      <vt:lpstr>安裝開發環境中的MySQL連接環境 (Ubuntu)</vt:lpstr>
      <vt:lpstr>安裝開發環境中的MySQL連接環境 (Ubuntu)</vt:lpstr>
      <vt:lpstr>安裝開發環境中的MySQL連接環境 (Ubuntu)</vt:lpstr>
      <vt:lpstr>安裝開發環境中的MySQL連接環境 (Ubuntu)</vt:lpstr>
      <vt:lpstr>安裝開發環境中的MySQL連接環境 (Ubuntu)</vt:lpstr>
      <vt:lpstr>安裝開發環境中的MySQL連接環境 (Windows)</vt:lpstr>
      <vt:lpstr>安裝開發環境中的MySQL連接環境 (Windows)</vt:lpstr>
      <vt:lpstr>安裝開發環境中的MySQL連接環境 (Windows)</vt:lpstr>
      <vt:lpstr>安裝開發環境中的MySQL連接環境 (Windows)</vt:lpstr>
      <vt:lpstr>安裝開發環境中的MySQL連接環境 (Windows) mysql連不上，須解除密碼教學</vt:lpstr>
      <vt:lpstr>安裝開發環境中的MySQL連接環境 (Windows)</vt:lpstr>
      <vt:lpstr>安裝開發環境中的MySQL連接環境 (Windows)</vt:lpstr>
      <vt:lpstr>安裝開發環境中的MySQL連接環境 (Windows)</vt:lpstr>
      <vt:lpstr>雲端主機的MySQL遠端連線設定</vt:lpstr>
      <vt:lpstr>Google Cloud Platform的資料庫</vt:lpstr>
      <vt:lpstr>Google Cloud Platform的資料庫</vt:lpstr>
      <vt:lpstr>DigitalOcean資料庫介面</vt:lpstr>
      <vt:lpstr>DB Browser for SQLite</vt:lpstr>
      <vt:lpstr>Windows Subsystem for Linux (WSL2)</vt:lpstr>
      <vt:lpstr>WSL2</vt:lpstr>
      <vt:lpstr>Docker Desktop for Windows</vt:lpstr>
      <vt:lpstr>Docker 測試指令</vt:lpstr>
      <vt:lpstr>Docker測試指令執行後的網頁</vt:lpstr>
      <vt:lpstr>使用Docker指令建立 MySQL資料庫伺服器</vt:lpstr>
      <vt:lpstr>使用Docker-Compose建立phpMyAdmin 可參考https://104.es的教學</vt:lpstr>
      <vt:lpstr>執行結果</vt:lpstr>
    </vt:vector>
  </TitlesOfParts>
  <Company>SYNNEX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第一堂 程式設計所需要的基礎知識</dc:title>
  <dc:creator>USER</dc:creator>
  <cp:lastModifiedBy>炳志 林</cp:lastModifiedBy>
  <cp:revision>139</cp:revision>
  <dcterms:created xsi:type="dcterms:W3CDTF">2017-10-09T22:32:02Z</dcterms:created>
  <dcterms:modified xsi:type="dcterms:W3CDTF">2025-12-11T13:18:39Z</dcterms:modified>
</cp:coreProperties>
</file>