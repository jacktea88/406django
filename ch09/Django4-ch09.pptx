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0"/>
  </p:notesMasterIdLst>
  <p:sldIdLst>
    <p:sldId id="256" r:id="rId2"/>
    <p:sldId id="257" r:id="rId3"/>
    <p:sldId id="259" r:id="rId4"/>
    <p:sldId id="260" r:id="rId5"/>
    <p:sldId id="261" r:id="rId6"/>
    <p:sldId id="262" r:id="rId7"/>
    <p:sldId id="294" r:id="rId8"/>
    <p:sldId id="295" r:id="rId9"/>
    <p:sldId id="298" r:id="rId10"/>
    <p:sldId id="296" r:id="rId11"/>
    <p:sldId id="297"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34"/>
    <p:sldId id="321" r:id="rId35"/>
    <p:sldId id="322" r:id="rId36"/>
    <p:sldId id="323" r:id="rId37"/>
    <p:sldId id="325" r:id="rId38"/>
    <p:sldId id="326" r:id="rId39"/>
    <p:sldId id="327" r:id="rId40"/>
    <p:sldId id="328" r:id="rId41"/>
    <p:sldId id="329" r:id="rId42"/>
    <p:sldId id="330" r:id="rId43"/>
    <p:sldId id="331" r:id="rId44"/>
    <p:sldId id="332" r:id="rId45"/>
    <p:sldId id="333" r:id="rId46"/>
    <p:sldId id="334" r:id="rId47"/>
    <p:sldId id="335" r:id="rId48"/>
    <p:sldId id="336" r:id="rId49"/>
    <p:sldId id="337" r:id="rId50"/>
    <p:sldId id="338" r:id="rId51"/>
    <p:sldId id="339" r:id="rId52"/>
    <p:sldId id="340" r:id="rId53"/>
    <p:sldId id="341" r:id="rId54"/>
    <p:sldId id="265" r:id="rId55"/>
    <p:sldId id="266" r:id="rId56"/>
    <p:sldId id="267" r:id="rId57"/>
    <p:sldId id="268" r:id="rId58"/>
    <p:sldId id="272" r:id="rId59"/>
    <p:sldId id="269" r:id="rId60"/>
    <p:sldId id="270" r:id="rId61"/>
    <p:sldId id="271" r:id="rId62"/>
    <p:sldId id="273" r:id="rId63"/>
    <p:sldId id="274" r:id="rId64"/>
    <p:sldId id="275" r:id="rId65"/>
    <p:sldId id="276" r:id="rId66"/>
    <p:sldId id="277" r:id="rId67"/>
    <p:sldId id="278" r:id="rId68"/>
    <p:sldId id="279" r:id="rId69"/>
    <p:sldId id="280" r:id="rId70"/>
    <p:sldId id="281" r:id="rId71"/>
    <p:sldId id="282" r:id="rId72"/>
    <p:sldId id="284" r:id="rId73"/>
    <p:sldId id="285" r:id="rId74"/>
    <p:sldId id="286" r:id="rId75"/>
    <p:sldId id="342" r:id="rId76"/>
    <p:sldId id="343" r:id="rId77"/>
    <p:sldId id="344" r:id="rId78"/>
    <p:sldId id="345" r:id="rId79"/>
    <p:sldId id="346" r:id="rId80"/>
    <p:sldId id="347" r:id="rId81"/>
    <p:sldId id="348" r:id="rId82"/>
    <p:sldId id="349" r:id="rId83"/>
    <p:sldId id="350" r:id="rId84"/>
    <p:sldId id="351" r:id="rId85"/>
    <p:sldId id="352" r:id="rId86"/>
    <p:sldId id="353" r:id="rId87"/>
    <p:sldId id="354" r:id="rId88"/>
    <p:sldId id="355" r:id="rId89"/>
    <p:sldId id="356" r:id="rId90"/>
    <p:sldId id="357" r:id="rId91"/>
    <p:sldId id="358" r:id="rId92"/>
    <p:sldId id="359" r:id="rId93"/>
    <p:sldId id="360" r:id="rId94"/>
    <p:sldId id="361" r:id="rId95"/>
    <p:sldId id="362" r:id="rId96"/>
    <p:sldId id="363" r:id="rId97"/>
    <p:sldId id="364" r:id="rId98"/>
    <p:sldId id="365" r:id="rId99"/>
    <p:sldId id="366" r:id="rId100"/>
    <p:sldId id="367" r:id="rId101"/>
    <p:sldId id="368" r:id="rId102"/>
    <p:sldId id="369" r:id="rId103"/>
    <p:sldId id="370" r:id="rId104"/>
    <p:sldId id="371" r:id="rId105"/>
    <p:sldId id="373" r:id="rId106"/>
    <p:sldId id="372" r:id="rId107"/>
    <p:sldId id="375" r:id="rId108"/>
    <p:sldId id="374" r:id="rId109"/>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9388CA-441C-4E40-9B65-CDE9ADE3A70B}" v="282" dt="2023-05-28T00:56:52.375"/>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39" autoAdjust="0"/>
  </p:normalViewPr>
  <p:slideViewPr>
    <p:cSldViewPr>
      <p:cViewPr varScale="1">
        <p:scale>
          <a:sx n="106" d="100"/>
          <a:sy n="106" d="100"/>
        </p:scale>
        <p:origin x="1764" y="11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150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115"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n-Huang Ho" userId="3b9e8198e6400288" providerId="LiveId" clId="{239388CA-441C-4E40-9B65-CDE9ADE3A70B}"/>
    <pc:docChg chg="undo custSel addSld delSld modSld">
      <pc:chgData name="Min-Huang Ho" userId="3b9e8198e6400288" providerId="LiveId" clId="{239388CA-441C-4E40-9B65-CDE9ADE3A70B}" dt="2023-05-28T00:56:52.374" v="2667"/>
      <pc:docMkLst>
        <pc:docMk/>
      </pc:docMkLst>
      <pc:sldChg chg="del">
        <pc:chgData name="Min-Huang Ho" userId="3b9e8198e6400288" providerId="LiveId" clId="{239388CA-441C-4E40-9B65-CDE9ADE3A70B}" dt="2023-05-28T00:32:22.559" v="693" actId="47"/>
        <pc:sldMkLst>
          <pc:docMk/>
          <pc:sldMk cId="0" sldId="258"/>
        </pc:sldMkLst>
      </pc:sldChg>
      <pc:sldChg chg="modSp mod">
        <pc:chgData name="Min-Huang Ho" userId="3b9e8198e6400288" providerId="LiveId" clId="{239388CA-441C-4E40-9B65-CDE9ADE3A70B}" dt="2023-05-28T00:22:01.234" v="619" actId="12"/>
        <pc:sldMkLst>
          <pc:docMk/>
          <pc:sldMk cId="1785799814" sldId="265"/>
        </pc:sldMkLst>
        <pc:spChg chg="mod">
          <ac:chgData name="Min-Huang Ho" userId="3b9e8198e6400288" providerId="LiveId" clId="{239388CA-441C-4E40-9B65-CDE9ADE3A70B}" dt="2023-05-28T00:22:01.234" v="619" actId="12"/>
          <ac:spMkLst>
            <pc:docMk/>
            <pc:sldMk cId="1785799814" sldId="265"/>
            <ac:spMk id="4" creationId="{00000000-0000-0000-0000-000000000000}"/>
          </ac:spMkLst>
        </pc:spChg>
      </pc:sldChg>
      <pc:sldChg chg="modSp mod">
        <pc:chgData name="Min-Huang Ho" userId="3b9e8198e6400288" providerId="LiveId" clId="{239388CA-441C-4E40-9B65-CDE9ADE3A70B}" dt="2023-05-28T00:22:43.555" v="628" actId="403"/>
        <pc:sldMkLst>
          <pc:docMk/>
          <pc:sldMk cId="811818120" sldId="266"/>
        </pc:sldMkLst>
        <pc:spChg chg="mod">
          <ac:chgData name="Min-Huang Ho" userId="3b9e8198e6400288" providerId="LiveId" clId="{239388CA-441C-4E40-9B65-CDE9ADE3A70B}" dt="2023-05-28T00:22:43.555" v="628" actId="403"/>
          <ac:spMkLst>
            <pc:docMk/>
            <pc:sldMk cId="811818120" sldId="266"/>
            <ac:spMk id="4" creationId="{00000000-0000-0000-0000-000000000000}"/>
          </ac:spMkLst>
        </pc:spChg>
      </pc:sldChg>
      <pc:sldChg chg="addSp delSp modSp mod">
        <pc:chgData name="Min-Huang Ho" userId="3b9e8198e6400288" providerId="LiveId" clId="{239388CA-441C-4E40-9B65-CDE9ADE3A70B}" dt="2023-05-28T00:23:00.876" v="632" actId="14100"/>
        <pc:sldMkLst>
          <pc:docMk/>
          <pc:sldMk cId="1566167773" sldId="267"/>
        </pc:sldMkLst>
        <pc:picChg chg="del">
          <ac:chgData name="Min-Huang Ho" userId="3b9e8198e6400288" providerId="LiveId" clId="{239388CA-441C-4E40-9B65-CDE9ADE3A70B}" dt="2023-05-28T00:22:48.751" v="629" actId="478"/>
          <ac:picMkLst>
            <pc:docMk/>
            <pc:sldMk cId="1566167773" sldId="267"/>
            <ac:picMk id="5" creationId="{00000000-0000-0000-0000-000000000000}"/>
          </ac:picMkLst>
        </pc:picChg>
        <pc:picChg chg="add mod">
          <ac:chgData name="Min-Huang Ho" userId="3b9e8198e6400288" providerId="LiveId" clId="{239388CA-441C-4E40-9B65-CDE9ADE3A70B}" dt="2023-05-28T00:23:00.876" v="632" actId="14100"/>
          <ac:picMkLst>
            <pc:docMk/>
            <pc:sldMk cId="1566167773" sldId="267"/>
            <ac:picMk id="6" creationId="{FC2EB0D6-E355-8326-01FA-3F9B0E1C765D}"/>
          </ac:picMkLst>
        </pc:picChg>
      </pc:sldChg>
      <pc:sldChg chg="modSp mod">
        <pc:chgData name="Min-Huang Ho" userId="3b9e8198e6400288" providerId="LiveId" clId="{239388CA-441C-4E40-9B65-CDE9ADE3A70B}" dt="2023-05-28T00:23:55.509" v="636" actId="12"/>
        <pc:sldMkLst>
          <pc:docMk/>
          <pc:sldMk cId="3233298224" sldId="270"/>
        </pc:sldMkLst>
        <pc:spChg chg="mod">
          <ac:chgData name="Min-Huang Ho" userId="3b9e8198e6400288" providerId="LiveId" clId="{239388CA-441C-4E40-9B65-CDE9ADE3A70B}" dt="2023-05-28T00:23:55.509" v="636" actId="12"/>
          <ac:spMkLst>
            <pc:docMk/>
            <pc:sldMk cId="3233298224" sldId="270"/>
            <ac:spMk id="4" creationId="{00000000-0000-0000-0000-000000000000}"/>
          </ac:spMkLst>
        </pc:spChg>
      </pc:sldChg>
      <pc:sldChg chg="modSp mod">
        <pc:chgData name="Min-Huang Ho" userId="3b9e8198e6400288" providerId="LiveId" clId="{239388CA-441C-4E40-9B65-CDE9ADE3A70B}" dt="2023-05-28T00:24:36.681" v="638" actId="12"/>
        <pc:sldMkLst>
          <pc:docMk/>
          <pc:sldMk cId="2693286418" sldId="271"/>
        </pc:sldMkLst>
        <pc:spChg chg="mod">
          <ac:chgData name="Min-Huang Ho" userId="3b9e8198e6400288" providerId="LiveId" clId="{239388CA-441C-4E40-9B65-CDE9ADE3A70B}" dt="2023-05-28T00:24:36.681" v="638" actId="12"/>
          <ac:spMkLst>
            <pc:docMk/>
            <pc:sldMk cId="2693286418" sldId="271"/>
            <ac:spMk id="4" creationId="{00000000-0000-0000-0000-000000000000}"/>
          </ac:spMkLst>
        </pc:spChg>
      </pc:sldChg>
      <pc:sldChg chg="modSp mod">
        <pc:chgData name="Min-Huang Ho" userId="3b9e8198e6400288" providerId="LiveId" clId="{239388CA-441C-4E40-9B65-CDE9ADE3A70B}" dt="2023-05-28T00:25:01.919" v="642" actId="207"/>
        <pc:sldMkLst>
          <pc:docMk/>
          <pc:sldMk cId="132664490" sldId="273"/>
        </pc:sldMkLst>
        <pc:spChg chg="mod">
          <ac:chgData name="Min-Huang Ho" userId="3b9e8198e6400288" providerId="LiveId" clId="{239388CA-441C-4E40-9B65-CDE9ADE3A70B}" dt="2023-05-28T00:25:01.919" v="642" actId="207"/>
          <ac:spMkLst>
            <pc:docMk/>
            <pc:sldMk cId="132664490" sldId="273"/>
            <ac:spMk id="4" creationId="{00000000-0000-0000-0000-000000000000}"/>
          </ac:spMkLst>
        </pc:spChg>
      </pc:sldChg>
      <pc:sldChg chg="addSp delSp modSp mod">
        <pc:chgData name="Min-Huang Ho" userId="3b9e8198e6400288" providerId="LiveId" clId="{239388CA-441C-4E40-9B65-CDE9ADE3A70B}" dt="2023-05-28T00:25:20.408" v="647" actId="1076"/>
        <pc:sldMkLst>
          <pc:docMk/>
          <pc:sldMk cId="3358334995" sldId="274"/>
        </pc:sldMkLst>
        <pc:picChg chg="del">
          <ac:chgData name="Min-Huang Ho" userId="3b9e8198e6400288" providerId="LiveId" clId="{239388CA-441C-4E40-9B65-CDE9ADE3A70B}" dt="2023-05-28T00:25:12.013" v="643" actId="478"/>
          <ac:picMkLst>
            <pc:docMk/>
            <pc:sldMk cId="3358334995" sldId="274"/>
            <ac:picMk id="5" creationId="{00000000-0000-0000-0000-000000000000}"/>
          </ac:picMkLst>
        </pc:picChg>
        <pc:picChg chg="add mod">
          <ac:chgData name="Min-Huang Ho" userId="3b9e8198e6400288" providerId="LiveId" clId="{239388CA-441C-4E40-9B65-CDE9ADE3A70B}" dt="2023-05-28T00:25:20.408" v="647" actId="1076"/>
          <ac:picMkLst>
            <pc:docMk/>
            <pc:sldMk cId="3358334995" sldId="274"/>
            <ac:picMk id="6" creationId="{501B1AC6-B4D0-003A-AFFA-E2DE52B77E38}"/>
          </ac:picMkLst>
        </pc:picChg>
      </pc:sldChg>
      <pc:sldChg chg="addSp delSp modSp mod">
        <pc:chgData name="Min-Huang Ho" userId="3b9e8198e6400288" providerId="LiveId" clId="{239388CA-441C-4E40-9B65-CDE9ADE3A70B}" dt="2023-05-28T00:25:35.335" v="651" actId="14100"/>
        <pc:sldMkLst>
          <pc:docMk/>
          <pc:sldMk cId="2929562633" sldId="275"/>
        </pc:sldMkLst>
        <pc:picChg chg="add mod">
          <ac:chgData name="Min-Huang Ho" userId="3b9e8198e6400288" providerId="LiveId" clId="{239388CA-441C-4E40-9B65-CDE9ADE3A70B}" dt="2023-05-28T00:25:35.335" v="651" actId="14100"/>
          <ac:picMkLst>
            <pc:docMk/>
            <pc:sldMk cId="2929562633" sldId="275"/>
            <ac:picMk id="5" creationId="{9C0F177D-EEF5-5F56-2030-D2AC30D75364}"/>
          </ac:picMkLst>
        </pc:picChg>
        <pc:picChg chg="del">
          <ac:chgData name="Min-Huang Ho" userId="3b9e8198e6400288" providerId="LiveId" clId="{239388CA-441C-4E40-9B65-CDE9ADE3A70B}" dt="2023-05-28T00:25:29.217" v="648" actId="478"/>
          <ac:picMkLst>
            <pc:docMk/>
            <pc:sldMk cId="2929562633" sldId="275"/>
            <ac:picMk id="6" creationId="{00000000-0000-0000-0000-000000000000}"/>
          </ac:picMkLst>
        </pc:picChg>
      </pc:sldChg>
      <pc:sldChg chg="modSp mod">
        <pc:chgData name="Min-Huang Ho" userId="3b9e8198e6400288" providerId="LiveId" clId="{239388CA-441C-4E40-9B65-CDE9ADE3A70B}" dt="2023-05-28T00:26:10.810" v="654" actId="12"/>
        <pc:sldMkLst>
          <pc:docMk/>
          <pc:sldMk cId="1828839737" sldId="276"/>
        </pc:sldMkLst>
        <pc:spChg chg="mod">
          <ac:chgData name="Min-Huang Ho" userId="3b9e8198e6400288" providerId="LiveId" clId="{239388CA-441C-4E40-9B65-CDE9ADE3A70B}" dt="2023-05-28T00:26:10.810" v="654" actId="12"/>
          <ac:spMkLst>
            <pc:docMk/>
            <pc:sldMk cId="1828839737" sldId="276"/>
            <ac:spMk id="4" creationId="{00000000-0000-0000-0000-000000000000}"/>
          </ac:spMkLst>
        </pc:spChg>
      </pc:sldChg>
      <pc:sldChg chg="modSp mod">
        <pc:chgData name="Min-Huang Ho" userId="3b9e8198e6400288" providerId="LiveId" clId="{239388CA-441C-4E40-9B65-CDE9ADE3A70B}" dt="2023-05-28T00:26:33.878" v="657" actId="12"/>
        <pc:sldMkLst>
          <pc:docMk/>
          <pc:sldMk cId="1232347485" sldId="277"/>
        </pc:sldMkLst>
        <pc:spChg chg="mod">
          <ac:chgData name="Min-Huang Ho" userId="3b9e8198e6400288" providerId="LiveId" clId="{239388CA-441C-4E40-9B65-CDE9ADE3A70B}" dt="2023-05-28T00:26:33.878" v="657" actId="12"/>
          <ac:spMkLst>
            <pc:docMk/>
            <pc:sldMk cId="1232347485" sldId="277"/>
            <ac:spMk id="4" creationId="{00000000-0000-0000-0000-000000000000}"/>
          </ac:spMkLst>
        </pc:spChg>
      </pc:sldChg>
      <pc:sldChg chg="modSp mod">
        <pc:chgData name="Min-Huang Ho" userId="3b9e8198e6400288" providerId="LiveId" clId="{239388CA-441C-4E40-9B65-CDE9ADE3A70B}" dt="2023-05-28T00:27:37.414" v="661" actId="12"/>
        <pc:sldMkLst>
          <pc:docMk/>
          <pc:sldMk cId="2984499752" sldId="278"/>
        </pc:sldMkLst>
        <pc:spChg chg="mod">
          <ac:chgData name="Min-Huang Ho" userId="3b9e8198e6400288" providerId="LiveId" clId="{239388CA-441C-4E40-9B65-CDE9ADE3A70B}" dt="2023-05-28T00:27:37.414" v="661" actId="12"/>
          <ac:spMkLst>
            <pc:docMk/>
            <pc:sldMk cId="2984499752" sldId="278"/>
            <ac:spMk id="4" creationId="{00000000-0000-0000-0000-000000000000}"/>
          </ac:spMkLst>
        </pc:spChg>
      </pc:sldChg>
      <pc:sldChg chg="modSp mod">
        <pc:chgData name="Min-Huang Ho" userId="3b9e8198e6400288" providerId="LiveId" clId="{239388CA-441C-4E40-9B65-CDE9ADE3A70B}" dt="2023-05-28T00:28:00.141" v="665" actId="207"/>
        <pc:sldMkLst>
          <pc:docMk/>
          <pc:sldMk cId="1714848558" sldId="279"/>
        </pc:sldMkLst>
        <pc:spChg chg="mod">
          <ac:chgData name="Min-Huang Ho" userId="3b9e8198e6400288" providerId="LiveId" clId="{239388CA-441C-4E40-9B65-CDE9ADE3A70B}" dt="2023-05-28T00:28:00.141" v="665" actId="207"/>
          <ac:spMkLst>
            <pc:docMk/>
            <pc:sldMk cId="1714848558" sldId="279"/>
            <ac:spMk id="4" creationId="{00000000-0000-0000-0000-000000000000}"/>
          </ac:spMkLst>
        </pc:spChg>
      </pc:sldChg>
      <pc:sldChg chg="modSp mod">
        <pc:chgData name="Min-Huang Ho" userId="3b9e8198e6400288" providerId="LiveId" clId="{239388CA-441C-4E40-9B65-CDE9ADE3A70B}" dt="2023-05-28T00:28:29.510" v="668" actId="12"/>
        <pc:sldMkLst>
          <pc:docMk/>
          <pc:sldMk cId="2770015393" sldId="280"/>
        </pc:sldMkLst>
        <pc:spChg chg="mod">
          <ac:chgData name="Min-Huang Ho" userId="3b9e8198e6400288" providerId="LiveId" clId="{239388CA-441C-4E40-9B65-CDE9ADE3A70B}" dt="2023-05-28T00:28:29.510" v="668" actId="12"/>
          <ac:spMkLst>
            <pc:docMk/>
            <pc:sldMk cId="2770015393" sldId="280"/>
            <ac:spMk id="4" creationId="{00000000-0000-0000-0000-000000000000}"/>
          </ac:spMkLst>
        </pc:spChg>
      </pc:sldChg>
      <pc:sldChg chg="modSp mod">
        <pc:chgData name="Min-Huang Ho" userId="3b9e8198e6400288" providerId="LiveId" clId="{239388CA-441C-4E40-9B65-CDE9ADE3A70B}" dt="2023-05-28T00:29:49.047" v="673" actId="12"/>
        <pc:sldMkLst>
          <pc:docMk/>
          <pc:sldMk cId="3836763835" sldId="281"/>
        </pc:sldMkLst>
        <pc:spChg chg="mod">
          <ac:chgData name="Min-Huang Ho" userId="3b9e8198e6400288" providerId="LiveId" clId="{239388CA-441C-4E40-9B65-CDE9ADE3A70B}" dt="2023-05-28T00:29:49.047" v="673" actId="12"/>
          <ac:spMkLst>
            <pc:docMk/>
            <pc:sldMk cId="3836763835" sldId="281"/>
            <ac:spMk id="4" creationId="{00000000-0000-0000-0000-000000000000}"/>
          </ac:spMkLst>
        </pc:spChg>
      </pc:sldChg>
      <pc:sldChg chg="modSp mod">
        <pc:chgData name="Min-Huang Ho" userId="3b9e8198e6400288" providerId="LiveId" clId="{239388CA-441C-4E40-9B65-CDE9ADE3A70B}" dt="2023-05-28T00:30:49.618" v="678" actId="12"/>
        <pc:sldMkLst>
          <pc:docMk/>
          <pc:sldMk cId="1947857464" sldId="282"/>
        </pc:sldMkLst>
        <pc:spChg chg="mod">
          <ac:chgData name="Min-Huang Ho" userId="3b9e8198e6400288" providerId="LiveId" clId="{239388CA-441C-4E40-9B65-CDE9ADE3A70B}" dt="2023-05-28T00:30:49.618" v="678" actId="12"/>
          <ac:spMkLst>
            <pc:docMk/>
            <pc:sldMk cId="1947857464" sldId="282"/>
            <ac:spMk id="4" creationId="{00000000-0000-0000-0000-000000000000}"/>
          </ac:spMkLst>
        </pc:spChg>
      </pc:sldChg>
      <pc:sldChg chg="del">
        <pc:chgData name="Min-Huang Ho" userId="3b9e8198e6400288" providerId="LiveId" clId="{239388CA-441C-4E40-9B65-CDE9ADE3A70B}" dt="2023-05-28T00:31:09.880" v="679" actId="47"/>
        <pc:sldMkLst>
          <pc:docMk/>
          <pc:sldMk cId="2707799295" sldId="283"/>
        </pc:sldMkLst>
      </pc:sldChg>
      <pc:sldChg chg="modSp mod">
        <pc:chgData name="Min-Huang Ho" userId="3b9e8198e6400288" providerId="LiveId" clId="{239388CA-441C-4E40-9B65-CDE9ADE3A70B}" dt="2023-05-28T00:31:38.927" v="683" actId="207"/>
        <pc:sldMkLst>
          <pc:docMk/>
          <pc:sldMk cId="2860086853" sldId="284"/>
        </pc:sldMkLst>
        <pc:spChg chg="mod">
          <ac:chgData name="Min-Huang Ho" userId="3b9e8198e6400288" providerId="LiveId" clId="{239388CA-441C-4E40-9B65-CDE9ADE3A70B}" dt="2023-05-28T00:31:38.927" v="683" actId="207"/>
          <ac:spMkLst>
            <pc:docMk/>
            <pc:sldMk cId="2860086853" sldId="284"/>
            <ac:spMk id="4" creationId="{00000000-0000-0000-0000-000000000000}"/>
          </ac:spMkLst>
        </pc:spChg>
      </pc:sldChg>
      <pc:sldChg chg="addSp delSp modSp mod">
        <pc:chgData name="Min-Huang Ho" userId="3b9e8198e6400288" providerId="LiveId" clId="{239388CA-441C-4E40-9B65-CDE9ADE3A70B}" dt="2023-05-28T00:31:54.968" v="687" actId="14100"/>
        <pc:sldMkLst>
          <pc:docMk/>
          <pc:sldMk cId="426062958" sldId="285"/>
        </pc:sldMkLst>
        <pc:picChg chg="del">
          <ac:chgData name="Min-Huang Ho" userId="3b9e8198e6400288" providerId="LiveId" clId="{239388CA-441C-4E40-9B65-CDE9ADE3A70B}" dt="2023-05-28T00:31:49.610" v="684" actId="478"/>
          <ac:picMkLst>
            <pc:docMk/>
            <pc:sldMk cId="426062958" sldId="285"/>
            <ac:picMk id="5" creationId="{00000000-0000-0000-0000-000000000000}"/>
          </ac:picMkLst>
        </pc:picChg>
        <pc:picChg chg="add mod">
          <ac:chgData name="Min-Huang Ho" userId="3b9e8198e6400288" providerId="LiveId" clId="{239388CA-441C-4E40-9B65-CDE9ADE3A70B}" dt="2023-05-28T00:31:54.968" v="687" actId="14100"/>
          <ac:picMkLst>
            <pc:docMk/>
            <pc:sldMk cId="426062958" sldId="285"/>
            <ac:picMk id="6" creationId="{B0012EFF-08EA-6EBF-E88D-25F78D95CA96}"/>
          </ac:picMkLst>
        </pc:picChg>
      </pc:sldChg>
      <pc:sldChg chg="addSp delSp modSp mod">
        <pc:chgData name="Min-Huang Ho" userId="3b9e8198e6400288" providerId="LiveId" clId="{239388CA-441C-4E40-9B65-CDE9ADE3A70B}" dt="2023-05-28T00:32:16.813" v="692" actId="1076"/>
        <pc:sldMkLst>
          <pc:docMk/>
          <pc:sldMk cId="1061194022" sldId="286"/>
        </pc:sldMkLst>
        <pc:picChg chg="del">
          <ac:chgData name="Min-Huang Ho" userId="3b9e8198e6400288" providerId="LiveId" clId="{239388CA-441C-4E40-9B65-CDE9ADE3A70B}" dt="2023-05-28T00:32:01.199" v="688" actId="478"/>
          <ac:picMkLst>
            <pc:docMk/>
            <pc:sldMk cId="1061194022" sldId="286"/>
            <ac:picMk id="5" creationId="{00000000-0000-0000-0000-000000000000}"/>
          </ac:picMkLst>
        </pc:picChg>
        <pc:picChg chg="add mod">
          <ac:chgData name="Min-Huang Ho" userId="3b9e8198e6400288" providerId="LiveId" clId="{239388CA-441C-4E40-9B65-CDE9ADE3A70B}" dt="2023-05-28T00:32:16.813" v="692" actId="1076"/>
          <ac:picMkLst>
            <pc:docMk/>
            <pc:sldMk cId="1061194022" sldId="286"/>
            <ac:picMk id="6" creationId="{53AAD022-9F8B-2558-8A81-863FB6A8610F}"/>
          </ac:picMkLst>
        </pc:picChg>
      </pc:sldChg>
      <pc:sldChg chg="modSp mod">
        <pc:chgData name="Min-Huang Ho" userId="3b9e8198e6400288" providerId="LiveId" clId="{239388CA-441C-4E40-9B65-CDE9ADE3A70B}" dt="2023-05-27T09:19:57.303" v="26" actId="27636"/>
        <pc:sldMkLst>
          <pc:docMk/>
          <pc:sldMk cId="1756027468" sldId="296"/>
        </pc:sldMkLst>
        <pc:spChg chg="mod">
          <ac:chgData name="Min-Huang Ho" userId="3b9e8198e6400288" providerId="LiveId" clId="{239388CA-441C-4E40-9B65-CDE9ADE3A70B}" dt="2023-05-27T09:19:57.303" v="26" actId="27636"/>
          <ac:spMkLst>
            <pc:docMk/>
            <pc:sldMk cId="1756027468" sldId="296"/>
            <ac:spMk id="4" creationId="{00000000-0000-0000-0000-000000000000}"/>
          </ac:spMkLst>
        </pc:spChg>
      </pc:sldChg>
      <pc:sldChg chg="modSp mod">
        <pc:chgData name="Min-Huang Ho" userId="3b9e8198e6400288" providerId="LiveId" clId="{239388CA-441C-4E40-9B65-CDE9ADE3A70B}" dt="2023-05-27T09:21:32.781" v="33" actId="12"/>
        <pc:sldMkLst>
          <pc:docMk/>
          <pc:sldMk cId="1730528051" sldId="297"/>
        </pc:sldMkLst>
        <pc:spChg chg="mod">
          <ac:chgData name="Min-Huang Ho" userId="3b9e8198e6400288" providerId="LiveId" clId="{239388CA-441C-4E40-9B65-CDE9ADE3A70B}" dt="2023-05-27T09:21:32.781" v="33" actId="12"/>
          <ac:spMkLst>
            <pc:docMk/>
            <pc:sldMk cId="1730528051" sldId="297"/>
            <ac:spMk id="4" creationId="{00000000-0000-0000-0000-000000000000}"/>
          </ac:spMkLst>
        </pc:spChg>
      </pc:sldChg>
      <pc:sldChg chg="modSp mod">
        <pc:chgData name="Min-Huang Ho" userId="3b9e8198e6400288" providerId="LiveId" clId="{239388CA-441C-4E40-9B65-CDE9ADE3A70B}" dt="2023-05-27T09:17:54.653" v="12" actId="20577"/>
        <pc:sldMkLst>
          <pc:docMk/>
          <pc:sldMk cId="1177334699" sldId="298"/>
        </pc:sldMkLst>
        <pc:spChg chg="mod">
          <ac:chgData name="Min-Huang Ho" userId="3b9e8198e6400288" providerId="LiveId" clId="{239388CA-441C-4E40-9B65-CDE9ADE3A70B}" dt="2023-05-27T09:17:54.653" v="12" actId="20577"/>
          <ac:spMkLst>
            <pc:docMk/>
            <pc:sldMk cId="1177334699" sldId="298"/>
            <ac:spMk id="4" creationId="{00000000-0000-0000-0000-000000000000}"/>
          </ac:spMkLst>
        </pc:spChg>
      </pc:sldChg>
      <pc:sldChg chg="modSp mod">
        <pc:chgData name="Min-Huang Ho" userId="3b9e8198e6400288" providerId="LiveId" clId="{239388CA-441C-4E40-9B65-CDE9ADE3A70B}" dt="2023-05-27T09:21:55.155" v="36" actId="12"/>
        <pc:sldMkLst>
          <pc:docMk/>
          <pc:sldMk cId="3217657909" sldId="299"/>
        </pc:sldMkLst>
        <pc:spChg chg="mod">
          <ac:chgData name="Min-Huang Ho" userId="3b9e8198e6400288" providerId="LiveId" clId="{239388CA-441C-4E40-9B65-CDE9ADE3A70B}" dt="2023-05-27T09:21:55.155" v="36" actId="12"/>
          <ac:spMkLst>
            <pc:docMk/>
            <pc:sldMk cId="3217657909" sldId="299"/>
            <ac:spMk id="4" creationId="{00000000-0000-0000-0000-000000000000}"/>
          </ac:spMkLst>
        </pc:spChg>
      </pc:sldChg>
      <pc:sldChg chg="modSp mod">
        <pc:chgData name="Min-Huang Ho" userId="3b9e8198e6400288" providerId="LiveId" clId="{239388CA-441C-4E40-9B65-CDE9ADE3A70B}" dt="2023-05-27T09:22:16.959" v="38" actId="12"/>
        <pc:sldMkLst>
          <pc:docMk/>
          <pc:sldMk cId="3741789371" sldId="300"/>
        </pc:sldMkLst>
        <pc:spChg chg="mod">
          <ac:chgData name="Min-Huang Ho" userId="3b9e8198e6400288" providerId="LiveId" clId="{239388CA-441C-4E40-9B65-CDE9ADE3A70B}" dt="2023-05-27T09:22:16.959" v="38" actId="12"/>
          <ac:spMkLst>
            <pc:docMk/>
            <pc:sldMk cId="3741789371" sldId="300"/>
            <ac:spMk id="4" creationId="{00000000-0000-0000-0000-000000000000}"/>
          </ac:spMkLst>
        </pc:spChg>
      </pc:sldChg>
      <pc:sldChg chg="modSp mod">
        <pc:chgData name="Min-Huang Ho" userId="3b9e8198e6400288" providerId="LiveId" clId="{239388CA-441C-4E40-9B65-CDE9ADE3A70B}" dt="2023-05-27T09:22:52.533" v="41" actId="12"/>
        <pc:sldMkLst>
          <pc:docMk/>
          <pc:sldMk cId="2787752734" sldId="301"/>
        </pc:sldMkLst>
        <pc:spChg chg="mod">
          <ac:chgData name="Min-Huang Ho" userId="3b9e8198e6400288" providerId="LiveId" clId="{239388CA-441C-4E40-9B65-CDE9ADE3A70B}" dt="2023-05-27T09:22:52.533" v="41" actId="12"/>
          <ac:spMkLst>
            <pc:docMk/>
            <pc:sldMk cId="2787752734" sldId="301"/>
            <ac:spMk id="4" creationId="{00000000-0000-0000-0000-000000000000}"/>
          </ac:spMkLst>
        </pc:spChg>
      </pc:sldChg>
      <pc:sldChg chg="modSp mod">
        <pc:chgData name="Min-Huang Ho" userId="3b9e8198e6400288" providerId="LiveId" clId="{239388CA-441C-4E40-9B65-CDE9ADE3A70B}" dt="2023-05-27T09:23:19.234" v="45" actId="12"/>
        <pc:sldMkLst>
          <pc:docMk/>
          <pc:sldMk cId="3632865397" sldId="302"/>
        </pc:sldMkLst>
        <pc:spChg chg="mod">
          <ac:chgData name="Min-Huang Ho" userId="3b9e8198e6400288" providerId="LiveId" clId="{239388CA-441C-4E40-9B65-CDE9ADE3A70B}" dt="2023-05-27T09:23:19.234" v="45" actId="12"/>
          <ac:spMkLst>
            <pc:docMk/>
            <pc:sldMk cId="3632865397" sldId="302"/>
            <ac:spMk id="4" creationId="{00000000-0000-0000-0000-000000000000}"/>
          </ac:spMkLst>
        </pc:spChg>
      </pc:sldChg>
      <pc:sldChg chg="modSp mod">
        <pc:chgData name="Min-Huang Ho" userId="3b9e8198e6400288" providerId="LiveId" clId="{239388CA-441C-4E40-9B65-CDE9ADE3A70B}" dt="2023-05-27T09:24:17.062" v="48" actId="207"/>
        <pc:sldMkLst>
          <pc:docMk/>
          <pc:sldMk cId="1616517293" sldId="303"/>
        </pc:sldMkLst>
        <pc:spChg chg="mod">
          <ac:chgData name="Min-Huang Ho" userId="3b9e8198e6400288" providerId="LiveId" clId="{239388CA-441C-4E40-9B65-CDE9ADE3A70B}" dt="2023-05-27T09:24:17.062" v="48" actId="207"/>
          <ac:spMkLst>
            <pc:docMk/>
            <pc:sldMk cId="1616517293" sldId="303"/>
            <ac:spMk id="4" creationId="{00000000-0000-0000-0000-000000000000}"/>
          </ac:spMkLst>
        </pc:spChg>
      </pc:sldChg>
      <pc:sldChg chg="modSp mod">
        <pc:chgData name="Min-Huang Ho" userId="3b9e8198e6400288" providerId="LiveId" clId="{239388CA-441C-4E40-9B65-CDE9ADE3A70B}" dt="2023-05-27T09:26:22.149" v="150" actId="20577"/>
        <pc:sldMkLst>
          <pc:docMk/>
          <pc:sldMk cId="3654595862" sldId="304"/>
        </pc:sldMkLst>
        <pc:spChg chg="mod">
          <ac:chgData name="Min-Huang Ho" userId="3b9e8198e6400288" providerId="LiveId" clId="{239388CA-441C-4E40-9B65-CDE9ADE3A70B}" dt="2023-05-27T09:26:22.149" v="150" actId="20577"/>
          <ac:spMkLst>
            <pc:docMk/>
            <pc:sldMk cId="3654595862" sldId="304"/>
            <ac:spMk id="4" creationId="{00000000-0000-0000-0000-000000000000}"/>
          </ac:spMkLst>
        </pc:spChg>
      </pc:sldChg>
      <pc:sldChg chg="modSp mod">
        <pc:chgData name="Min-Huang Ho" userId="3b9e8198e6400288" providerId="LiveId" clId="{239388CA-441C-4E40-9B65-CDE9ADE3A70B}" dt="2023-05-27T09:26:47.125" v="160" actId="20577"/>
        <pc:sldMkLst>
          <pc:docMk/>
          <pc:sldMk cId="3657589009" sldId="305"/>
        </pc:sldMkLst>
        <pc:spChg chg="mod">
          <ac:chgData name="Min-Huang Ho" userId="3b9e8198e6400288" providerId="LiveId" clId="{239388CA-441C-4E40-9B65-CDE9ADE3A70B}" dt="2023-05-27T09:26:47.125" v="160" actId="20577"/>
          <ac:spMkLst>
            <pc:docMk/>
            <pc:sldMk cId="3657589009" sldId="305"/>
            <ac:spMk id="4" creationId="{00000000-0000-0000-0000-000000000000}"/>
          </ac:spMkLst>
        </pc:spChg>
      </pc:sldChg>
      <pc:sldChg chg="modSp mod">
        <pc:chgData name="Min-Huang Ho" userId="3b9e8198e6400288" providerId="LiveId" clId="{239388CA-441C-4E40-9B65-CDE9ADE3A70B}" dt="2023-05-27T09:27:49.391" v="168" actId="20577"/>
        <pc:sldMkLst>
          <pc:docMk/>
          <pc:sldMk cId="858128213" sldId="306"/>
        </pc:sldMkLst>
        <pc:spChg chg="mod">
          <ac:chgData name="Min-Huang Ho" userId="3b9e8198e6400288" providerId="LiveId" clId="{239388CA-441C-4E40-9B65-CDE9ADE3A70B}" dt="2023-05-27T09:27:49.391" v="168" actId="20577"/>
          <ac:spMkLst>
            <pc:docMk/>
            <pc:sldMk cId="858128213" sldId="306"/>
            <ac:spMk id="4" creationId="{00000000-0000-0000-0000-000000000000}"/>
          </ac:spMkLst>
        </pc:spChg>
      </pc:sldChg>
      <pc:sldChg chg="modSp mod">
        <pc:chgData name="Min-Huang Ho" userId="3b9e8198e6400288" providerId="LiveId" clId="{239388CA-441C-4E40-9B65-CDE9ADE3A70B}" dt="2023-05-27T09:28:13.965" v="171" actId="12"/>
        <pc:sldMkLst>
          <pc:docMk/>
          <pc:sldMk cId="1030434790" sldId="307"/>
        </pc:sldMkLst>
        <pc:spChg chg="mod">
          <ac:chgData name="Min-Huang Ho" userId="3b9e8198e6400288" providerId="LiveId" clId="{239388CA-441C-4E40-9B65-CDE9ADE3A70B}" dt="2023-05-27T09:28:13.965" v="171" actId="12"/>
          <ac:spMkLst>
            <pc:docMk/>
            <pc:sldMk cId="1030434790" sldId="307"/>
            <ac:spMk id="4" creationId="{00000000-0000-0000-0000-000000000000}"/>
          </ac:spMkLst>
        </pc:spChg>
      </pc:sldChg>
      <pc:sldChg chg="addSp delSp modSp mod">
        <pc:chgData name="Min-Huang Ho" userId="3b9e8198e6400288" providerId="LiveId" clId="{239388CA-441C-4E40-9B65-CDE9ADE3A70B}" dt="2023-05-27T09:28:30.499" v="175" actId="14100"/>
        <pc:sldMkLst>
          <pc:docMk/>
          <pc:sldMk cId="1251002935" sldId="308"/>
        </pc:sldMkLst>
        <pc:picChg chg="add mod">
          <ac:chgData name="Min-Huang Ho" userId="3b9e8198e6400288" providerId="LiveId" clId="{239388CA-441C-4E40-9B65-CDE9ADE3A70B}" dt="2023-05-27T09:28:30.499" v="175" actId="14100"/>
          <ac:picMkLst>
            <pc:docMk/>
            <pc:sldMk cId="1251002935" sldId="308"/>
            <ac:picMk id="5" creationId="{7A57A3DA-DB4C-BC6E-B2A6-072BDCDD5A60}"/>
          </ac:picMkLst>
        </pc:picChg>
        <pc:picChg chg="del">
          <ac:chgData name="Min-Huang Ho" userId="3b9e8198e6400288" providerId="LiveId" clId="{239388CA-441C-4E40-9B65-CDE9ADE3A70B}" dt="2023-05-27T09:28:24.321" v="172" actId="478"/>
          <ac:picMkLst>
            <pc:docMk/>
            <pc:sldMk cId="1251002935" sldId="308"/>
            <ac:picMk id="7" creationId="{00000000-0000-0000-0000-000000000000}"/>
          </ac:picMkLst>
        </pc:picChg>
      </pc:sldChg>
      <pc:sldChg chg="addSp delSp modSp mod">
        <pc:chgData name="Min-Huang Ho" userId="3b9e8198e6400288" providerId="LiveId" clId="{239388CA-441C-4E40-9B65-CDE9ADE3A70B}" dt="2023-05-27T09:28:53.068" v="181" actId="1076"/>
        <pc:sldMkLst>
          <pc:docMk/>
          <pc:sldMk cId="3571312011" sldId="309"/>
        </pc:sldMkLst>
        <pc:picChg chg="del">
          <ac:chgData name="Min-Huang Ho" userId="3b9e8198e6400288" providerId="LiveId" clId="{239388CA-441C-4E40-9B65-CDE9ADE3A70B}" dt="2023-05-27T09:28:34.144" v="176" actId="478"/>
          <ac:picMkLst>
            <pc:docMk/>
            <pc:sldMk cId="3571312011" sldId="309"/>
            <ac:picMk id="5" creationId="{00000000-0000-0000-0000-000000000000}"/>
          </ac:picMkLst>
        </pc:picChg>
        <pc:picChg chg="add mod">
          <ac:chgData name="Min-Huang Ho" userId="3b9e8198e6400288" providerId="LiveId" clId="{239388CA-441C-4E40-9B65-CDE9ADE3A70B}" dt="2023-05-27T09:28:53.068" v="181" actId="1076"/>
          <ac:picMkLst>
            <pc:docMk/>
            <pc:sldMk cId="3571312011" sldId="309"/>
            <ac:picMk id="6" creationId="{7A8EC97B-1F91-DA99-2B8D-BEFBC25B6605}"/>
          </ac:picMkLst>
        </pc:picChg>
      </pc:sldChg>
      <pc:sldChg chg="addSp delSp modSp mod">
        <pc:chgData name="Min-Huang Ho" userId="3b9e8198e6400288" providerId="LiveId" clId="{239388CA-441C-4E40-9B65-CDE9ADE3A70B}" dt="2023-05-27T09:29:09.126" v="186" actId="1076"/>
        <pc:sldMkLst>
          <pc:docMk/>
          <pc:sldMk cId="4036029077" sldId="310"/>
        </pc:sldMkLst>
        <pc:picChg chg="del">
          <ac:chgData name="Min-Huang Ho" userId="3b9e8198e6400288" providerId="LiveId" clId="{239388CA-441C-4E40-9B65-CDE9ADE3A70B}" dt="2023-05-27T09:28:55.682" v="182" actId="478"/>
          <ac:picMkLst>
            <pc:docMk/>
            <pc:sldMk cId="4036029077" sldId="310"/>
            <ac:picMk id="5" creationId="{00000000-0000-0000-0000-000000000000}"/>
          </ac:picMkLst>
        </pc:picChg>
        <pc:picChg chg="add mod">
          <ac:chgData name="Min-Huang Ho" userId="3b9e8198e6400288" providerId="LiveId" clId="{239388CA-441C-4E40-9B65-CDE9ADE3A70B}" dt="2023-05-27T09:29:09.126" v="186" actId="1076"/>
          <ac:picMkLst>
            <pc:docMk/>
            <pc:sldMk cId="4036029077" sldId="310"/>
            <ac:picMk id="6" creationId="{1C009D1B-F408-F1BF-5CED-93761167EC8F}"/>
          </ac:picMkLst>
        </pc:picChg>
      </pc:sldChg>
      <pc:sldChg chg="addSp delSp modSp mod">
        <pc:chgData name="Min-Huang Ho" userId="3b9e8198e6400288" providerId="LiveId" clId="{239388CA-441C-4E40-9B65-CDE9ADE3A70B}" dt="2023-05-27T09:29:28.708" v="191" actId="1076"/>
        <pc:sldMkLst>
          <pc:docMk/>
          <pc:sldMk cId="3578455135" sldId="311"/>
        </pc:sldMkLst>
        <pc:picChg chg="del">
          <ac:chgData name="Min-Huang Ho" userId="3b9e8198e6400288" providerId="LiveId" clId="{239388CA-441C-4E40-9B65-CDE9ADE3A70B}" dt="2023-05-27T09:29:12.226" v="187" actId="478"/>
          <ac:picMkLst>
            <pc:docMk/>
            <pc:sldMk cId="3578455135" sldId="311"/>
            <ac:picMk id="5" creationId="{00000000-0000-0000-0000-000000000000}"/>
          </ac:picMkLst>
        </pc:picChg>
        <pc:picChg chg="add mod">
          <ac:chgData name="Min-Huang Ho" userId="3b9e8198e6400288" providerId="LiveId" clId="{239388CA-441C-4E40-9B65-CDE9ADE3A70B}" dt="2023-05-27T09:29:28.708" v="191" actId="1076"/>
          <ac:picMkLst>
            <pc:docMk/>
            <pc:sldMk cId="3578455135" sldId="311"/>
            <ac:picMk id="6" creationId="{3CE0EC53-C64D-40A8-E4E7-DC80554A1B4C}"/>
          </ac:picMkLst>
        </pc:picChg>
      </pc:sldChg>
      <pc:sldChg chg="modSp mod">
        <pc:chgData name="Min-Huang Ho" userId="3b9e8198e6400288" providerId="LiveId" clId="{239388CA-441C-4E40-9B65-CDE9ADE3A70B}" dt="2023-05-27T09:30:25.579" v="202" actId="1037"/>
        <pc:sldMkLst>
          <pc:docMk/>
          <pc:sldMk cId="3933982581" sldId="312"/>
        </pc:sldMkLst>
        <pc:spChg chg="mod">
          <ac:chgData name="Min-Huang Ho" userId="3b9e8198e6400288" providerId="LiveId" clId="{239388CA-441C-4E40-9B65-CDE9ADE3A70B}" dt="2023-05-27T09:30:16.473" v="194" actId="12"/>
          <ac:spMkLst>
            <pc:docMk/>
            <pc:sldMk cId="3933982581" sldId="312"/>
            <ac:spMk id="4" creationId="{00000000-0000-0000-0000-000000000000}"/>
          </ac:spMkLst>
        </pc:spChg>
        <pc:spChg chg="mod">
          <ac:chgData name="Min-Huang Ho" userId="3b9e8198e6400288" providerId="LiveId" clId="{239388CA-441C-4E40-9B65-CDE9ADE3A70B}" dt="2023-05-27T09:30:22.846" v="199" actId="1038"/>
          <ac:spMkLst>
            <pc:docMk/>
            <pc:sldMk cId="3933982581" sldId="312"/>
            <ac:spMk id="5" creationId="{00000000-0000-0000-0000-000000000000}"/>
          </ac:spMkLst>
        </pc:spChg>
        <pc:cxnChg chg="mod">
          <ac:chgData name="Min-Huang Ho" userId="3b9e8198e6400288" providerId="LiveId" clId="{239388CA-441C-4E40-9B65-CDE9ADE3A70B}" dt="2023-05-27T09:30:25.579" v="202" actId="1037"/>
          <ac:cxnSpMkLst>
            <pc:docMk/>
            <pc:sldMk cId="3933982581" sldId="312"/>
            <ac:cxnSpMk id="7" creationId="{00000000-0000-0000-0000-000000000000}"/>
          </ac:cxnSpMkLst>
        </pc:cxnChg>
      </pc:sldChg>
      <pc:sldChg chg="modSp mod">
        <pc:chgData name="Min-Huang Ho" userId="3b9e8198e6400288" providerId="LiveId" clId="{239388CA-441C-4E40-9B65-CDE9ADE3A70B}" dt="2023-05-27T09:30:46.519" v="213" actId="1035"/>
        <pc:sldMkLst>
          <pc:docMk/>
          <pc:sldMk cId="4270406969" sldId="313"/>
        </pc:sldMkLst>
        <pc:spChg chg="mod">
          <ac:chgData name="Min-Huang Ho" userId="3b9e8198e6400288" providerId="LiveId" clId="{239388CA-441C-4E40-9B65-CDE9ADE3A70B}" dt="2023-05-27T09:30:38.266" v="205" actId="27636"/>
          <ac:spMkLst>
            <pc:docMk/>
            <pc:sldMk cId="4270406969" sldId="313"/>
            <ac:spMk id="4" creationId="{00000000-0000-0000-0000-000000000000}"/>
          </ac:spMkLst>
        </pc:spChg>
        <pc:spChg chg="mod">
          <ac:chgData name="Min-Huang Ho" userId="3b9e8198e6400288" providerId="LiveId" clId="{239388CA-441C-4E40-9B65-CDE9ADE3A70B}" dt="2023-05-27T09:30:46.519" v="213" actId="1035"/>
          <ac:spMkLst>
            <pc:docMk/>
            <pc:sldMk cId="4270406969" sldId="313"/>
            <ac:spMk id="5" creationId="{00000000-0000-0000-0000-000000000000}"/>
          </ac:spMkLst>
        </pc:spChg>
        <pc:cxnChg chg="mod">
          <ac:chgData name="Min-Huang Ho" userId="3b9e8198e6400288" providerId="LiveId" clId="{239388CA-441C-4E40-9B65-CDE9ADE3A70B}" dt="2023-05-27T09:30:46.519" v="213" actId="1035"/>
          <ac:cxnSpMkLst>
            <pc:docMk/>
            <pc:sldMk cId="4270406969" sldId="313"/>
            <ac:cxnSpMk id="6" creationId="{00000000-0000-0000-0000-000000000000}"/>
          </ac:cxnSpMkLst>
        </pc:cxnChg>
      </pc:sldChg>
      <pc:sldChg chg="modSp mod">
        <pc:chgData name="Min-Huang Ho" userId="3b9e8198e6400288" providerId="LiveId" clId="{239388CA-441C-4E40-9B65-CDE9ADE3A70B}" dt="2023-05-27T09:31:44.619" v="223" actId="207"/>
        <pc:sldMkLst>
          <pc:docMk/>
          <pc:sldMk cId="903525636" sldId="314"/>
        </pc:sldMkLst>
        <pc:spChg chg="mod">
          <ac:chgData name="Min-Huang Ho" userId="3b9e8198e6400288" providerId="LiveId" clId="{239388CA-441C-4E40-9B65-CDE9ADE3A70B}" dt="2023-05-27T09:31:44.619" v="223" actId="207"/>
          <ac:spMkLst>
            <pc:docMk/>
            <pc:sldMk cId="903525636" sldId="314"/>
            <ac:spMk id="4" creationId="{00000000-0000-0000-0000-000000000000}"/>
          </ac:spMkLst>
        </pc:spChg>
      </pc:sldChg>
      <pc:sldChg chg="modSp mod">
        <pc:chgData name="Min-Huang Ho" userId="3b9e8198e6400288" providerId="LiveId" clId="{239388CA-441C-4E40-9B65-CDE9ADE3A70B}" dt="2023-05-27T09:32:42.069" v="232" actId="12"/>
        <pc:sldMkLst>
          <pc:docMk/>
          <pc:sldMk cId="65697382" sldId="315"/>
        </pc:sldMkLst>
        <pc:spChg chg="mod">
          <ac:chgData name="Min-Huang Ho" userId="3b9e8198e6400288" providerId="LiveId" clId="{239388CA-441C-4E40-9B65-CDE9ADE3A70B}" dt="2023-05-27T09:32:42.069" v="232" actId="12"/>
          <ac:spMkLst>
            <pc:docMk/>
            <pc:sldMk cId="65697382" sldId="315"/>
            <ac:spMk id="4" creationId="{00000000-0000-0000-0000-000000000000}"/>
          </ac:spMkLst>
        </pc:spChg>
      </pc:sldChg>
      <pc:sldChg chg="modSp mod">
        <pc:chgData name="Min-Huang Ho" userId="3b9e8198e6400288" providerId="LiveId" clId="{239388CA-441C-4E40-9B65-CDE9ADE3A70B}" dt="2023-05-27T09:33:27.799" v="257" actId="20577"/>
        <pc:sldMkLst>
          <pc:docMk/>
          <pc:sldMk cId="787495772" sldId="316"/>
        </pc:sldMkLst>
        <pc:spChg chg="mod">
          <ac:chgData name="Min-Huang Ho" userId="3b9e8198e6400288" providerId="LiveId" clId="{239388CA-441C-4E40-9B65-CDE9ADE3A70B}" dt="2023-05-27T09:33:27.799" v="257" actId="20577"/>
          <ac:spMkLst>
            <pc:docMk/>
            <pc:sldMk cId="787495772" sldId="316"/>
            <ac:spMk id="4" creationId="{00000000-0000-0000-0000-000000000000}"/>
          </ac:spMkLst>
        </pc:spChg>
      </pc:sldChg>
      <pc:sldChg chg="modSp mod">
        <pc:chgData name="Min-Huang Ho" userId="3b9e8198e6400288" providerId="LiveId" clId="{239388CA-441C-4E40-9B65-CDE9ADE3A70B}" dt="2023-05-27T09:34:01.479" v="259" actId="12"/>
        <pc:sldMkLst>
          <pc:docMk/>
          <pc:sldMk cId="785740433" sldId="317"/>
        </pc:sldMkLst>
        <pc:spChg chg="mod">
          <ac:chgData name="Min-Huang Ho" userId="3b9e8198e6400288" providerId="LiveId" clId="{239388CA-441C-4E40-9B65-CDE9ADE3A70B}" dt="2023-05-27T09:34:01.479" v="259" actId="12"/>
          <ac:spMkLst>
            <pc:docMk/>
            <pc:sldMk cId="785740433" sldId="317"/>
            <ac:spMk id="4" creationId="{00000000-0000-0000-0000-000000000000}"/>
          </ac:spMkLst>
        </pc:spChg>
      </pc:sldChg>
      <pc:sldChg chg="modSp mod">
        <pc:chgData name="Min-Huang Ho" userId="3b9e8198e6400288" providerId="LiveId" clId="{239388CA-441C-4E40-9B65-CDE9ADE3A70B}" dt="2023-05-28T00:06:46.737" v="449" actId="207"/>
        <pc:sldMkLst>
          <pc:docMk/>
          <pc:sldMk cId="2455374713" sldId="318"/>
        </pc:sldMkLst>
        <pc:spChg chg="mod">
          <ac:chgData name="Min-Huang Ho" userId="3b9e8198e6400288" providerId="LiveId" clId="{239388CA-441C-4E40-9B65-CDE9ADE3A70B}" dt="2023-05-28T00:06:46.737" v="449" actId="207"/>
          <ac:spMkLst>
            <pc:docMk/>
            <pc:sldMk cId="2455374713" sldId="318"/>
            <ac:spMk id="4" creationId="{00000000-0000-0000-0000-000000000000}"/>
          </ac:spMkLst>
        </pc:spChg>
      </pc:sldChg>
      <pc:sldChg chg="modSp mod">
        <pc:chgData name="Min-Huang Ho" userId="3b9e8198e6400288" providerId="LiveId" clId="{239388CA-441C-4E40-9B65-CDE9ADE3A70B}" dt="2023-05-28T00:07:22.528" v="452" actId="12"/>
        <pc:sldMkLst>
          <pc:docMk/>
          <pc:sldMk cId="1534188229" sldId="319"/>
        </pc:sldMkLst>
        <pc:spChg chg="mod">
          <ac:chgData name="Min-Huang Ho" userId="3b9e8198e6400288" providerId="LiveId" clId="{239388CA-441C-4E40-9B65-CDE9ADE3A70B}" dt="2023-05-28T00:07:22.528" v="452" actId="12"/>
          <ac:spMkLst>
            <pc:docMk/>
            <pc:sldMk cId="1534188229" sldId="319"/>
            <ac:spMk id="4" creationId="{00000000-0000-0000-0000-000000000000}"/>
          </ac:spMkLst>
        </pc:spChg>
      </pc:sldChg>
      <pc:sldChg chg="modSp mod">
        <pc:chgData name="Min-Huang Ho" userId="3b9e8198e6400288" providerId="LiveId" clId="{239388CA-441C-4E40-9B65-CDE9ADE3A70B}" dt="2023-05-28T00:07:41.067" v="455" actId="12"/>
        <pc:sldMkLst>
          <pc:docMk/>
          <pc:sldMk cId="2317787150" sldId="320"/>
        </pc:sldMkLst>
        <pc:spChg chg="mod">
          <ac:chgData name="Min-Huang Ho" userId="3b9e8198e6400288" providerId="LiveId" clId="{239388CA-441C-4E40-9B65-CDE9ADE3A70B}" dt="2023-05-28T00:07:41.067" v="455" actId="12"/>
          <ac:spMkLst>
            <pc:docMk/>
            <pc:sldMk cId="2317787150" sldId="320"/>
            <ac:spMk id="4" creationId="{00000000-0000-0000-0000-000000000000}"/>
          </ac:spMkLst>
        </pc:spChg>
      </pc:sldChg>
      <pc:sldChg chg="modSp mod">
        <pc:chgData name="Min-Huang Ho" userId="3b9e8198e6400288" providerId="LiveId" clId="{239388CA-441C-4E40-9B65-CDE9ADE3A70B}" dt="2023-05-28T00:08:20.433" v="460" actId="403"/>
        <pc:sldMkLst>
          <pc:docMk/>
          <pc:sldMk cId="1049668908" sldId="321"/>
        </pc:sldMkLst>
        <pc:spChg chg="mod">
          <ac:chgData name="Min-Huang Ho" userId="3b9e8198e6400288" providerId="LiveId" clId="{239388CA-441C-4E40-9B65-CDE9ADE3A70B}" dt="2023-05-28T00:08:20.433" v="460" actId="403"/>
          <ac:spMkLst>
            <pc:docMk/>
            <pc:sldMk cId="1049668908" sldId="321"/>
            <ac:spMk id="4" creationId="{00000000-0000-0000-0000-000000000000}"/>
          </ac:spMkLst>
        </pc:spChg>
      </pc:sldChg>
      <pc:sldChg chg="modSp mod">
        <pc:chgData name="Min-Huang Ho" userId="3b9e8198e6400288" providerId="LiveId" clId="{239388CA-441C-4E40-9B65-CDE9ADE3A70B}" dt="2023-05-28T00:08:39.906" v="462" actId="12"/>
        <pc:sldMkLst>
          <pc:docMk/>
          <pc:sldMk cId="3814838230" sldId="322"/>
        </pc:sldMkLst>
        <pc:spChg chg="mod">
          <ac:chgData name="Min-Huang Ho" userId="3b9e8198e6400288" providerId="LiveId" clId="{239388CA-441C-4E40-9B65-CDE9ADE3A70B}" dt="2023-05-28T00:08:39.906" v="462" actId="12"/>
          <ac:spMkLst>
            <pc:docMk/>
            <pc:sldMk cId="3814838230" sldId="322"/>
            <ac:spMk id="4" creationId="{00000000-0000-0000-0000-000000000000}"/>
          </ac:spMkLst>
        </pc:spChg>
      </pc:sldChg>
      <pc:sldChg chg="addSp delSp modSp mod">
        <pc:chgData name="Min-Huang Ho" userId="3b9e8198e6400288" providerId="LiveId" clId="{239388CA-441C-4E40-9B65-CDE9ADE3A70B}" dt="2023-05-28T00:08:58.500" v="466" actId="14100"/>
        <pc:sldMkLst>
          <pc:docMk/>
          <pc:sldMk cId="2791518234" sldId="323"/>
        </pc:sldMkLst>
        <pc:picChg chg="del">
          <ac:chgData name="Min-Huang Ho" userId="3b9e8198e6400288" providerId="LiveId" clId="{239388CA-441C-4E40-9B65-CDE9ADE3A70B}" dt="2023-05-28T00:08:51.950" v="463" actId="478"/>
          <ac:picMkLst>
            <pc:docMk/>
            <pc:sldMk cId="2791518234" sldId="323"/>
            <ac:picMk id="5" creationId="{00000000-0000-0000-0000-000000000000}"/>
          </ac:picMkLst>
        </pc:picChg>
        <pc:picChg chg="add mod">
          <ac:chgData name="Min-Huang Ho" userId="3b9e8198e6400288" providerId="LiveId" clId="{239388CA-441C-4E40-9B65-CDE9ADE3A70B}" dt="2023-05-28T00:08:58.500" v="466" actId="14100"/>
          <ac:picMkLst>
            <pc:docMk/>
            <pc:sldMk cId="2791518234" sldId="323"/>
            <ac:picMk id="6" creationId="{A6910CDF-BC15-09F3-437A-596597AC4A43}"/>
          </ac:picMkLst>
        </pc:picChg>
      </pc:sldChg>
      <pc:sldChg chg="del">
        <pc:chgData name="Min-Huang Ho" userId="3b9e8198e6400288" providerId="LiveId" clId="{239388CA-441C-4E40-9B65-CDE9ADE3A70B}" dt="2023-05-28T00:09:42.983" v="467" actId="47"/>
        <pc:sldMkLst>
          <pc:docMk/>
          <pc:sldMk cId="1874706126" sldId="324"/>
        </pc:sldMkLst>
      </pc:sldChg>
      <pc:sldChg chg="addSp delSp modSp mod">
        <pc:chgData name="Min-Huang Ho" userId="3b9e8198e6400288" providerId="LiveId" clId="{239388CA-441C-4E40-9B65-CDE9ADE3A70B}" dt="2023-05-28T00:10:08.628" v="472" actId="1076"/>
        <pc:sldMkLst>
          <pc:docMk/>
          <pc:sldMk cId="3464638155" sldId="325"/>
        </pc:sldMkLst>
        <pc:picChg chg="del">
          <ac:chgData name="Min-Huang Ho" userId="3b9e8198e6400288" providerId="LiveId" clId="{239388CA-441C-4E40-9B65-CDE9ADE3A70B}" dt="2023-05-28T00:09:57.863" v="468" actId="478"/>
          <ac:picMkLst>
            <pc:docMk/>
            <pc:sldMk cId="3464638155" sldId="325"/>
            <ac:picMk id="5" creationId="{00000000-0000-0000-0000-000000000000}"/>
          </ac:picMkLst>
        </pc:picChg>
        <pc:picChg chg="add mod">
          <ac:chgData name="Min-Huang Ho" userId="3b9e8198e6400288" providerId="LiveId" clId="{239388CA-441C-4E40-9B65-CDE9ADE3A70B}" dt="2023-05-28T00:10:08.628" v="472" actId="1076"/>
          <ac:picMkLst>
            <pc:docMk/>
            <pc:sldMk cId="3464638155" sldId="325"/>
            <ac:picMk id="6" creationId="{CC9DF457-CB5B-49E7-BF0C-B6D62B008F06}"/>
          </ac:picMkLst>
        </pc:picChg>
      </pc:sldChg>
      <pc:sldChg chg="modSp mod">
        <pc:chgData name="Min-Huang Ho" userId="3b9e8198e6400288" providerId="LiveId" clId="{239388CA-441C-4E40-9B65-CDE9ADE3A70B}" dt="2023-05-28T00:12:02.219" v="474" actId="2711"/>
        <pc:sldMkLst>
          <pc:docMk/>
          <pc:sldMk cId="1852462821" sldId="329"/>
        </pc:sldMkLst>
        <pc:spChg chg="mod">
          <ac:chgData name="Min-Huang Ho" userId="3b9e8198e6400288" providerId="LiveId" clId="{239388CA-441C-4E40-9B65-CDE9ADE3A70B}" dt="2023-05-28T00:12:02.219" v="474" actId="2711"/>
          <ac:spMkLst>
            <pc:docMk/>
            <pc:sldMk cId="1852462821" sldId="329"/>
            <ac:spMk id="4" creationId="{00000000-0000-0000-0000-000000000000}"/>
          </ac:spMkLst>
        </pc:spChg>
      </pc:sldChg>
      <pc:sldChg chg="modSp mod">
        <pc:chgData name="Min-Huang Ho" userId="3b9e8198e6400288" providerId="LiveId" clId="{239388CA-441C-4E40-9B65-CDE9ADE3A70B}" dt="2023-05-28T00:12:29.226" v="476" actId="2711"/>
        <pc:sldMkLst>
          <pc:docMk/>
          <pc:sldMk cId="612759391" sldId="330"/>
        </pc:sldMkLst>
        <pc:spChg chg="mod">
          <ac:chgData name="Min-Huang Ho" userId="3b9e8198e6400288" providerId="LiveId" clId="{239388CA-441C-4E40-9B65-CDE9ADE3A70B}" dt="2023-05-28T00:12:29.226" v="476" actId="2711"/>
          <ac:spMkLst>
            <pc:docMk/>
            <pc:sldMk cId="612759391" sldId="330"/>
            <ac:spMk id="4" creationId="{00000000-0000-0000-0000-000000000000}"/>
          </ac:spMkLst>
        </pc:spChg>
      </pc:sldChg>
      <pc:sldChg chg="modSp mod">
        <pc:chgData name="Min-Huang Ho" userId="3b9e8198e6400288" providerId="LiveId" clId="{239388CA-441C-4E40-9B65-CDE9ADE3A70B}" dt="2023-05-28T00:13:51.065" v="478" actId="6549"/>
        <pc:sldMkLst>
          <pc:docMk/>
          <pc:sldMk cId="2855916373" sldId="331"/>
        </pc:sldMkLst>
        <pc:spChg chg="mod">
          <ac:chgData name="Min-Huang Ho" userId="3b9e8198e6400288" providerId="LiveId" clId="{239388CA-441C-4E40-9B65-CDE9ADE3A70B}" dt="2023-05-28T00:13:51.065" v="478" actId="6549"/>
          <ac:spMkLst>
            <pc:docMk/>
            <pc:sldMk cId="2855916373" sldId="331"/>
            <ac:spMk id="4" creationId="{00000000-0000-0000-0000-000000000000}"/>
          </ac:spMkLst>
        </pc:spChg>
      </pc:sldChg>
      <pc:sldChg chg="modSp mod">
        <pc:chgData name="Min-Huang Ho" userId="3b9e8198e6400288" providerId="LiveId" clId="{239388CA-441C-4E40-9B65-CDE9ADE3A70B}" dt="2023-05-28T00:14:53.320" v="484" actId="404"/>
        <pc:sldMkLst>
          <pc:docMk/>
          <pc:sldMk cId="470654097" sldId="332"/>
        </pc:sldMkLst>
        <pc:spChg chg="mod">
          <ac:chgData name="Min-Huang Ho" userId="3b9e8198e6400288" providerId="LiveId" clId="{239388CA-441C-4E40-9B65-CDE9ADE3A70B}" dt="2023-05-28T00:14:53.320" v="484" actId="404"/>
          <ac:spMkLst>
            <pc:docMk/>
            <pc:sldMk cId="470654097" sldId="332"/>
            <ac:spMk id="4" creationId="{00000000-0000-0000-0000-000000000000}"/>
          </ac:spMkLst>
        </pc:spChg>
      </pc:sldChg>
      <pc:sldChg chg="modSp mod">
        <pc:chgData name="Min-Huang Ho" userId="3b9e8198e6400288" providerId="LiveId" clId="{239388CA-441C-4E40-9B65-CDE9ADE3A70B}" dt="2023-05-28T00:15:13.964" v="487" actId="27636"/>
        <pc:sldMkLst>
          <pc:docMk/>
          <pc:sldMk cId="1140736253" sldId="333"/>
        </pc:sldMkLst>
        <pc:spChg chg="mod">
          <ac:chgData name="Min-Huang Ho" userId="3b9e8198e6400288" providerId="LiveId" clId="{239388CA-441C-4E40-9B65-CDE9ADE3A70B}" dt="2023-05-28T00:15:13.964" v="487" actId="27636"/>
          <ac:spMkLst>
            <pc:docMk/>
            <pc:sldMk cId="1140736253" sldId="333"/>
            <ac:spMk id="4" creationId="{00000000-0000-0000-0000-000000000000}"/>
          </ac:spMkLst>
        </pc:spChg>
      </pc:sldChg>
      <pc:sldChg chg="modSp mod">
        <pc:chgData name="Min-Huang Ho" userId="3b9e8198e6400288" providerId="LiveId" clId="{239388CA-441C-4E40-9B65-CDE9ADE3A70B}" dt="2023-05-28T00:16:44.675" v="576"/>
        <pc:sldMkLst>
          <pc:docMk/>
          <pc:sldMk cId="433362632" sldId="334"/>
        </pc:sldMkLst>
        <pc:spChg chg="mod">
          <ac:chgData name="Min-Huang Ho" userId="3b9e8198e6400288" providerId="LiveId" clId="{239388CA-441C-4E40-9B65-CDE9ADE3A70B}" dt="2023-05-28T00:16:44.675" v="576"/>
          <ac:spMkLst>
            <pc:docMk/>
            <pc:sldMk cId="433362632" sldId="334"/>
            <ac:spMk id="4" creationId="{00000000-0000-0000-0000-000000000000}"/>
          </ac:spMkLst>
        </pc:spChg>
      </pc:sldChg>
      <pc:sldChg chg="addSp delSp modSp mod">
        <pc:chgData name="Min-Huang Ho" userId="3b9e8198e6400288" providerId="LiveId" clId="{239388CA-441C-4E40-9B65-CDE9ADE3A70B}" dt="2023-05-28T00:17:29.051" v="587" actId="1076"/>
        <pc:sldMkLst>
          <pc:docMk/>
          <pc:sldMk cId="529587781" sldId="335"/>
        </pc:sldMkLst>
        <pc:spChg chg="mod">
          <ac:chgData name="Min-Huang Ho" userId="3b9e8198e6400288" providerId="LiveId" clId="{239388CA-441C-4E40-9B65-CDE9ADE3A70B}" dt="2023-05-28T00:17:26.007" v="586" actId="1076"/>
          <ac:spMkLst>
            <pc:docMk/>
            <pc:sldMk cId="529587781" sldId="335"/>
            <ac:spMk id="6" creationId="{00000000-0000-0000-0000-000000000000}"/>
          </ac:spMkLst>
        </pc:spChg>
        <pc:picChg chg="del">
          <ac:chgData name="Min-Huang Ho" userId="3b9e8198e6400288" providerId="LiveId" clId="{239388CA-441C-4E40-9B65-CDE9ADE3A70B}" dt="2023-05-28T00:16:57.958" v="577" actId="478"/>
          <ac:picMkLst>
            <pc:docMk/>
            <pc:sldMk cId="529587781" sldId="335"/>
            <ac:picMk id="5" creationId="{00000000-0000-0000-0000-000000000000}"/>
          </ac:picMkLst>
        </pc:picChg>
        <pc:picChg chg="add mod ord">
          <ac:chgData name="Min-Huang Ho" userId="3b9e8198e6400288" providerId="LiveId" clId="{239388CA-441C-4E40-9B65-CDE9ADE3A70B}" dt="2023-05-28T00:17:22.462" v="585" actId="167"/>
          <ac:picMkLst>
            <pc:docMk/>
            <pc:sldMk cId="529587781" sldId="335"/>
            <ac:picMk id="8" creationId="{A0329FF2-67B2-C7F3-A5B2-3A10DA0844D6}"/>
          </ac:picMkLst>
        </pc:picChg>
        <pc:cxnChg chg="mod">
          <ac:chgData name="Min-Huang Ho" userId="3b9e8198e6400288" providerId="LiveId" clId="{239388CA-441C-4E40-9B65-CDE9ADE3A70B}" dt="2023-05-28T00:17:29.051" v="587" actId="1076"/>
          <ac:cxnSpMkLst>
            <pc:docMk/>
            <pc:sldMk cId="529587781" sldId="335"/>
            <ac:cxnSpMk id="9" creationId="{00000000-0000-0000-0000-000000000000}"/>
          </ac:cxnSpMkLst>
        </pc:cxnChg>
      </pc:sldChg>
      <pc:sldChg chg="modSp mod">
        <pc:chgData name="Min-Huang Ho" userId="3b9e8198e6400288" providerId="LiveId" clId="{239388CA-441C-4E40-9B65-CDE9ADE3A70B}" dt="2023-05-28T00:17:50.841" v="589" actId="2711"/>
        <pc:sldMkLst>
          <pc:docMk/>
          <pc:sldMk cId="475065890" sldId="336"/>
        </pc:sldMkLst>
        <pc:spChg chg="mod">
          <ac:chgData name="Min-Huang Ho" userId="3b9e8198e6400288" providerId="LiveId" clId="{239388CA-441C-4E40-9B65-CDE9ADE3A70B}" dt="2023-05-28T00:17:50.841" v="589" actId="2711"/>
          <ac:spMkLst>
            <pc:docMk/>
            <pc:sldMk cId="475065890" sldId="336"/>
            <ac:spMk id="4" creationId="{00000000-0000-0000-0000-000000000000}"/>
          </ac:spMkLst>
        </pc:spChg>
      </pc:sldChg>
      <pc:sldChg chg="modSp mod">
        <pc:chgData name="Min-Huang Ho" userId="3b9e8198e6400288" providerId="LiveId" clId="{239388CA-441C-4E40-9B65-CDE9ADE3A70B}" dt="2023-05-28T00:19:34.251" v="598" actId="207"/>
        <pc:sldMkLst>
          <pc:docMk/>
          <pc:sldMk cId="946794831" sldId="338"/>
        </pc:sldMkLst>
        <pc:spChg chg="mod">
          <ac:chgData name="Min-Huang Ho" userId="3b9e8198e6400288" providerId="LiveId" clId="{239388CA-441C-4E40-9B65-CDE9ADE3A70B}" dt="2023-05-28T00:19:34.251" v="598" actId="207"/>
          <ac:spMkLst>
            <pc:docMk/>
            <pc:sldMk cId="946794831" sldId="338"/>
            <ac:spMk id="4" creationId="{00000000-0000-0000-0000-000000000000}"/>
          </ac:spMkLst>
        </pc:spChg>
      </pc:sldChg>
      <pc:sldChg chg="addSp delSp modSp mod">
        <pc:chgData name="Min-Huang Ho" userId="3b9e8198e6400288" providerId="LiveId" clId="{239388CA-441C-4E40-9B65-CDE9ADE3A70B}" dt="2023-05-28T00:20:29.466" v="606" actId="1076"/>
        <pc:sldMkLst>
          <pc:docMk/>
          <pc:sldMk cId="1023316382" sldId="339"/>
        </pc:sldMkLst>
        <pc:spChg chg="mod">
          <ac:chgData name="Min-Huang Ho" userId="3b9e8198e6400288" providerId="LiveId" clId="{239388CA-441C-4E40-9B65-CDE9ADE3A70B}" dt="2023-05-28T00:20:08.992" v="600" actId="12"/>
          <ac:spMkLst>
            <pc:docMk/>
            <pc:sldMk cId="1023316382" sldId="339"/>
            <ac:spMk id="4" creationId="{00000000-0000-0000-0000-000000000000}"/>
          </ac:spMkLst>
        </pc:spChg>
        <pc:picChg chg="del">
          <ac:chgData name="Min-Huang Ho" userId="3b9e8198e6400288" providerId="LiveId" clId="{239388CA-441C-4E40-9B65-CDE9ADE3A70B}" dt="2023-05-28T00:20:11.928" v="601" actId="478"/>
          <ac:picMkLst>
            <pc:docMk/>
            <pc:sldMk cId="1023316382" sldId="339"/>
            <ac:picMk id="5" creationId="{00000000-0000-0000-0000-000000000000}"/>
          </ac:picMkLst>
        </pc:picChg>
        <pc:picChg chg="add mod">
          <ac:chgData name="Min-Huang Ho" userId="3b9e8198e6400288" providerId="LiveId" clId="{239388CA-441C-4E40-9B65-CDE9ADE3A70B}" dt="2023-05-28T00:20:29.466" v="606" actId="1076"/>
          <ac:picMkLst>
            <pc:docMk/>
            <pc:sldMk cId="1023316382" sldId="339"/>
            <ac:picMk id="6" creationId="{A6507936-27A0-4E82-9F14-A25AA90FEA30}"/>
          </ac:picMkLst>
        </pc:picChg>
      </pc:sldChg>
      <pc:sldChg chg="addSp delSp modSp mod">
        <pc:chgData name="Min-Huang Ho" userId="3b9e8198e6400288" providerId="LiveId" clId="{239388CA-441C-4E40-9B65-CDE9ADE3A70B}" dt="2023-05-28T00:20:48.822" v="611" actId="1076"/>
        <pc:sldMkLst>
          <pc:docMk/>
          <pc:sldMk cId="542629047" sldId="340"/>
        </pc:sldMkLst>
        <pc:picChg chg="del">
          <ac:chgData name="Min-Huang Ho" userId="3b9e8198e6400288" providerId="LiveId" clId="{239388CA-441C-4E40-9B65-CDE9ADE3A70B}" dt="2023-05-28T00:20:41.075" v="607" actId="478"/>
          <ac:picMkLst>
            <pc:docMk/>
            <pc:sldMk cId="542629047" sldId="340"/>
            <ac:picMk id="5" creationId="{00000000-0000-0000-0000-000000000000}"/>
          </ac:picMkLst>
        </pc:picChg>
        <pc:picChg chg="add mod">
          <ac:chgData name="Min-Huang Ho" userId="3b9e8198e6400288" providerId="LiveId" clId="{239388CA-441C-4E40-9B65-CDE9ADE3A70B}" dt="2023-05-28T00:20:48.822" v="611" actId="1076"/>
          <ac:picMkLst>
            <pc:docMk/>
            <pc:sldMk cId="542629047" sldId="340"/>
            <ac:picMk id="6" creationId="{4BC3A2AD-D97B-2015-58CC-0CEBD837B702}"/>
          </ac:picMkLst>
        </pc:picChg>
      </pc:sldChg>
      <pc:sldChg chg="modSp mod">
        <pc:chgData name="Min-Huang Ho" userId="3b9e8198e6400288" providerId="LiveId" clId="{239388CA-441C-4E40-9B65-CDE9ADE3A70B}" dt="2023-05-28T00:21:27.202" v="614" actId="12"/>
        <pc:sldMkLst>
          <pc:docMk/>
          <pc:sldMk cId="1163489826" sldId="341"/>
        </pc:sldMkLst>
        <pc:spChg chg="mod">
          <ac:chgData name="Min-Huang Ho" userId="3b9e8198e6400288" providerId="LiveId" clId="{239388CA-441C-4E40-9B65-CDE9ADE3A70B}" dt="2023-05-28T00:21:27.202" v="614" actId="12"/>
          <ac:spMkLst>
            <pc:docMk/>
            <pc:sldMk cId="1163489826" sldId="341"/>
            <ac:spMk id="4" creationId="{00000000-0000-0000-0000-000000000000}"/>
          </ac:spMkLst>
        </pc:spChg>
      </pc:sldChg>
      <pc:sldChg chg="delSp modSp add mod">
        <pc:chgData name="Min-Huang Ho" userId="3b9e8198e6400288" providerId="LiveId" clId="{239388CA-441C-4E40-9B65-CDE9ADE3A70B}" dt="2023-05-28T00:35:15.964" v="895" actId="12"/>
        <pc:sldMkLst>
          <pc:docMk/>
          <pc:sldMk cId="762178950" sldId="342"/>
        </pc:sldMkLst>
        <pc:spChg chg="mod">
          <ac:chgData name="Min-Huang Ho" userId="3b9e8198e6400288" providerId="LiveId" clId="{239388CA-441C-4E40-9B65-CDE9ADE3A70B}" dt="2023-05-28T00:33:48.398" v="809"/>
          <ac:spMkLst>
            <pc:docMk/>
            <pc:sldMk cId="762178950" sldId="342"/>
            <ac:spMk id="2" creationId="{00000000-0000-0000-0000-000000000000}"/>
          </ac:spMkLst>
        </pc:spChg>
        <pc:spChg chg="mod">
          <ac:chgData name="Min-Huang Ho" userId="3b9e8198e6400288" providerId="LiveId" clId="{239388CA-441C-4E40-9B65-CDE9ADE3A70B}" dt="2023-05-28T00:35:15.964" v="895" actId="12"/>
          <ac:spMkLst>
            <pc:docMk/>
            <pc:sldMk cId="762178950" sldId="342"/>
            <ac:spMk id="4" creationId="{00000000-0000-0000-0000-000000000000}"/>
          </ac:spMkLst>
        </pc:spChg>
        <pc:picChg chg="del">
          <ac:chgData name="Min-Huang Ho" userId="3b9e8198e6400288" providerId="LiveId" clId="{239388CA-441C-4E40-9B65-CDE9ADE3A70B}" dt="2023-05-28T00:33:50.700" v="810" actId="478"/>
          <ac:picMkLst>
            <pc:docMk/>
            <pc:sldMk cId="762178950" sldId="342"/>
            <ac:picMk id="6" creationId="{53AAD022-9F8B-2558-8A81-863FB6A8610F}"/>
          </ac:picMkLst>
        </pc:picChg>
      </pc:sldChg>
      <pc:sldChg chg="addSp modSp add mod">
        <pc:chgData name="Min-Huang Ho" userId="3b9e8198e6400288" providerId="LiveId" clId="{239388CA-441C-4E40-9B65-CDE9ADE3A70B}" dt="2023-05-28T00:36:20.659" v="1024" actId="1076"/>
        <pc:sldMkLst>
          <pc:docMk/>
          <pc:sldMk cId="257740521" sldId="343"/>
        </pc:sldMkLst>
        <pc:spChg chg="mod">
          <ac:chgData name="Min-Huang Ho" userId="3b9e8198e6400288" providerId="LiveId" clId="{239388CA-441C-4E40-9B65-CDE9ADE3A70B}" dt="2023-05-28T00:36:04.545" v="1020"/>
          <ac:spMkLst>
            <pc:docMk/>
            <pc:sldMk cId="257740521" sldId="343"/>
            <ac:spMk id="4" creationId="{00000000-0000-0000-0000-000000000000}"/>
          </ac:spMkLst>
        </pc:spChg>
        <pc:picChg chg="add mod">
          <ac:chgData name="Min-Huang Ho" userId="3b9e8198e6400288" providerId="LiveId" clId="{239388CA-441C-4E40-9B65-CDE9ADE3A70B}" dt="2023-05-28T00:36:20.659" v="1024" actId="1076"/>
          <ac:picMkLst>
            <pc:docMk/>
            <pc:sldMk cId="257740521" sldId="343"/>
            <ac:picMk id="5" creationId="{1FF14913-E32F-D288-5560-E1CB6D3D1116}"/>
          </ac:picMkLst>
        </pc:picChg>
      </pc:sldChg>
      <pc:sldChg chg="addSp delSp modSp add mod">
        <pc:chgData name="Min-Huang Ho" userId="3b9e8198e6400288" providerId="LiveId" clId="{239388CA-441C-4E40-9B65-CDE9ADE3A70B}" dt="2023-05-28T00:37:07.709" v="1116" actId="1076"/>
        <pc:sldMkLst>
          <pc:docMk/>
          <pc:sldMk cId="2404880388" sldId="344"/>
        </pc:sldMkLst>
        <pc:spChg chg="mod">
          <ac:chgData name="Min-Huang Ho" userId="3b9e8198e6400288" providerId="LiveId" clId="{239388CA-441C-4E40-9B65-CDE9ADE3A70B}" dt="2023-05-28T00:36:56.434" v="1111" actId="6549"/>
          <ac:spMkLst>
            <pc:docMk/>
            <pc:sldMk cId="2404880388" sldId="344"/>
            <ac:spMk id="4" creationId="{00000000-0000-0000-0000-000000000000}"/>
          </ac:spMkLst>
        </pc:spChg>
        <pc:picChg chg="del">
          <ac:chgData name="Min-Huang Ho" userId="3b9e8198e6400288" providerId="LiveId" clId="{239388CA-441C-4E40-9B65-CDE9ADE3A70B}" dt="2023-05-28T00:36:59.125" v="1112" actId="478"/>
          <ac:picMkLst>
            <pc:docMk/>
            <pc:sldMk cId="2404880388" sldId="344"/>
            <ac:picMk id="5" creationId="{1FF14913-E32F-D288-5560-E1CB6D3D1116}"/>
          </ac:picMkLst>
        </pc:picChg>
        <pc:picChg chg="add mod">
          <ac:chgData name="Min-Huang Ho" userId="3b9e8198e6400288" providerId="LiveId" clId="{239388CA-441C-4E40-9B65-CDE9ADE3A70B}" dt="2023-05-28T00:37:07.709" v="1116" actId="1076"/>
          <ac:picMkLst>
            <pc:docMk/>
            <pc:sldMk cId="2404880388" sldId="344"/>
            <ac:picMk id="6" creationId="{3F6B748F-FDA8-296A-BCD7-EFE66BDC9CC8}"/>
          </ac:picMkLst>
        </pc:picChg>
      </pc:sldChg>
      <pc:sldChg chg="delSp modSp add mod">
        <pc:chgData name="Min-Huang Ho" userId="3b9e8198e6400288" providerId="LiveId" clId="{239388CA-441C-4E40-9B65-CDE9ADE3A70B}" dt="2023-05-28T00:38:26.398" v="1227" actId="12"/>
        <pc:sldMkLst>
          <pc:docMk/>
          <pc:sldMk cId="2906426632" sldId="345"/>
        </pc:sldMkLst>
        <pc:spChg chg="mod">
          <ac:chgData name="Min-Huang Ho" userId="3b9e8198e6400288" providerId="LiveId" clId="{239388CA-441C-4E40-9B65-CDE9ADE3A70B}" dt="2023-05-28T00:37:57.403" v="1208" actId="20577"/>
          <ac:spMkLst>
            <pc:docMk/>
            <pc:sldMk cId="2906426632" sldId="345"/>
            <ac:spMk id="2" creationId="{00000000-0000-0000-0000-000000000000}"/>
          </ac:spMkLst>
        </pc:spChg>
        <pc:spChg chg="mod">
          <ac:chgData name="Min-Huang Ho" userId="3b9e8198e6400288" providerId="LiveId" clId="{239388CA-441C-4E40-9B65-CDE9ADE3A70B}" dt="2023-05-28T00:38:26.398" v="1227" actId="12"/>
          <ac:spMkLst>
            <pc:docMk/>
            <pc:sldMk cId="2906426632" sldId="345"/>
            <ac:spMk id="4" creationId="{00000000-0000-0000-0000-000000000000}"/>
          </ac:spMkLst>
        </pc:spChg>
        <pc:picChg chg="del">
          <ac:chgData name="Min-Huang Ho" userId="3b9e8198e6400288" providerId="LiveId" clId="{239388CA-441C-4E40-9B65-CDE9ADE3A70B}" dt="2023-05-28T00:38:01.124" v="1209" actId="478"/>
          <ac:picMkLst>
            <pc:docMk/>
            <pc:sldMk cId="2906426632" sldId="345"/>
            <ac:picMk id="6" creationId="{3F6B748F-FDA8-296A-BCD7-EFE66BDC9CC8}"/>
          </ac:picMkLst>
        </pc:picChg>
      </pc:sldChg>
      <pc:sldChg chg="modSp add mod">
        <pc:chgData name="Min-Huang Ho" userId="3b9e8198e6400288" providerId="LiveId" clId="{239388CA-441C-4E40-9B65-CDE9ADE3A70B}" dt="2023-05-28T00:39:58.073" v="1286" actId="12"/>
        <pc:sldMkLst>
          <pc:docMk/>
          <pc:sldMk cId="928490979" sldId="346"/>
        </pc:sldMkLst>
        <pc:spChg chg="mod">
          <ac:chgData name="Min-Huang Ho" userId="3b9e8198e6400288" providerId="LiveId" clId="{239388CA-441C-4E40-9B65-CDE9ADE3A70B}" dt="2023-05-28T00:39:40.102" v="1282" actId="20577"/>
          <ac:spMkLst>
            <pc:docMk/>
            <pc:sldMk cId="928490979" sldId="346"/>
            <ac:spMk id="2" creationId="{00000000-0000-0000-0000-000000000000}"/>
          </ac:spMkLst>
        </pc:spChg>
        <pc:spChg chg="mod">
          <ac:chgData name="Min-Huang Ho" userId="3b9e8198e6400288" providerId="LiveId" clId="{239388CA-441C-4E40-9B65-CDE9ADE3A70B}" dt="2023-05-28T00:39:58.073" v="1286" actId="12"/>
          <ac:spMkLst>
            <pc:docMk/>
            <pc:sldMk cId="928490979" sldId="346"/>
            <ac:spMk id="4" creationId="{00000000-0000-0000-0000-000000000000}"/>
          </ac:spMkLst>
        </pc:spChg>
      </pc:sldChg>
      <pc:sldChg chg="modSp new mod">
        <pc:chgData name="Min-Huang Ho" userId="3b9e8198e6400288" providerId="LiveId" clId="{239388CA-441C-4E40-9B65-CDE9ADE3A70B}" dt="2023-05-28T00:42:03.767" v="1376" actId="404"/>
        <pc:sldMkLst>
          <pc:docMk/>
          <pc:sldMk cId="2997338579" sldId="347"/>
        </pc:sldMkLst>
        <pc:spChg chg="mod">
          <ac:chgData name="Min-Huang Ho" userId="3b9e8198e6400288" providerId="LiveId" clId="{239388CA-441C-4E40-9B65-CDE9ADE3A70B}" dt="2023-05-28T00:40:50.566" v="1320"/>
          <ac:spMkLst>
            <pc:docMk/>
            <pc:sldMk cId="2997338579" sldId="347"/>
            <ac:spMk id="2" creationId="{79F926D7-933C-8220-490D-89030ECE72F1}"/>
          </ac:spMkLst>
        </pc:spChg>
        <pc:spChg chg="mod">
          <ac:chgData name="Min-Huang Ho" userId="3b9e8198e6400288" providerId="LiveId" clId="{239388CA-441C-4E40-9B65-CDE9ADE3A70B}" dt="2023-05-28T00:42:03.767" v="1376" actId="404"/>
          <ac:spMkLst>
            <pc:docMk/>
            <pc:sldMk cId="2997338579" sldId="347"/>
            <ac:spMk id="4" creationId="{1956D293-609E-B711-D94A-BC28E9351972}"/>
          </ac:spMkLst>
        </pc:spChg>
      </pc:sldChg>
      <pc:sldChg chg="modSp new mod">
        <pc:chgData name="Min-Huang Ho" userId="3b9e8198e6400288" providerId="LiveId" clId="{239388CA-441C-4E40-9B65-CDE9ADE3A70B}" dt="2023-05-28T00:42:35.536" v="1389" actId="12"/>
        <pc:sldMkLst>
          <pc:docMk/>
          <pc:sldMk cId="3725125075" sldId="348"/>
        </pc:sldMkLst>
        <pc:spChg chg="mod">
          <ac:chgData name="Min-Huang Ho" userId="3b9e8198e6400288" providerId="LiveId" clId="{239388CA-441C-4E40-9B65-CDE9ADE3A70B}" dt="2023-05-28T00:42:12.541" v="1387" actId="20577"/>
          <ac:spMkLst>
            <pc:docMk/>
            <pc:sldMk cId="3725125075" sldId="348"/>
            <ac:spMk id="2" creationId="{E8200E07-C9BE-B8E0-8F3A-C70DE00EFA57}"/>
          </ac:spMkLst>
        </pc:spChg>
        <pc:spChg chg="mod">
          <ac:chgData name="Min-Huang Ho" userId="3b9e8198e6400288" providerId="LiveId" clId="{239388CA-441C-4E40-9B65-CDE9ADE3A70B}" dt="2023-05-28T00:42:35.536" v="1389" actId="12"/>
          <ac:spMkLst>
            <pc:docMk/>
            <pc:sldMk cId="3725125075" sldId="348"/>
            <ac:spMk id="4" creationId="{F27CF282-1DB6-66F8-D5D3-79F84C1382AE}"/>
          </ac:spMkLst>
        </pc:spChg>
      </pc:sldChg>
      <pc:sldChg chg="modSp new mod">
        <pc:chgData name="Min-Huang Ho" userId="3b9e8198e6400288" providerId="LiveId" clId="{239388CA-441C-4E40-9B65-CDE9ADE3A70B}" dt="2023-05-28T00:42:54.850" v="1403" actId="12"/>
        <pc:sldMkLst>
          <pc:docMk/>
          <pc:sldMk cId="1828385683" sldId="349"/>
        </pc:sldMkLst>
        <pc:spChg chg="mod">
          <ac:chgData name="Min-Huang Ho" userId="3b9e8198e6400288" providerId="LiveId" clId="{239388CA-441C-4E40-9B65-CDE9ADE3A70B}" dt="2023-05-28T00:42:40.819" v="1400" actId="20577"/>
          <ac:spMkLst>
            <pc:docMk/>
            <pc:sldMk cId="1828385683" sldId="349"/>
            <ac:spMk id="2" creationId="{24DD5D25-78BE-8330-7F1A-236235C33B0F}"/>
          </ac:spMkLst>
        </pc:spChg>
        <pc:spChg chg="mod">
          <ac:chgData name="Min-Huang Ho" userId="3b9e8198e6400288" providerId="LiveId" clId="{239388CA-441C-4E40-9B65-CDE9ADE3A70B}" dt="2023-05-28T00:42:54.850" v="1403" actId="12"/>
          <ac:spMkLst>
            <pc:docMk/>
            <pc:sldMk cId="1828385683" sldId="349"/>
            <ac:spMk id="4" creationId="{A6A400F0-29A3-42F6-51BE-E4A3B4E90E45}"/>
          </ac:spMkLst>
        </pc:spChg>
      </pc:sldChg>
      <pc:sldChg chg="addSp delSp modSp new mod">
        <pc:chgData name="Min-Huang Ho" userId="3b9e8198e6400288" providerId="LiveId" clId="{239388CA-441C-4E40-9B65-CDE9ADE3A70B}" dt="2023-05-28T00:43:25.598" v="1480"/>
        <pc:sldMkLst>
          <pc:docMk/>
          <pc:sldMk cId="2653558352" sldId="350"/>
        </pc:sldMkLst>
        <pc:spChg chg="mod">
          <ac:chgData name="Min-Huang Ho" userId="3b9e8198e6400288" providerId="LiveId" clId="{239388CA-441C-4E40-9B65-CDE9ADE3A70B}" dt="2023-05-28T00:43:23.771" v="1479"/>
          <ac:spMkLst>
            <pc:docMk/>
            <pc:sldMk cId="2653558352" sldId="350"/>
            <ac:spMk id="2" creationId="{BF60E9E1-6448-FCB5-34F4-DE3990A96CAA}"/>
          </ac:spMkLst>
        </pc:spChg>
        <pc:spChg chg="del">
          <ac:chgData name="Min-Huang Ho" userId="3b9e8198e6400288" providerId="LiveId" clId="{239388CA-441C-4E40-9B65-CDE9ADE3A70B}" dt="2023-05-28T00:43:25.598" v="1480"/>
          <ac:spMkLst>
            <pc:docMk/>
            <pc:sldMk cId="2653558352" sldId="350"/>
            <ac:spMk id="4" creationId="{D267DDAF-E658-1888-4D1A-3732BC24D8A6}"/>
          </ac:spMkLst>
        </pc:spChg>
        <pc:picChg chg="add mod">
          <ac:chgData name="Min-Huang Ho" userId="3b9e8198e6400288" providerId="LiveId" clId="{239388CA-441C-4E40-9B65-CDE9ADE3A70B}" dt="2023-05-28T00:43:25.598" v="1480"/>
          <ac:picMkLst>
            <pc:docMk/>
            <pc:sldMk cId="2653558352" sldId="350"/>
            <ac:picMk id="5" creationId="{06EF073C-4E90-0446-4E0E-0D494BF98B4D}"/>
          </ac:picMkLst>
        </pc:picChg>
      </pc:sldChg>
      <pc:sldChg chg="addSp delSp modSp new mod">
        <pc:chgData name="Min-Huang Ho" userId="3b9e8198e6400288" providerId="LiveId" clId="{239388CA-441C-4E40-9B65-CDE9ADE3A70B}" dt="2023-05-28T00:44:51.924" v="1511" actId="20577"/>
        <pc:sldMkLst>
          <pc:docMk/>
          <pc:sldMk cId="3298774046" sldId="351"/>
        </pc:sldMkLst>
        <pc:spChg chg="mod">
          <ac:chgData name="Min-Huang Ho" userId="3b9e8198e6400288" providerId="LiveId" clId="{239388CA-441C-4E40-9B65-CDE9ADE3A70B}" dt="2023-05-28T00:44:51.924" v="1511" actId="20577"/>
          <ac:spMkLst>
            <pc:docMk/>
            <pc:sldMk cId="3298774046" sldId="351"/>
            <ac:spMk id="2" creationId="{B1284BBA-156F-25FC-993A-02B4734712CB}"/>
          </ac:spMkLst>
        </pc:spChg>
        <pc:spChg chg="del">
          <ac:chgData name="Min-Huang Ho" userId="3b9e8198e6400288" providerId="LiveId" clId="{239388CA-441C-4E40-9B65-CDE9ADE3A70B}" dt="2023-05-28T00:44:47.604" v="1506"/>
          <ac:spMkLst>
            <pc:docMk/>
            <pc:sldMk cId="3298774046" sldId="351"/>
            <ac:spMk id="4" creationId="{05982BAD-3CC0-467C-6251-2379A1F9E03F}"/>
          </ac:spMkLst>
        </pc:spChg>
        <pc:picChg chg="add mod">
          <ac:chgData name="Min-Huang Ho" userId="3b9e8198e6400288" providerId="LiveId" clId="{239388CA-441C-4E40-9B65-CDE9ADE3A70B}" dt="2023-05-28T00:44:47.604" v="1506"/>
          <ac:picMkLst>
            <pc:docMk/>
            <pc:sldMk cId="3298774046" sldId="351"/>
            <ac:picMk id="5" creationId="{4721B455-EE2F-535C-C8FA-4AECA730B76F}"/>
          </ac:picMkLst>
        </pc:picChg>
      </pc:sldChg>
      <pc:sldChg chg="modSp new mod">
        <pc:chgData name="Min-Huang Ho" userId="3b9e8198e6400288" providerId="LiveId" clId="{239388CA-441C-4E40-9B65-CDE9ADE3A70B}" dt="2023-05-28T00:45:37.381" v="1627"/>
        <pc:sldMkLst>
          <pc:docMk/>
          <pc:sldMk cId="4142947550" sldId="352"/>
        </pc:sldMkLst>
        <pc:spChg chg="mod">
          <ac:chgData name="Min-Huang Ho" userId="3b9e8198e6400288" providerId="LiveId" clId="{239388CA-441C-4E40-9B65-CDE9ADE3A70B}" dt="2023-05-28T00:45:16.998" v="1578"/>
          <ac:spMkLst>
            <pc:docMk/>
            <pc:sldMk cId="4142947550" sldId="352"/>
            <ac:spMk id="2" creationId="{BAB3BF29-005B-4457-937F-27EC029D2E29}"/>
          </ac:spMkLst>
        </pc:spChg>
        <pc:spChg chg="mod">
          <ac:chgData name="Min-Huang Ho" userId="3b9e8198e6400288" providerId="LiveId" clId="{239388CA-441C-4E40-9B65-CDE9ADE3A70B}" dt="2023-05-28T00:45:37.381" v="1627"/>
          <ac:spMkLst>
            <pc:docMk/>
            <pc:sldMk cId="4142947550" sldId="352"/>
            <ac:spMk id="4" creationId="{CDDE9338-9864-E1FE-1D0A-B66CBF075D68}"/>
          </ac:spMkLst>
        </pc:spChg>
      </pc:sldChg>
      <pc:sldChg chg="modSp new mod">
        <pc:chgData name="Min-Huang Ho" userId="3b9e8198e6400288" providerId="LiveId" clId="{239388CA-441C-4E40-9B65-CDE9ADE3A70B}" dt="2023-05-28T00:46:41.066" v="1697" actId="1076"/>
        <pc:sldMkLst>
          <pc:docMk/>
          <pc:sldMk cId="748562456" sldId="353"/>
        </pc:sldMkLst>
        <pc:spChg chg="mod">
          <ac:chgData name="Min-Huang Ho" userId="3b9e8198e6400288" providerId="LiveId" clId="{239388CA-441C-4E40-9B65-CDE9ADE3A70B}" dt="2023-05-28T00:46:19.975" v="1684"/>
          <ac:spMkLst>
            <pc:docMk/>
            <pc:sldMk cId="748562456" sldId="353"/>
            <ac:spMk id="2" creationId="{C1D3D860-CD1C-8264-59C5-31786FDCC02D}"/>
          </ac:spMkLst>
        </pc:spChg>
        <pc:spChg chg="mod">
          <ac:chgData name="Min-Huang Ho" userId="3b9e8198e6400288" providerId="LiveId" clId="{239388CA-441C-4E40-9B65-CDE9ADE3A70B}" dt="2023-05-28T00:46:41.066" v="1697" actId="1076"/>
          <ac:spMkLst>
            <pc:docMk/>
            <pc:sldMk cId="748562456" sldId="353"/>
            <ac:spMk id="4" creationId="{12834A10-6B63-AF1D-4585-BDB3515E2F4E}"/>
          </ac:spMkLst>
        </pc:spChg>
      </pc:sldChg>
      <pc:sldChg chg="addSp delSp modSp new mod">
        <pc:chgData name="Min-Huang Ho" userId="3b9e8198e6400288" providerId="LiveId" clId="{239388CA-441C-4E40-9B65-CDE9ADE3A70B}" dt="2023-05-28T00:47:32.297" v="1780"/>
        <pc:sldMkLst>
          <pc:docMk/>
          <pc:sldMk cId="3453306147" sldId="354"/>
        </pc:sldMkLst>
        <pc:spChg chg="mod">
          <ac:chgData name="Min-Huang Ho" userId="3b9e8198e6400288" providerId="LiveId" clId="{239388CA-441C-4E40-9B65-CDE9ADE3A70B}" dt="2023-05-28T00:47:30.027" v="1779"/>
          <ac:spMkLst>
            <pc:docMk/>
            <pc:sldMk cId="3453306147" sldId="354"/>
            <ac:spMk id="2" creationId="{AD1BAB97-6748-BFDE-8505-C97C43E996AD}"/>
          </ac:spMkLst>
        </pc:spChg>
        <pc:spChg chg="del">
          <ac:chgData name="Min-Huang Ho" userId="3b9e8198e6400288" providerId="LiveId" clId="{239388CA-441C-4E40-9B65-CDE9ADE3A70B}" dt="2023-05-28T00:47:32.297" v="1780"/>
          <ac:spMkLst>
            <pc:docMk/>
            <pc:sldMk cId="3453306147" sldId="354"/>
            <ac:spMk id="4" creationId="{98DFC5F2-DFC7-595F-E474-714ED60DA2AA}"/>
          </ac:spMkLst>
        </pc:spChg>
        <pc:picChg chg="add mod">
          <ac:chgData name="Min-Huang Ho" userId="3b9e8198e6400288" providerId="LiveId" clId="{239388CA-441C-4E40-9B65-CDE9ADE3A70B}" dt="2023-05-28T00:47:32.297" v="1780"/>
          <ac:picMkLst>
            <pc:docMk/>
            <pc:sldMk cId="3453306147" sldId="354"/>
            <ac:picMk id="5" creationId="{386A41E0-70FE-2255-879C-B037B1378F64}"/>
          </ac:picMkLst>
        </pc:picChg>
      </pc:sldChg>
      <pc:sldChg chg="modSp new mod">
        <pc:chgData name="Min-Huang Ho" userId="3b9e8198e6400288" providerId="LiveId" clId="{239388CA-441C-4E40-9B65-CDE9ADE3A70B}" dt="2023-05-28T00:48:17.001" v="1885" actId="12"/>
        <pc:sldMkLst>
          <pc:docMk/>
          <pc:sldMk cId="1073767559" sldId="355"/>
        </pc:sldMkLst>
        <pc:spChg chg="mod">
          <ac:chgData name="Min-Huang Ho" userId="3b9e8198e6400288" providerId="LiveId" clId="{239388CA-441C-4E40-9B65-CDE9ADE3A70B}" dt="2023-05-28T00:48:10.958" v="1882"/>
          <ac:spMkLst>
            <pc:docMk/>
            <pc:sldMk cId="1073767559" sldId="355"/>
            <ac:spMk id="2" creationId="{E5A05963-D75B-9F4E-36D5-BE050C9F36AF}"/>
          </ac:spMkLst>
        </pc:spChg>
        <pc:spChg chg="mod">
          <ac:chgData name="Min-Huang Ho" userId="3b9e8198e6400288" providerId="LiveId" clId="{239388CA-441C-4E40-9B65-CDE9ADE3A70B}" dt="2023-05-28T00:48:17.001" v="1885" actId="12"/>
          <ac:spMkLst>
            <pc:docMk/>
            <pc:sldMk cId="1073767559" sldId="355"/>
            <ac:spMk id="4" creationId="{302F4BD8-A4AF-10D6-2C83-AAFBEA0769A4}"/>
          </ac:spMkLst>
        </pc:spChg>
      </pc:sldChg>
      <pc:sldChg chg="addSp delSp modSp new mod">
        <pc:chgData name="Min-Huang Ho" userId="3b9e8198e6400288" providerId="LiveId" clId="{239388CA-441C-4E40-9B65-CDE9ADE3A70B}" dt="2023-05-28T00:49:05.435" v="1954"/>
        <pc:sldMkLst>
          <pc:docMk/>
          <pc:sldMk cId="2031256343" sldId="356"/>
        </pc:sldMkLst>
        <pc:spChg chg="mod">
          <ac:chgData name="Min-Huang Ho" userId="3b9e8198e6400288" providerId="LiveId" clId="{239388CA-441C-4E40-9B65-CDE9ADE3A70B}" dt="2023-05-28T00:49:05.435" v="1954"/>
          <ac:spMkLst>
            <pc:docMk/>
            <pc:sldMk cId="2031256343" sldId="356"/>
            <ac:spMk id="2" creationId="{83259C48-BFF2-2A7B-CF28-6188BD878523}"/>
          </ac:spMkLst>
        </pc:spChg>
        <pc:spChg chg="del">
          <ac:chgData name="Min-Huang Ho" userId="3b9e8198e6400288" providerId="LiveId" clId="{239388CA-441C-4E40-9B65-CDE9ADE3A70B}" dt="2023-05-28T00:48:39.357" v="1934"/>
          <ac:spMkLst>
            <pc:docMk/>
            <pc:sldMk cId="2031256343" sldId="356"/>
            <ac:spMk id="4" creationId="{F7022C48-32E5-A694-EE0B-84AF261CFE62}"/>
          </ac:spMkLst>
        </pc:spChg>
        <pc:picChg chg="add mod">
          <ac:chgData name="Min-Huang Ho" userId="3b9e8198e6400288" providerId="LiveId" clId="{239388CA-441C-4E40-9B65-CDE9ADE3A70B}" dt="2023-05-28T00:48:39.357" v="1934"/>
          <ac:picMkLst>
            <pc:docMk/>
            <pc:sldMk cId="2031256343" sldId="356"/>
            <ac:picMk id="5" creationId="{C468DC74-357F-5617-E5A0-10734B94A476}"/>
          </ac:picMkLst>
        </pc:picChg>
      </pc:sldChg>
      <pc:sldChg chg="modSp new mod">
        <pc:chgData name="Min-Huang Ho" userId="3b9e8198e6400288" providerId="LiveId" clId="{239388CA-441C-4E40-9B65-CDE9ADE3A70B}" dt="2023-05-28T00:49:53.602" v="2074" actId="12"/>
        <pc:sldMkLst>
          <pc:docMk/>
          <pc:sldMk cId="234629991" sldId="357"/>
        </pc:sldMkLst>
        <pc:spChg chg="mod">
          <ac:chgData name="Min-Huang Ho" userId="3b9e8198e6400288" providerId="LiveId" clId="{239388CA-441C-4E40-9B65-CDE9ADE3A70B}" dt="2023-05-28T00:49:17.501" v="2011"/>
          <ac:spMkLst>
            <pc:docMk/>
            <pc:sldMk cId="234629991" sldId="357"/>
            <ac:spMk id="2" creationId="{1245E611-F2A9-98D6-1DBE-D6B9775AE304}"/>
          </ac:spMkLst>
        </pc:spChg>
        <pc:spChg chg="mod">
          <ac:chgData name="Min-Huang Ho" userId="3b9e8198e6400288" providerId="LiveId" clId="{239388CA-441C-4E40-9B65-CDE9ADE3A70B}" dt="2023-05-28T00:49:53.602" v="2074" actId="12"/>
          <ac:spMkLst>
            <pc:docMk/>
            <pc:sldMk cId="234629991" sldId="357"/>
            <ac:spMk id="4" creationId="{E79A900A-4AD8-3B3A-E944-647F542589BD}"/>
          </ac:spMkLst>
        </pc:spChg>
      </pc:sldChg>
      <pc:sldChg chg="addSp delSp modSp new mod">
        <pc:chgData name="Min-Huang Ho" userId="3b9e8198e6400288" providerId="LiveId" clId="{239388CA-441C-4E40-9B65-CDE9ADE3A70B}" dt="2023-05-28T00:50:12.533" v="2108" actId="14100"/>
        <pc:sldMkLst>
          <pc:docMk/>
          <pc:sldMk cId="1731652034" sldId="358"/>
        </pc:sldMkLst>
        <pc:spChg chg="mod">
          <ac:chgData name="Min-Huang Ho" userId="3b9e8198e6400288" providerId="LiveId" clId="{239388CA-441C-4E40-9B65-CDE9ADE3A70B}" dt="2023-05-28T00:50:05.046" v="2105"/>
          <ac:spMkLst>
            <pc:docMk/>
            <pc:sldMk cId="1731652034" sldId="358"/>
            <ac:spMk id="2" creationId="{8CE65DF4-C715-E73F-8FEC-1366ADF14BA5}"/>
          </ac:spMkLst>
        </pc:spChg>
        <pc:spChg chg="del">
          <ac:chgData name="Min-Huang Ho" userId="3b9e8198e6400288" providerId="LiveId" clId="{239388CA-441C-4E40-9B65-CDE9ADE3A70B}" dt="2023-05-28T00:50:06.792" v="2106"/>
          <ac:spMkLst>
            <pc:docMk/>
            <pc:sldMk cId="1731652034" sldId="358"/>
            <ac:spMk id="4" creationId="{CD50DC84-1DAD-B2E3-7109-1872CA7DBECF}"/>
          </ac:spMkLst>
        </pc:spChg>
        <pc:picChg chg="add mod">
          <ac:chgData name="Min-Huang Ho" userId="3b9e8198e6400288" providerId="LiveId" clId="{239388CA-441C-4E40-9B65-CDE9ADE3A70B}" dt="2023-05-28T00:50:12.533" v="2108" actId="14100"/>
          <ac:picMkLst>
            <pc:docMk/>
            <pc:sldMk cId="1731652034" sldId="358"/>
            <ac:picMk id="5" creationId="{FF5706B2-3908-56A4-D1C0-C410D822A729}"/>
          </ac:picMkLst>
        </pc:picChg>
      </pc:sldChg>
      <pc:sldChg chg="modSp new mod">
        <pc:chgData name="Min-Huang Ho" userId="3b9e8198e6400288" providerId="LiveId" clId="{239388CA-441C-4E40-9B65-CDE9ADE3A70B}" dt="2023-05-28T00:51:01.458" v="2132" actId="12"/>
        <pc:sldMkLst>
          <pc:docMk/>
          <pc:sldMk cId="1396046047" sldId="359"/>
        </pc:sldMkLst>
        <pc:spChg chg="mod">
          <ac:chgData name="Min-Huang Ho" userId="3b9e8198e6400288" providerId="LiveId" clId="{239388CA-441C-4E40-9B65-CDE9ADE3A70B}" dt="2023-05-28T00:50:54.816" v="2130" actId="20577"/>
          <ac:spMkLst>
            <pc:docMk/>
            <pc:sldMk cId="1396046047" sldId="359"/>
            <ac:spMk id="2" creationId="{DEE8B921-71E5-4715-CD70-74D5FB363DB0}"/>
          </ac:spMkLst>
        </pc:spChg>
        <pc:spChg chg="mod">
          <ac:chgData name="Min-Huang Ho" userId="3b9e8198e6400288" providerId="LiveId" clId="{239388CA-441C-4E40-9B65-CDE9ADE3A70B}" dt="2023-05-28T00:51:01.458" v="2132" actId="12"/>
          <ac:spMkLst>
            <pc:docMk/>
            <pc:sldMk cId="1396046047" sldId="359"/>
            <ac:spMk id="4" creationId="{26948799-E967-EC93-07A6-206D82BC60B2}"/>
          </ac:spMkLst>
        </pc:spChg>
      </pc:sldChg>
      <pc:sldChg chg="modSp new mod">
        <pc:chgData name="Min-Huang Ho" userId="3b9e8198e6400288" providerId="LiveId" clId="{239388CA-441C-4E40-9B65-CDE9ADE3A70B}" dt="2023-05-28T00:52:16.291" v="2205" actId="12"/>
        <pc:sldMkLst>
          <pc:docMk/>
          <pc:sldMk cId="3828022289" sldId="360"/>
        </pc:sldMkLst>
        <pc:spChg chg="mod">
          <ac:chgData name="Min-Huang Ho" userId="3b9e8198e6400288" providerId="LiveId" clId="{239388CA-441C-4E40-9B65-CDE9ADE3A70B}" dt="2023-05-28T00:51:20.636" v="2173"/>
          <ac:spMkLst>
            <pc:docMk/>
            <pc:sldMk cId="3828022289" sldId="360"/>
            <ac:spMk id="2" creationId="{4399405E-6F79-B75F-E648-ED9E21775CDF}"/>
          </ac:spMkLst>
        </pc:spChg>
        <pc:spChg chg="mod">
          <ac:chgData name="Min-Huang Ho" userId="3b9e8198e6400288" providerId="LiveId" clId="{239388CA-441C-4E40-9B65-CDE9ADE3A70B}" dt="2023-05-28T00:52:16.291" v="2205" actId="12"/>
          <ac:spMkLst>
            <pc:docMk/>
            <pc:sldMk cId="3828022289" sldId="360"/>
            <ac:spMk id="4" creationId="{55F47346-395C-0C3B-1509-94436A755798}"/>
          </ac:spMkLst>
        </pc:spChg>
      </pc:sldChg>
      <pc:sldChg chg="modSp new mod">
        <pc:chgData name="Min-Huang Ho" userId="3b9e8198e6400288" providerId="LiveId" clId="{239388CA-441C-4E40-9B65-CDE9ADE3A70B}" dt="2023-05-28T00:52:49.165" v="2251" actId="12"/>
        <pc:sldMkLst>
          <pc:docMk/>
          <pc:sldMk cId="43466923" sldId="361"/>
        </pc:sldMkLst>
        <pc:spChg chg="mod">
          <ac:chgData name="Min-Huang Ho" userId="3b9e8198e6400288" providerId="LiveId" clId="{239388CA-441C-4E40-9B65-CDE9ADE3A70B}" dt="2023-05-28T00:52:43.691" v="2248"/>
          <ac:spMkLst>
            <pc:docMk/>
            <pc:sldMk cId="43466923" sldId="361"/>
            <ac:spMk id="2" creationId="{FD4D6790-5DCE-3EFD-2DCE-1B54D62034C8}"/>
          </ac:spMkLst>
        </pc:spChg>
        <pc:spChg chg="mod">
          <ac:chgData name="Min-Huang Ho" userId="3b9e8198e6400288" providerId="LiveId" clId="{239388CA-441C-4E40-9B65-CDE9ADE3A70B}" dt="2023-05-28T00:52:49.165" v="2251" actId="12"/>
          <ac:spMkLst>
            <pc:docMk/>
            <pc:sldMk cId="43466923" sldId="361"/>
            <ac:spMk id="4" creationId="{0FB9AFA3-0FEF-8D5B-2A03-E4DDBD6E3B61}"/>
          </ac:spMkLst>
        </pc:spChg>
      </pc:sldChg>
      <pc:sldChg chg="addSp modSp new mod">
        <pc:chgData name="Min-Huang Ho" userId="3b9e8198e6400288" providerId="LiveId" clId="{239388CA-441C-4E40-9B65-CDE9ADE3A70B}" dt="2023-05-28T00:54:18.269" v="2404" actId="1076"/>
        <pc:sldMkLst>
          <pc:docMk/>
          <pc:sldMk cId="3019934225" sldId="362"/>
        </pc:sldMkLst>
        <pc:spChg chg="mod">
          <ac:chgData name="Min-Huang Ho" userId="3b9e8198e6400288" providerId="LiveId" clId="{239388CA-441C-4E40-9B65-CDE9ADE3A70B}" dt="2023-05-28T00:53:02.059" v="2265" actId="20577"/>
          <ac:spMkLst>
            <pc:docMk/>
            <pc:sldMk cId="3019934225" sldId="362"/>
            <ac:spMk id="2" creationId="{B50A1019-8FED-7FD2-D4FF-A3826BC159EB}"/>
          </ac:spMkLst>
        </pc:spChg>
        <pc:spChg chg="mod">
          <ac:chgData name="Min-Huang Ho" userId="3b9e8198e6400288" providerId="LiveId" clId="{239388CA-441C-4E40-9B65-CDE9ADE3A70B}" dt="2023-05-28T00:54:07.942" v="2402" actId="6549"/>
          <ac:spMkLst>
            <pc:docMk/>
            <pc:sldMk cId="3019934225" sldId="362"/>
            <ac:spMk id="4" creationId="{19D52CE4-E1D5-638D-41BD-557DFA206310}"/>
          </ac:spMkLst>
        </pc:spChg>
        <pc:picChg chg="add mod">
          <ac:chgData name="Min-Huang Ho" userId="3b9e8198e6400288" providerId="LiveId" clId="{239388CA-441C-4E40-9B65-CDE9ADE3A70B}" dt="2023-05-28T00:54:18.269" v="2404" actId="1076"/>
          <ac:picMkLst>
            <pc:docMk/>
            <pc:sldMk cId="3019934225" sldId="362"/>
            <ac:picMk id="5" creationId="{03EB2E4E-4F8E-C10D-8208-B30E0243370A}"/>
          </ac:picMkLst>
        </pc:picChg>
      </pc:sldChg>
      <pc:sldChg chg="modSp new mod">
        <pc:chgData name="Min-Huang Ho" userId="3b9e8198e6400288" providerId="LiveId" clId="{239388CA-441C-4E40-9B65-CDE9ADE3A70B}" dt="2023-05-28T00:54:53.775" v="2429" actId="12"/>
        <pc:sldMkLst>
          <pc:docMk/>
          <pc:sldMk cId="3248117353" sldId="363"/>
        </pc:sldMkLst>
        <pc:spChg chg="mod">
          <ac:chgData name="Min-Huang Ho" userId="3b9e8198e6400288" providerId="LiveId" clId="{239388CA-441C-4E40-9B65-CDE9ADE3A70B}" dt="2023-05-28T00:54:47.623" v="2426" actId="20577"/>
          <ac:spMkLst>
            <pc:docMk/>
            <pc:sldMk cId="3248117353" sldId="363"/>
            <ac:spMk id="2" creationId="{2A9BB034-CB90-2AFF-6271-72AAFCF1F9C6}"/>
          </ac:spMkLst>
        </pc:spChg>
        <pc:spChg chg="mod">
          <ac:chgData name="Min-Huang Ho" userId="3b9e8198e6400288" providerId="LiveId" clId="{239388CA-441C-4E40-9B65-CDE9ADE3A70B}" dt="2023-05-28T00:54:53.775" v="2429" actId="12"/>
          <ac:spMkLst>
            <pc:docMk/>
            <pc:sldMk cId="3248117353" sldId="363"/>
            <ac:spMk id="4" creationId="{DF329757-FCB2-C78B-1048-0C1046D7E30E}"/>
          </ac:spMkLst>
        </pc:spChg>
      </pc:sldChg>
      <pc:sldChg chg="addSp delSp modSp new mod">
        <pc:chgData name="Min-Huang Ho" userId="3b9e8198e6400288" providerId="LiveId" clId="{239388CA-441C-4E40-9B65-CDE9ADE3A70B}" dt="2023-05-28T00:55:25.261" v="2502"/>
        <pc:sldMkLst>
          <pc:docMk/>
          <pc:sldMk cId="1306461067" sldId="364"/>
        </pc:sldMkLst>
        <pc:spChg chg="mod">
          <ac:chgData name="Min-Huang Ho" userId="3b9e8198e6400288" providerId="LiveId" clId="{239388CA-441C-4E40-9B65-CDE9ADE3A70B}" dt="2023-05-28T00:55:23.448" v="2501"/>
          <ac:spMkLst>
            <pc:docMk/>
            <pc:sldMk cId="1306461067" sldId="364"/>
            <ac:spMk id="2" creationId="{5C2AEAD8-87BE-293D-744B-2C1B87187F52}"/>
          </ac:spMkLst>
        </pc:spChg>
        <pc:spChg chg="del">
          <ac:chgData name="Min-Huang Ho" userId="3b9e8198e6400288" providerId="LiveId" clId="{239388CA-441C-4E40-9B65-CDE9ADE3A70B}" dt="2023-05-28T00:55:25.261" v="2502"/>
          <ac:spMkLst>
            <pc:docMk/>
            <pc:sldMk cId="1306461067" sldId="364"/>
            <ac:spMk id="4" creationId="{202A5294-006F-FC7A-168D-157FCF4FF3F7}"/>
          </ac:spMkLst>
        </pc:spChg>
        <pc:picChg chg="add mod">
          <ac:chgData name="Min-Huang Ho" userId="3b9e8198e6400288" providerId="LiveId" clId="{239388CA-441C-4E40-9B65-CDE9ADE3A70B}" dt="2023-05-28T00:55:25.261" v="2502"/>
          <ac:picMkLst>
            <pc:docMk/>
            <pc:sldMk cId="1306461067" sldId="364"/>
            <ac:picMk id="5" creationId="{37838216-EA21-FE8C-BA82-DBFFD6908536}"/>
          </ac:picMkLst>
        </pc:picChg>
      </pc:sldChg>
      <pc:sldChg chg="modSp new mod">
        <pc:chgData name="Min-Huang Ho" userId="3b9e8198e6400288" providerId="LiveId" clId="{239388CA-441C-4E40-9B65-CDE9ADE3A70B}" dt="2023-05-28T00:56:16.288" v="2571" actId="12"/>
        <pc:sldMkLst>
          <pc:docMk/>
          <pc:sldMk cId="1079227555" sldId="365"/>
        </pc:sldMkLst>
        <pc:spChg chg="mod">
          <ac:chgData name="Min-Huang Ho" userId="3b9e8198e6400288" providerId="LiveId" clId="{239388CA-441C-4E40-9B65-CDE9ADE3A70B}" dt="2023-05-28T00:56:02.456" v="2569"/>
          <ac:spMkLst>
            <pc:docMk/>
            <pc:sldMk cId="1079227555" sldId="365"/>
            <ac:spMk id="2" creationId="{7BB5CF0D-828E-26C4-FAE5-98C7A5EF2EBC}"/>
          </ac:spMkLst>
        </pc:spChg>
        <pc:spChg chg="mod">
          <ac:chgData name="Min-Huang Ho" userId="3b9e8198e6400288" providerId="LiveId" clId="{239388CA-441C-4E40-9B65-CDE9ADE3A70B}" dt="2023-05-28T00:56:16.288" v="2571" actId="12"/>
          <ac:spMkLst>
            <pc:docMk/>
            <pc:sldMk cId="1079227555" sldId="365"/>
            <ac:spMk id="4" creationId="{91B62534-4693-D991-EF4F-0A191CF83E55}"/>
          </ac:spMkLst>
        </pc:spChg>
      </pc:sldChg>
      <pc:sldChg chg="addSp delSp modSp new mod">
        <pc:chgData name="Min-Huang Ho" userId="3b9e8198e6400288" providerId="LiveId" clId="{239388CA-441C-4E40-9B65-CDE9ADE3A70B}" dt="2023-05-28T00:56:52.374" v="2667"/>
        <pc:sldMkLst>
          <pc:docMk/>
          <pc:sldMk cId="3561425914" sldId="366"/>
        </pc:sldMkLst>
        <pc:spChg chg="mod">
          <ac:chgData name="Min-Huang Ho" userId="3b9e8198e6400288" providerId="LiveId" clId="{239388CA-441C-4E40-9B65-CDE9ADE3A70B}" dt="2023-05-28T00:56:50.145" v="2666"/>
          <ac:spMkLst>
            <pc:docMk/>
            <pc:sldMk cId="3561425914" sldId="366"/>
            <ac:spMk id="2" creationId="{9467FF68-B947-4AA6-EEA0-008E2DDDBF4B}"/>
          </ac:spMkLst>
        </pc:spChg>
        <pc:spChg chg="del">
          <ac:chgData name="Min-Huang Ho" userId="3b9e8198e6400288" providerId="LiveId" clId="{239388CA-441C-4E40-9B65-CDE9ADE3A70B}" dt="2023-05-28T00:56:52.374" v="2667"/>
          <ac:spMkLst>
            <pc:docMk/>
            <pc:sldMk cId="3561425914" sldId="366"/>
            <ac:spMk id="4" creationId="{5CB5C5CE-24E8-8D51-E80F-8C10F2C2DECC}"/>
          </ac:spMkLst>
        </pc:spChg>
        <pc:picChg chg="add mod">
          <ac:chgData name="Min-Huang Ho" userId="3b9e8198e6400288" providerId="LiveId" clId="{239388CA-441C-4E40-9B65-CDE9ADE3A70B}" dt="2023-05-28T00:56:52.374" v="2667"/>
          <ac:picMkLst>
            <pc:docMk/>
            <pc:sldMk cId="3561425914" sldId="366"/>
            <ac:picMk id="5" creationId="{7AD36558-C70C-E047-3076-EA0E30BE7400}"/>
          </ac:picMkLst>
        </pc:picChg>
      </pc:sldChg>
    </pc:docChg>
  </pc:docChgLst>
  <pc:docChgLst>
    <pc:chgData name="Min-Huang Ho" userId="3b9e8198e6400288" providerId="LiveId" clId="{ED71BF67-E56D-4DC9-B2D4-F1201553C798}"/>
    <pc:docChg chg="custSel modSld">
      <pc:chgData name="Min-Huang Ho" userId="3b9e8198e6400288" providerId="LiveId" clId="{ED71BF67-E56D-4DC9-B2D4-F1201553C798}" dt="2023-05-24T07:32:06.927" v="236" actId="313"/>
      <pc:docMkLst>
        <pc:docMk/>
      </pc:docMkLst>
      <pc:sldChg chg="modSp mod">
        <pc:chgData name="Min-Huang Ho" userId="3b9e8198e6400288" providerId="LiveId" clId="{ED71BF67-E56D-4DC9-B2D4-F1201553C798}" dt="2023-05-24T07:26:02.702" v="0"/>
        <pc:sldMkLst>
          <pc:docMk/>
          <pc:sldMk cId="0" sldId="256"/>
        </pc:sldMkLst>
        <pc:spChg chg="mod">
          <ac:chgData name="Min-Huang Ho" userId="3b9e8198e6400288" providerId="LiveId" clId="{ED71BF67-E56D-4DC9-B2D4-F1201553C798}" dt="2023-05-24T07:26:02.702" v="0"/>
          <ac:spMkLst>
            <pc:docMk/>
            <pc:sldMk cId="0" sldId="256"/>
            <ac:spMk id="3" creationId="{00000000-0000-0000-0000-000000000000}"/>
          </ac:spMkLst>
        </pc:spChg>
      </pc:sldChg>
      <pc:sldChg chg="modSp mod">
        <pc:chgData name="Min-Huang Ho" userId="3b9e8198e6400288" providerId="LiveId" clId="{ED71BF67-E56D-4DC9-B2D4-F1201553C798}" dt="2023-05-24T07:27:16.407" v="85" actId="20577"/>
        <pc:sldMkLst>
          <pc:docMk/>
          <pc:sldMk cId="0" sldId="257"/>
        </pc:sldMkLst>
        <pc:spChg chg="mod">
          <ac:chgData name="Min-Huang Ho" userId="3b9e8198e6400288" providerId="LiveId" clId="{ED71BF67-E56D-4DC9-B2D4-F1201553C798}" dt="2023-05-24T07:27:16.407" v="85" actId="20577"/>
          <ac:spMkLst>
            <pc:docMk/>
            <pc:sldMk cId="0" sldId="257"/>
            <ac:spMk id="3" creationId="{00000000-0000-0000-0000-000000000000}"/>
          </ac:spMkLst>
        </pc:spChg>
      </pc:sldChg>
      <pc:sldChg chg="modSp mod">
        <pc:chgData name="Min-Huang Ho" userId="3b9e8198e6400288" providerId="LiveId" clId="{ED71BF67-E56D-4DC9-B2D4-F1201553C798}" dt="2023-05-24T07:28:05.105" v="89" actId="20577"/>
        <pc:sldMkLst>
          <pc:docMk/>
          <pc:sldMk cId="1204855519" sldId="259"/>
        </pc:sldMkLst>
        <pc:spChg chg="mod">
          <ac:chgData name="Min-Huang Ho" userId="3b9e8198e6400288" providerId="LiveId" clId="{ED71BF67-E56D-4DC9-B2D4-F1201553C798}" dt="2023-05-24T07:28:05.105" v="89" actId="20577"/>
          <ac:spMkLst>
            <pc:docMk/>
            <pc:sldMk cId="1204855519" sldId="259"/>
            <ac:spMk id="4" creationId="{00000000-0000-0000-0000-000000000000}"/>
          </ac:spMkLst>
        </pc:spChg>
      </pc:sldChg>
      <pc:sldChg chg="modSp mod">
        <pc:chgData name="Min-Huang Ho" userId="3b9e8198e6400288" providerId="LiveId" clId="{ED71BF67-E56D-4DC9-B2D4-F1201553C798}" dt="2023-05-24T07:30:47.874" v="214"/>
        <pc:sldMkLst>
          <pc:docMk/>
          <pc:sldMk cId="742389652" sldId="260"/>
        </pc:sldMkLst>
        <pc:spChg chg="mod">
          <ac:chgData name="Min-Huang Ho" userId="3b9e8198e6400288" providerId="LiveId" clId="{ED71BF67-E56D-4DC9-B2D4-F1201553C798}" dt="2023-05-24T07:30:47.874" v="214"/>
          <ac:spMkLst>
            <pc:docMk/>
            <pc:sldMk cId="742389652" sldId="260"/>
            <ac:spMk id="4" creationId="{00000000-0000-0000-0000-000000000000}"/>
          </ac:spMkLst>
        </pc:spChg>
      </pc:sldChg>
      <pc:sldChg chg="modSp mod">
        <pc:chgData name="Min-Huang Ho" userId="3b9e8198e6400288" providerId="LiveId" clId="{ED71BF67-E56D-4DC9-B2D4-F1201553C798}" dt="2023-05-24T07:29:36.527" v="120" actId="12"/>
        <pc:sldMkLst>
          <pc:docMk/>
          <pc:sldMk cId="523774190" sldId="261"/>
        </pc:sldMkLst>
        <pc:spChg chg="mod">
          <ac:chgData name="Min-Huang Ho" userId="3b9e8198e6400288" providerId="LiveId" clId="{ED71BF67-E56D-4DC9-B2D4-F1201553C798}" dt="2023-05-24T07:29:36.527" v="120" actId="12"/>
          <ac:spMkLst>
            <pc:docMk/>
            <pc:sldMk cId="523774190" sldId="261"/>
            <ac:spMk id="4" creationId="{00000000-0000-0000-0000-000000000000}"/>
          </ac:spMkLst>
        </pc:spChg>
      </pc:sldChg>
      <pc:sldChg chg="modSp mod">
        <pc:chgData name="Min-Huang Ho" userId="3b9e8198e6400288" providerId="LiveId" clId="{ED71BF67-E56D-4DC9-B2D4-F1201553C798}" dt="2023-05-24T07:31:08.443" v="229" actId="20577"/>
        <pc:sldMkLst>
          <pc:docMk/>
          <pc:sldMk cId="396958485" sldId="262"/>
        </pc:sldMkLst>
        <pc:spChg chg="mod">
          <ac:chgData name="Min-Huang Ho" userId="3b9e8198e6400288" providerId="LiveId" clId="{ED71BF67-E56D-4DC9-B2D4-F1201553C798}" dt="2023-05-24T07:31:08.443" v="229" actId="20577"/>
          <ac:spMkLst>
            <pc:docMk/>
            <pc:sldMk cId="396958485" sldId="262"/>
            <ac:spMk id="4" creationId="{00000000-0000-0000-0000-000000000000}"/>
          </ac:spMkLst>
        </pc:spChg>
      </pc:sldChg>
      <pc:sldChg chg="modSp mod">
        <pc:chgData name="Min-Huang Ho" userId="3b9e8198e6400288" providerId="LiveId" clId="{ED71BF67-E56D-4DC9-B2D4-F1201553C798}" dt="2023-05-24T07:31:49.397" v="230" actId="20577"/>
        <pc:sldMkLst>
          <pc:docMk/>
          <pc:sldMk cId="399057602" sldId="295"/>
        </pc:sldMkLst>
        <pc:spChg chg="mod">
          <ac:chgData name="Min-Huang Ho" userId="3b9e8198e6400288" providerId="LiveId" clId="{ED71BF67-E56D-4DC9-B2D4-F1201553C798}" dt="2023-05-24T07:31:49.397" v="230" actId="20577"/>
          <ac:spMkLst>
            <pc:docMk/>
            <pc:sldMk cId="399057602" sldId="295"/>
            <ac:spMk id="4" creationId="{00000000-0000-0000-0000-000000000000}"/>
          </ac:spMkLst>
        </pc:spChg>
      </pc:sldChg>
      <pc:sldChg chg="modSp mod">
        <pc:chgData name="Min-Huang Ho" userId="3b9e8198e6400288" providerId="LiveId" clId="{ED71BF67-E56D-4DC9-B2D4-F1201553C798}" dt="2023-05-24T07:32:06.927" v="236" actId="313"/>
        <pc:sldMkLst>
          <pc:docMk/>
          <pc:sldMk cId="1177334699" sldId="298"/>
        </pc:sldMkLst>
        <pc:spChg chg="mod">
          <ac:chgData name="Min-Huang Ho" userId="3b9e8198e6400288" providerId="LiveId" clId="{ED71BF67-E56D-4DC9-B2D4-F1201553C798}" dt="2023-05-24T07:32:06.927" v="236" actId="313"/>
          <ac:spMkLst>
            <pc:docMk/>
            <pc:sldMk cId="1177334699" sldId="298"/>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E2433-649F-42E5-AECB-94990831C40A}" type="datetimeFigureOut">
              <a:rPr lang="zh-TW" altLang="en-US" smtClean="0"/>
              <a:pPr/>
              <a:t>2026/6/11</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FE99C-3BAC-4305-ABBB-3890AB1B4510}" type="slidenum">
              <a:rPr lang="zh-TW" altLang="en-US" smtClean="0"/>
              <a:pPr/>
              <a:t>‹#›</a:t>
            </a:fld>
            <a:endParaRPr lang="zh-TW" altLang="en-US"/>
          </a:p>
        </p:txBody>
      </p:sp>
    </p:spTree>
    <p:extLst>
      <p:ext uri="{BB962C8B-B14F-4D97-AF65-F5344CB8AC3E}">
        <p14:creationId xmlns:p14="http://schemas.microsoft.com/office/powerpoint/2010/main" val="280819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用</a:t>
            </a:r>
            <a:r>
              <a:rPr lang="en-US" altLang="zh-TW" dirty="0" err="1"/>
              <a:t>vscode</a:t>
            </a:r>
            <a:r>
              <a:rPr lang="en-US" altLang="zh-TW" dirty="0"/>
              <a:t> “</a:t>
            </a:r>
            <a:r>
              <a:rPr lang="zh-TW" altLang="en-US" dirty="0"/>
              <a:t>在資料夾中插尋</a:t>
            </a:r>
            <a:r>
              <a:rPr lang="en-US" altLang="zh-TW" dirty="0"/>
              <a:t>”</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a:t>
            </a:fld>
            <a:endParaRPr lang="zh-TW" altLang="en-US"/>
          </a:p>
        </p:txBody>
      </p:sp>
    </p:spTree>
    <p:extLst>
      <p:ext uri="{BB962C8B-B14F-4D97-AF65-F5344CB8AC3E}">
        <p14:creationId xmlns:p14="http://schemas.microsoft.com/office/powerpoint/2010/main" val="22155194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要執行第二次才能確定是否支援，因第一次只能寫入，讀到的結果是寫入前，第二次就能讀到第一次寫的資料來判定</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a:t>
            </a:fld>
            <a:endParaRPr lang="zh-TW" altLang="en-US"/>
          </a:p>
        </p:txBody>
      </p:sp>
    </p:spTree>
    <p:extLst>
      <p:ext uri="{BB962C8B-B14F-4D97-AF65-F5344CB8AC3E}">
        <p14:creationId xmlns:p14="http://schemas.microsoft.com/office/powerpoint/2010/main" val="21439625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kern="1200" dirty="0">
                <a:solidFill>
                  <a:schemeClr val="tx1"/>
                </a:solidFill>
                <a:effectLst/>
                <a:latin typeface="+mn-lt"/>
                <a:ea typeface="+mn-ea"/>
                <a:cs typeface="+mn-cs"/>
              </a:rPr>
              <a:t>strip()</a:t>
            </a:r>
            <a:r>
              <a:rPr lang="zh-TW" altLang="en-US" sz="1200" b="0" kern="1200" dirty="0">
                <a:solidFill>
                  <a:schemeClr val="tx1"/>
                </a:solidFill>
                <a:effectLst/>
                <a:latin typeface="+mn-lt"/>
                <a:ea typeface="+mn-ea"/>
                <a:cs typeface="+mn-cs"/>
              </a:rPr>
              <a:t>是去掉空白字元</a:t>
            </a:r>
            <a:endParaRPr lang="en-US" altLang="zh-TW" sz="1200" b="0"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16</a:t>
            </a:fld>
            <a:endParaRPr lang="zh-TW" altLang="en-US"/>
          </a:p>
        </p:txBody>
      </p:sp>
    </p:spTree>
    <p:extLst>
      <p:ext uri="{BB962C8B-B14F-4D97-AF65-F5344CB8AC3E}">
        <p14:creationId xmlns:p14="http://schemas.microsoft.com/office/powerpoint/2010/main" val="106501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user = </a:t>
            </a:r>
            <a:r>
              <a:rPr lang="en-US" altLang="zh-TW" dirty="0" err="1"/>
              <a:t>models.User.objects</a:t>
            </a:r>
            <a:r>
              <a:rPr lang="en-US" altLang="zh-TW" dirty="0"/>
              <a:t>...</a:t>
            </a:r>
          </a:p>
          <a:p>
            <a:r>
              <a:rPr lang="zh-TW" altLang="en-US" dirty="0"/>
              <a:t>這是我們自己定義的</a:t>
            </a:r>
            <a:r>
              <a:rPr lang="en-US" altLang="zh-TW" dirty="0"/>
              <a:t>User</a:t>
            </a:r>
            <a:r>
              <a:rPr lang="zh-TW" altLang="en-US" dirty="0"/>
              <a:t>類別</a:t>
            </a:r>
            <a:r>
              <a:rPr lang="en-US" altLang="zh-TW" dirty="0"/>
              <a:t>,</a:t>
            </a:r>
            <a:r>
              <a:rPr lang="zh-TW" altLang="en-US" dirty="0"/>
              <a:t>如果看到</a:t>
            </a:r>
            <a:r>
              <a:rPr lang="en-US" altLang="zh-TW" dirty="0"/>
              <a:t>:</a:t>
            </a:r>
          </a:p>
          <a:p>
            <a:r>
              <a:rPr lang="en-US" altLang="zh-TW" dirty="0"/>
              <a:t>user = </a:t>
            </a:r>
            <a:r>
              <a:rPr lang="en-US" altLang="zh-TW" dirty="0" err="1"/>
              <a:t>User.objects</a:t>
            </a:r>
            <a:r>
              <a:rPr lang="en-US" altLang="zh-TW" dirty="0"/>
              <a:t>...</a:t>
            </a:r>
          </a:p>
          <a:p>
            <a:r>
              <a:rPr lang="zh-TW" altLang="en-US" dirty="0"/>
              <a:t>則是取自</a:t>
            </a:r>
            <a:r>
              <a:rPr lang="en-US" altLang="zh-TW" dirty="0" err="1"/>
              <a:t>django.contrib.auth.models</a:t>
            </a:r>
            <a:r>
              <a:rPr lang="en-US" altLang="zh-TW" dirty="0"/>
              <a:t> </a:t>
            </a:r>
            <a:r>
              <a:rPr lang="zh-TW" altLang="en-US" dirty="0"/>
              <a:t>中的</a:t>
            </a:r>
            <a:r>
              <a:rPr lang="en-US" altLang="zh-TW" dirty="0"/>
              <a:t>,</a:t>
            </a:r>
            <a:r>
              <a:rPr lang="zh-TW" altLang="en-US" dirty="0"/>
              <a:t>千萬別混淆了。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40</a:t>
            </a:fld>
            <a:endParaRPr lang="zh-TW" altLang="en-US"/>
          </a:p>
        </p:txBody>
      </p:sp>
    </p:spTree>
    <p:extLst>
      <p:ext uri="{BB962C8B-B14F-4D97-AF65-F5344CB8AC3E}">
        <p14:creationId xmlns:p14="http://schemas.microsoft.com/office/powerpoint/2010/main" val="40054627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重點在於</a:t>
            </a:r>
            <a:r>
              <a:rPr lang="en-US" altLang="zh-TW" dirty="0" err="1"/>
              <a:t>models.OneToOneFieldlauth.models.User</a:t>
            </a:r>
            <a:r>
              <a:rPr lang="en-US" altLang="zh-TW" dirty="0"/>
              <a:t>, on delete-</a:t>
            </a:r>
            <a:r>
              <a:rPr lang="en-US" altLang="zh-TW" dirty="0" err="1"/>
              <a:t>models.CASCADE</a:t>
            </a:r>
            <a:endParaRPr lang="en-US" altLang="zh-TW" dirty="0"/>
          </a:p>
          <a:p>
            <a:r>
              <a:rPr lang="zh-TW" altLang="en-US" dirty="0"/>
              <a:t>這一行</a:t>
            </a:r>
            <a:r>
              <a:rPr lang="en-US" altLang="zh-TW" dirty="0"/>
              <a:t>,</a:t>
            </a:r>
            <a:r>
              <a:rPr lang="zh-TW" altLang="en-US" dirty="0"/>
              <a:t>和</a:t>
            </a:r>
            <a:r>
              <a:rPr lang="en-US" altLang="zh-TW" dirty="0" err="1"/>
              <a:t>Foreignkey</a:t>
            </a:r>
            <a:r>
              <a:rPr lang="zh-TW" altLang="en-US" dirty="0"/>
              <a:t>類似</a:t>
            </a:r>
            <a:r>
              <a:rPr lang="en-US" altLang="zh-TW" dirty="0"/>
              <a:t>,</a:t>
            </a:r>
            <a:r>
              <a:rPr lang="zh-TW" altLang="en-US" dirty="0"/>
              <a:t>但是使用</a:t>
            </a:r>
            <a:r>
              <a:rPr lang="en-US" altLang="zh-TW" dirty="0" err="1"/>
              <a:t>OneToOneField</a:t>
            </a:r>
            <a:r>
              <a:rPr lang="zh-TW" altLang="en-US" dirty="0"/>
              <a:t>指定的類別只能是一對一的關</a:t>
            </a:r>
          </a:p>
          <a:p>
            <a:r>
              <a:rPr lang="zh-TW" altLang="en-US" dirty="0"/>
              <a:t>係</a:t>
            </a:r>
            <a:r>
              <a:rPr lang="en-US" altLang="zh-TW" dirty="0"/>
              <a:t>,</a:t>
            </a:r>
            <a:r>
              <a:rPr lang="zh-TW" altLang="en-US" dirty="0"/>
              <a:t>也就是每一個 </a:t>
            </a:r>
            <a:r>
              <a:rPr lang="en-US" altLang="zh-TW" dirty="0" err="1"/>
              <a:t>Profle</a:t>
            </a:r>
            <a:r>
              <a:rPr lang="zh-TW" altLang="en-US" dirty="0"/>
              <a:t>只能對應到一個</a:t>
            </a:r>
            <a:r>
              <a:rPr lang="en-US" altLang="zh-TW" dirty="0" err="1"/>
              <a:t>auth.models.User</a:t>
            </a:r>
            <a:r>
              <a:rPr lang="en-US" altLang="zh-TW" dirty="0"/>
              <a:t>,</a:t>
            </a:r>
            <a:r>
              <a:rPr lang="zh-TW" altLang="en-US" dirty="0"/>
              <a:t>要多加上去也不行</a:t>
            </a:r>
            <a:r>
              <a:rPr lang="en-US" altLang="zh-TW" dirty="0"/>
              <a:t>,</a:t>
            </a:r>
            <a:r>
              <a:rPr lang="zh-TW" altLang="en-US" dirty="0"/>
              <a:t>如此</a:t>
            </a:r>
          </a:p>
          <a:p>
            <a:r>
              <a:rPr lang="zh-TW" altLang="en-US" dirty="0"/>
              <a:t>就可以確保之後產生出來的 </a:t>
            </a:r>
            <a:r>
              <a:rPr lang="en-US" altLang="zh-TW" dirty="0" err="1"/>
              <a:t>Profle</a:t>
            </a:r>
            <a:r>
              <a:rPr lang="zh-TW" altLang="en-US" dirty="0"/>
              <a:t>應用實例只會存取到各自的一個</a:t>
            </a:r>
            <a:r>
              <a:rPr lang="en-US" altLang="zh-TW" dirty="0"/>
              <a:t>User </a:t>
            </a:r>
            <a:r>
              <a:rPr lang="zh-TW" altLang="en-US" dirty="0"/>
              <a:t>應用實例。接著</a:t>
            </a:r>
          </a:p>
          <a:p>
            <a:r>
              <a:rPr lang="zh-TW" altLang="en-US" dirty="0"/>
              <a:t>要執行資料庫的更新作業</a:t>
            </a:r>
            <a:r>
              <a:rPr lang="en-US" altLang="zh-TW" dirty="0"/>
              <a:t>,</a:t>
            </a:r>
            <a:r>
              <a:rPr lang="zh-TW" altLang="en-US" dirty="0"/>
              <a:t>執行過程如下</a:t>
            </a:r>
            <a:r>
              <a:rPr lang="en-US" altLang="zh-TW" dirty="0"/>
              <a:t>:</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50</a:t>
            </a:fld>
            <a:endParaRPr lang="zh-TW" altLang="en-US"/>
          </a:p>
        </p:txBody>
      </p:sp>
    </p:spTree>
    <p:extLst>
      <p:ext uri="{BB962C8B-B14F-4D97-AF65-F5344CB8AC3E}">
        <p14:creationId xmlns:p14="http://schemas.microsoft.com/office/powerpoint/2010/main" val="3532227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51</a:t>
            </a:fld>
            <a:endParaRPr lang="zh-TW" altLang="en-US"/>
          </a:p>
        </p:txBody>
      </p:sp>
    </p:spTree>
    <p:extLst>
      <p:ext uri="{BB962C8B-B14F-4D97-AF65-F5344CB8AC3E}">
        <p14:creationId xmlns:p14="http://schemas.microsoft.com/office/powerpoint/2010/main" val="318411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沒資料顯示的問題是因為沒有加下面這個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C594C5"/>
                </a:solidFill>
                <a:effectLst/>
                <a:latin typeface="Consolas" panose="020B0609020204030204" pitchFamily="49" charset="0"/>
              </a:rPr>
              <a:t>from</a:t>
            </a:r>
            <a:r>
              <a:rPr lang="en-US" altLang="zh-TW" b="0" dirty="0">
                <a:solidFill>
                  <a:srgbClr val="CDD3DE"/>
                </a:solidFill>
                <a:effectLst/>
                <a:latin typeface="Consolas" panose="020B0609020204030204" pitchFamily="49" charset="0"/>
              </a:rPr>
              <a:t> </a:t>
            </a:r>
            <a:r>
              <a:rPr lang="en-US" altLang="zh-TW" b="0" dirty="0" err="1">
                <a:solidFill>
                  <a:srgbClr val="CDD3DE"/>
                </a:solidFill>
                <a:effectLst/>
                <a:latin typeface="Consolas" panose="020B0609020204030204" pitchFamily="49" charset="0"/>
              </a:rPr>
              <a:t>django</a:t>
            </a:r>
            <a:r>
              <a:rPr lang="en-US" altLang="zh-TW" b="0" dirty="0" err="1">
                <a:solidFill>
                  <a:srgbClr val="5FB3B3"/>
                </a:solidFill>
                <a:effectLst/>
                <a:latin typeface="Consolas" panose="020B0609020204030204" pitchFamily="49" charset="0"/>
              </a:rPr>
              <a:t>.</a:t>
            </a:r>
            <a:r>
              <a:rPr lang="en-US" altLang="zh-TW" b="0" dirty="0" err="1">
                <a:solidFill>
                  <a:srgbClr val="CDD3DE"/>
                </a:solidFill>
                <a:effectLst/>
                <a:latin typeface="Consolas" panose="020B0609020204030204" pitchFamily="49" charset="0"/>
              </a:rPr>
              <a:t>contrib</a:t>
            </a:r>
            <a:r>
              <a:rPr lang="en-US" altLang="zh-TW" b="0" dirty="0" err="1">
                <a:solidFill>
                  <a:srgbClr val="5FB3B3"/>
                </a:solidFill>
                <a:effectLst/>
                <a:latin typeface="Consolas" panose="020B0609020204030204" pitchFamily="49" charset="0"/>
              </a:rPr>
              <a:t>.</a:t>
            </a:r>
            <a:r>
              <a:rPr lang="en-US" altLang="zh-TW" b="0" dirty="0" err="1">
                <a:solidFill>
                  <a:srgbClr val="CDD3DE"/>
                </a:solidFill>
                <a:effectLst/>
                <a:latin typeface="Consolas" panose="020B0609020204030204" pitchFamily="49" charset="0"/>
              </a:rPr>
              <a:t>auth</a:t>
            </a:r>
            <a:r>
              <a:rPr lang="en-US" altLang="zh-TW" b="0" dirty="0" err="1">
                <a:solidFill>
                  <a:srgbClr val="5FB3B3"/>
                </a:solidFill>
                <a:effectLst/>
                <a:latin typeface="Consolas" panose="020B0609020204030204" pitchFamily="49" charset="0"/>
              </a:rPr>
              <a:t>.</a:t>
            </a:r>
            <a:r>
              <a:rPr lang="en-US" altLang="zh-TW" b="0" dirty="0" err="1">
                <a:solidFill>
                  <a:srgbClr val="CDD3DE"/>
                </a:solidFill>
                <a:effectLst/>
                <a:latin typeface="Consolas" panose="020B0609020204030204" pitchFamily="49" charset="0"/>
              </a:rPr>
              <a:t>models</a:t>
            </a: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import</a:t>
            </a:r>
            <a:r>
              <a:rPr lang="en-US" altLang="zh-TW" b="0" dirty="0">
                <a:solidFill>
                  <a:srgbClr val="CDD3DE"/>
                </a:solidFill>
                <a:effectLst/>
                <a:latin typeface="Consolas" panose="020B0609020204030204" pitchFamily="49" charset="0"/>
              </a:rPr>
              <a:t> User</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56</a:t>
            </a:fld>
            <a:endParaRPr lang="zh-TW" altLang="en-US"/>
          </a:p>
        </p:txBody>
      </p:sp>
    </p:spTree>
    <p:extLst>
      <p:ext uri="{BB962C8B-B14F-4D97-AF65-F5344CB8AC3E}">
        <p14:creationId xmlns:p14="http://schemas.microsoft.com/office/powerpoint/2010/main" val="36223060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為了讓使用者可以點選日暦的方式輸入日期而非直接輸入文字</a:t>
            </a:r>
            <a:r>
              <a:rPr lang="en-US" altLang="zh-TW" dirty="0"/>
              <a:t>,</a:t>
            </a:r>
            <a:r>
              <a:rPr lang="zh-TW" altLang="en-US" dirty="0"/>
              <a:t>在這過程我們用了一</a:t>
            </a:r>
          </a:p>
          <a:p>
            <a:r>
              <a:rPr lang="zh-TW" altLang="en-US" dirty="0"/>
              <a:t>個小技巧</a:t>
            </a:r>
            <a:r>
              <a:rPr lang="en-US" altLang="zh-TW" dirty="0"/>
              <a:t>,</a:t>
            </a:r>
            <a:r>
              <a:rPr lang="zh-TW" altLang="en-US" dirty="0"/>
              <a:t>先建立一個繼承自</a:t>
            </a:r>
            <a:r>
              <a:rPr lang="en-US" altLang="zh-TW" dirty="0" err="1"/>
              <a:t>forms.Datelnput</a:t>
            </a:r>
            <a:r>
              <a:rPr lang="en-US" altLang="zh-TW" dirty="0"/>
              <a:t> </a:t>
            </a:r>
            <a:r>
              <a:rPr lang="zh-TW" altLang="en-US" dirty="0"/>
              <a:t>的 </a:t>
            </a:r>
            <a:r>
              <a:rPr lang="en-US" altLang="zh-TW" dirty="0" err="1"/>
              <a:t>Datelnput</a:t>
            </a:r>
            <a:r>
              <a:rPr lang="en-US" altLang="zh-TW" dirty="0"/>
              <a:t> </a:t>
            </a:r>
            <a:r>
              <a:rPr lang="zh-TW" altLang="en-US" dirty="0"/>
              <a:t>的類別</a:t>
            </a:r>
            <a:r>
              <a:rPr lang="en-US" altLang="zh-TW" dirty="0"/>
              <a:t>,</a:t>
            </a:r>
            <a:r>
              <a:rPr lang="zh-TW" altLang="en-US" dirty="0"/>
              <a:t>指定輸入的型式為</a:t>
            </a:r>
          </a:p>
          <a:p>
            <a:r>
              <a:rPr lang="en-US" altLang="zh-TW" dirty="0"/>
              <a:t>'date'</a:t>
            </a:r>
            <a:r>
              <a:rPr lang="zh-TW" altLang="en-US" dirty="0"/>
              <a:t>日期就好</a:t>
            </a:r>
            <a:r>
              <a:rPr lang="en-US" altLang="zh-TW" dirty="0"/>
              <a:t>,</a:t>
            </a:r>
            <a:r>
              <a:rPr lang="zh-TW" altLang="en-US" dirty="0"/>
              <a:t>接著在</a:t>
            </a:r>
            <a:r>
              <a:rPr lang="en-US" altLang="zh-TW" dirty="0" err="1"/>
              <a:t>DiaryForm</a:t>
            </a:r>
            <a:r>
              <a:rPr lang="zh-TW" altLang="en-US" dirty="0"/>
              <a:t>表單的</a:t>
            </a:r>
            <a:r>
              <a:rPr lang="en-US" altLang="zh-TW" dirty="0"/>
              <a:t>Class Meta:</a:t>
            </a:r>
            <a:r>
              <a:rPr lang="zh-TW" altLang="en-US" dirty="0"/>
              <a:t>中以 </a:t>
            </a:r>
            <a:r>
              <a:rPr lang="en-US" altLang="zh-TW" dirty="0"/>
              <a:t>widgets </a:t>
            </a:r>
            <a:r>
              <a:rPr lang="zh-TW" altLang="en-US" dirty="0"/>
              <a:t>的方式設定 </a:t>
            </a:r>
            <a:r>
              <a:rPr lang="en-US" altLang="zh-TW" dirty="0" err="1"/>
              <a:t>ddate</a:t>
            </a:r>
            <a:endParaRPr lang="en-US" altLang="zh-TW" dirty="0"/>
          </a:p>
          <a:p>
            <a:r>
              <a:rPr lang="zh-TW" altLang="en-US" dirty="0"/>
              <a:t>這個欄位</a:t>
            </a:r>
            <a:r>
              <a:rPr lang="en-US" altLang="zh-TW" dirty="0"/>
              <a:t>,</a:t>
            </a:r>
            <a:r>
              <a:rPr lang="zh-TW" altLang="en-US" dirty="0"/>
              <a:t>如此就可以讓輸入的型式改為日期點選的方式</a:t>
            </a:r>
            <a:r>
              <a:rPr lang="en-US" altLang="zh-TW" dirty="0"/>
              <a:t>,</a:t>
            </a:r>
            <a:r>
              <a:rPr lang="zh-TW" altLang="en-US" dirty="0"/>
              <a:t>其輸入的方式如圖</a:t>
            </a:r>
            <a:r>
              <a:rPr lang="en-US" altLang="zh-TW" dirty="0"/>
              <a:t>9-19</a:t>
            </a:r>
            <a:r>
              <a:rPr lang="zh-TW" altLang="en-US" dirty="0"/>
              <a:t>所示。</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61</a:t>
            </a:fld>
            <a:endParaRPr lang="zh-TW" altLang="en-US"/>
          </a:p>
        </p:txBody>
      </p:sp>
    </p:spTree>
    <p:extLst>
      <p:ext uri="{BB962C8B-B14F-4D97-AF65-F5344CB8AC3E}">
        <p14:creationId xmlns:p14="http://schemas.microsoft.com/office/powerpoint/2010/main" val="15418317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from </a:t>
            </a:r>
            <a:r>
              <a:rPr lang="en-US" altLang="zh-TW" dirty="0" err="1"/>
              <a:t>django.http</a:t>
            </a:r>
            <a:r>
              <a:rPr lang="en-US" altLang="zh-TW" dirty="0"/>
              <a:t> import </a:t>
            </a:r>
            <a:r>
              <a:rPr lang="en-US" altLang="zh-TW" dirty="0" err="1"/>
              <a:t>HttpResponseRedirect</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68</a:t>
            </a:fld>
            <a:endParaRPr lang="zh-TW" altLang="en-US"/>
          </a:p>
        </p:txBody>
      </p:sp>
    </p:spTree>
    <p:extLst>
      <p:ext uri="{BB962C8B-B14F-4D97-AF65-F5344CB8AC3E}">
        <p14:creationId xmlns:p14="http://schemas.microsoft.com/office/powerpoint/2010/main" val="2593108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然後在</a:t>
            </a:r>
            <a:r>
              <a:rPr lang="en-US" altLang="zh-TW" dirty="0"/>
              <a:t>urls.py </a:t>
            </a:r>
            <a:r>
              <a:rPr lang="zh-TW" altLang="en-US" dirty="0"/>
              <a:t>中加入以下幾個參數</a:t>
            </a:r>
            <a:r>
              <a:rPr lang="en-US" altLang="zh-TW" dirty="0"/>
              <a:t>(</a:t>
            </a:r>
            <a:r>
              <a:rPr lang="zh-TW" altLang="en-US" dirty="0"/>
              <a:t>放在</a:t>
            </a:r>
            <a:r>
              <a:rPr lang="en-US" altLang="zh-TW" dirty="0" err="1"/>
              <a:t>urlpatterns</a:t>
            </a:r>
            <a:r>
              <a:rPr lang="en-US" altLang="zh-TW" dirty="0"/>
              <a:t> </a:t>
            </a:r>
            <a:r>
              <a:rPr lang="zh-TW" altLang="en-US" dirty="0"/>
              <a:t>的上方</a:t>
            </a:r>
            <a:r>
              <a:rPr lang="en-US" altLang="zh-TW" dirty="0"/>
              <a:t>),</a:t>
            </a:r>
            <a:r>
              <a:rPr lang="zh-TW" altLang="en-US" dirty="0"/>
              <a:t>可以設定登入畫面的</a:t>
            </a:r>
          </a:p>
          <a:p>
            <a:r>
              <a:rPr lang="zh-TW" altLang="en-US" dirty="0"/>
              <a:t>標题</a:t>
            </a:r>
            <a:endParaRPr lang="en-US" altLang="zh-TW" dirty="0"/>
          </a:p>
          <a:p>
            <a:r>
              <a:rPr lang="en-US" altLang="zh-TW" sz="1200" kern="100" dirty="0">
                <a:solidFill>
                  <a:srgbClr val="FF0000"/>
                </a:solidFill>
                <a:effectLst/>
                <a:latin typeface="Courier New" panose="02070309020205020404" pitchFamily="49" charset="0"/>
                <a:ea typeface="標楷體" panose="03000509000000000000" pitchFamily="65" charset="-120"/>
              </a:rPr>
              <a:t>/?next=/ </a:t>
            </a:r>
            <a:r>
              <a:rPr lang="zh-TW" altLang="en-US" sz="1200" kern="100" dirty="0">
                <a:solidFill>
                  <a:srgbClr val="FF0000"/>
                </a:solidFill>
                <a:effectLst/>
                <a:latin typeface="Courier New" panose="02070309020205020404" pitchFamily="49" charset="0"/>
                <a:ea typeface="標楷體" panose="03000509000000000000" pitchFamily="65" charset="-120"/>
              </a:rPr>
              <a:t>設定登入後回首頁而不是到</a:t>
            </a:r>
            <a:r>
              <a:rPr lang="en-US" altLang="zh-TW" sz="1200" kern="100" dirty="0">
                <a:solidFill>
                  <a:srgbClr val="FF0000"/>
                </a:solidFill>
                <a:effectLst/>
                <a:latin typeface="Courier New" panose="02070309020205020404" pitchFamily="49" charset="0"/>
                <a:ea typeface="標楷體" panose="03000509000000000000" pitchFamily="65" charset="-120"/>
              </a:rPr>
              <a:t>admin</a:t>
            </a:r>
            <a:r>
              <a:rPr lang="zh-TW" altLang="en-US" sz="1200" kern="100">
                <a:solidFill>
                  <a:srgbClr val="FF0000"/>
                </a:solidFill>
                <a:effectLst/>
                <a:latin typeface="Courier New" panose="02070309020205020404" pitchFamily="49" charset="0"/>
                <a:ea typeface="標楷體" panose="03000509000000000000" pitchFamily="65" charset="-120"/>
              </a:rPr>
              <a:t>後台</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75</a:t>
            </a:fld>
            <a:endParaRPr lang="zh-TW" altLang="en-US"/>
          </a:p>
        </p:txBody>
      </p:sp>
    </p:spTree>
    <p:extLst>
      <p:ext uri="{BB962C8B-B14F-4D97-AF65-F5344CB8AC3E}">
        <p14:creationId xmlns:p14="http://schemas.microsoft.com/office/powerpoint/2010/main" val="17285238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B5-col ,  table , tr&gt;td*3</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82</a:t>
            </a:fld>
            <a:endParaRPr lang="zh-TW" altLang="en-US"/>
          </a:p>
        </p:txBody>
      </p:sp>
    </p:spTree>
    <p:extLst>
      <p:ext uri="{BB962C8B-B14F-4D97-AF65-F5344CB8AC3E}">
        <p14:creationId xmlns:p14="http://schemas.microsoft.com/office/powerpoint/2010/main" val="38096091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紅色要自己加一個</a:t>
            </a:r>
            <a:r>
              <a:rPr lang="en-US" altLang="zh-TW" dirty="0"/>
              <a:t>col</a:t>
            </a:r>
            <a:r>
              <a:rPr lang="zh-TW" altLang="en-US" dirty="0"/>
              <a:t>且改成</a:t>
            </a:r>
            <a:r>
              <a:rPr lang="en-US" altLang="zh-TW" dirty="0"/>
              <a:t>md-6</a:t>
            </a:r>
          </a:p>
          <a:p>
            <a:r>
              <a:rPr lang="zh-TW" altLang="en-US" dirty="0"/>
              <a:t>黑色就</a:t>
            </a:r>
            <a:r>
              <a:rPr lang="en-US" altLang="zh-TW" dirty="0"/>
              <a:t>copy</a:t>
            </a:r>
            <a:r>
              <a:rPr lang="zh-TW" altLang="en-US" dirty="0"/>
              <a:t>官網</a:t>
            </a:r>
            <a:r>
              <a:rPr lang="en-US" altLang="zh-TW" dirty="0" err="1"/>
              <a:t>js</a:t>
            </a:r>
            <a:r>
              <a:rPr lang="zh-TW" altLang="en-US" dirty="0"/>
              <a:t>的內容</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86</a:t>
            </a:fld>
            <a:endParaRPr lang="zh-TW" altLang="en-US"/>
          </a:p>
        </p:txBody>
      </p:sp>
    </p:spTree>
    <p:extLst>
      <p:ext uri="{BB962C8B-B14F-4D97-AF65-F5344CB8AC3E}">
        <p14:creationId xmlns:p14="http://schemas.microsoft.com/office/powerpoint/2010/main" val="24496415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95</a:t>
            </a:fld>
            <a:endParaRPr lang="zh-TW" altLang="en-US"/>
          </a:p>
        </p:txBody>
      </p:sp>
    </p:spTree>
    <p:extLst>
      <p:ext uri="{BB962C8B-B14F-4D97-AF65-F5344CB8AC3E}">
        <p14:creationId xmlns:p14="http://schemas.microsoft.com/office/powerpoint/2010/main" val="20643190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2026/6/11</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2026/6/11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2026/6/11</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2026/6/11</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2026/6/11</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2026/6/11</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2026/6/11</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2026/6/11</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2026/6/11</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2026/6/11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2026/6/11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2026/6/11</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www.chartjs.org/" TargetMode="External"/><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hyperlink" Target="https://www.chartjs.org/docs/latest/getting-start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8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1171600" y="2819400"/>
            <a:ext cx="6800800" cy="1689720"/>
          </a:xfrm>
        </p:spPr>
        <p:txBody>
          <a:bodyPr>
            <a:normAutofit/>
          </a:bodyPr>
          <a:lstStyle/>
          <a:p>
            <a:r>
              <a:rPr lang="zh-TW" altLang="en-US" sz="2400" dirty="0">
                <a:latin typeface="+mj-ea"/>
              </a:rPr>
              <a:t>活用</a:t>
            </a:r>
            <a:r>
              <a:rPr lang="en-US" altLang="zh-TW" sz="2400" dirty="0">
                <a:latin typeface="+mj-ea"/>
              </a:rPr>
              <a:t>Django4</a:t>
            </a:r>
            <a:r>
              <a:rPr lang="zh-TW" altLang="en-US" sz="2400" dirty="0">
                <a:latin typeface="+mj-ea"/>
              </a:rPr>
              <a:t>建構動態網站的</a:t>
            </a:r>
            <a:r>
              <a:rPr lang="en-US" altLang="zh-TW" sz="2400" dirty="0">
                <a:latin typeface="+mj-ea"/>
              </a:rPr>
              <a:t>16</a:t>
            </a:r>
            <a:r>
              <a:rPr lang="zh-TW" altLang="en-US" sz="2400" dirty="0">
                <a:latin typeface="+mj-ea"/>
              </a:rPr>
              <a:t>堂課</a:t>
            </a:r>
          </a:p>
        </p:txBody>
      </p:sp>
      <p:sp>
        <p:nvSpPr>
          <p:cNvPr id="2" name="標題 1"/>
          <p:cNvSpPr>
            <a:spLocks noGrp="1"/>
          </p:cNvSpPr>
          <p:nvPr>
            <p:ph type="ctrTitle"/>
          </p:nvPr>
        </p:nvSpPr>
        <p:spPr/>
        <p:txBody>
          <a:bodyPr>
            <a:normAutofit/>
          </a:bodyPr>
          <a:lstStyle/>
          <a:p>
            <a:r>
              <a:rPr lang="zh-TW" altLang="en-US" dirty="0"/>
              <a:t>第九堂</a:t>
            </a:r>
            <a:br>
              <a:rPr lang="en-US" altLang="zh-TW" dirty="0"/>
            </a:br>
            <a:r>
              <a:rPr lang="zh-TW" altLang="zh-TW" dirty="0"/>
              <a:t>網站的</a:t>
            </a:r>
            <a:r>
              <a:rPr lang="en-US" altLang="zh-TW" dirty="0"/>
              <a:t>Session</a:t>
            </a:r>
            <a:r>
              <a:rPr lang="zh-TW" altLang="zh-TW" dirty="0"/>
              <a:t>功能</a:t>
            </a:r>
            <a:endParaRPr lang="zh-TW" altLang="en-US"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學習目標</a:t>
            </a:r>
          </a:p>
        </p:txBody>
      </p:sp>
      <p:sp>
        <p:nvSpPr>
          <p:cNvPr id="3" name="內容版面配置區 2"/>
          <p:cNvSpPr>
            <a:spLocks noGrp="1"/>
          </p:cNvSpPr>
          <p:nvPr>
            <p:ph sz="quarter" idx="1"/>
          </p:nvPr>
        </p:nvSpPr>
        <p:spPr>
          <a:xfrm>
            <a:off x="301752" y="1527048"/>
            <a:ext cx="8662736" cy="4926288"/>
          </a:xfrm>
        </p:spPr>
        <p:txBody>
          <a:bodyPr>
            <a:normAutofit fontScale="77500" lnSpcReduction="20000"/>
          </a:bodyPr>
          <a:lstStyle/>
          <a:p>
            <a:pPr lvl="0"/>
            <a:r>
              <a:rPr lang="en-US" altLang="zh-TW" sz="2800" dirty="0"/>
              <a:t>Session</a:t>
            </a:r>
            <a:r>
              <a:rPr lang="zh-TW" altLang="zh-TW" sz="2800" dirty="0"/>
              <a:t>簡介</a:t>
            </a:r>
          </a:p>
          <a:p>
            <a:pPr lvl="1"/>
            <a:r>
              <a:rPr lang="zh-TW" altLang="zh-TW" sz="2400" dirty="0"/>
              <a:t>複製</a:t>
            </a:r>
            <a:r>
              <a:rPr lang="en-US" altLang="zh-TW" sz="2400" dirty="0"/>
              <a:t>Django</a:t>
            </a:r>
            <a:r>
              <a:rPr lang="zh-TW" altLang="zh-TW" sz="2400" dirty="0"/>
              <a:t>網站</a:t>
            </a:r>
          </a:p>
          <a:p>
            <a:pPr lvl="1"/>
            <a:r>
              <a:rPr lang="en-US" altLang="zh-TW" sz="2400" dirty="0"/>
              <a:t>Cookies</a:t>
            </a:r>
            <a:r>
              <a:rPr lang="zh-TW" altLang="zh-TW" sz="2400" dirty="0"/>
              <a:t>簡介</a:t>
            </a:r>
          </a:p>
          <a:p>
            <a:pPr lvl="1"/>
            <a:r>
              <a:rPr lang="zh-TW" altLang="zh-TW" sz="2400" dirty="0"/>
              <a:t>使用</a:t>
            </a:r>
            <a:r>
              <a:rPr lang="en-US" altLang="zh-TW" sz="2400" dirty="0"/>
              <a:t>Cookie</a:t>
            </a:r>
            <a:r>
              <a:rPr lang="zh-TW" altLang="zh-TW" sz="2400" dirty="0"/>
              <a:t>建立網站登入功能</a:t>
            </a:r>
          </a:p>
          <a:p>
            <a:pPr lvl="1"/>
            <a:r>
              <a:rPr lang="zh-TW" altLang="zh-TW" sz="2400" dirty="0"/>
              <a:t>開始使用</a:t>
            </a:r>
            <a:r>
              <a:rPr lang="en-US" altLang="zh-TW" sz="2400" dirty="0"/>
              <a:t>Session</a:t>
            </a:r>
            <a:endParaRPr lang="zh-TW" altLang="zh-TW" sz="2400" dirty="0"/>
          </a:p>
          <a:p>
            <a:pPr lvl="0"/>
            <a:r>
              <a:rPr lang="zh-TW" altLang="zh-TW" sz="2800" dirty="0"/>
              <a:t>活用</a:t>
            </a:r>
            <a:r>
              <a:rPr lang="en-US" altLang="zh-TW" sz="2800" dirty="0"/>
              <a:t>Session</a:t>
            </a:r>
            <a:endParaRPr lang="zh-TW" altLang="zh-TW" sz="2800" dirty="0"/>
          </a:p>
          <a:p>
            <a:pPr lvl="1"/>
            <a:r>
              <a:rPr lang="zh-TW" altLang="zh-TW" sz="2400" dirty="0"/>
              <a:t>建立使用者資料表</a:t>
            </a:r>
          </a:p>
          <a:p>
            <a:pPr lvl="1"/>
            <a:r>
              <a:rPr lang="zh-TW" altLang="zh-TW" sz="2400" dirty="0"/>
              <a:t>使用</a:t>
            </a:r>
            <a:r>
              <a:rPr lang="en-US" altLang="zh-TW" sz="2400" dirty="0"/>
              <a:t>Session</a:t>
            </a:r>
            <a:r>
              <a:rPr lang="zh-TW" altLang="zh-TW" sz="2400" dirty="0"/>
              <a:t>建立網站登入功能</a:t>
            </a:r>
          </a:p>
          <a:p>
            <a:pPr lvl="1"/>
            <a:r>
              <a:rPr lang="zh-TW" altLang="zh-TW" sz="2400" dirty="0"/>
              <a:t>整合</a:t>
            </a:r>
            <a:r>
              <a:rPr lang="en-US" altLang="zh-TW" sz="2400" dirty="0"/>
              <a:t>Django</a:t>
            </a:r>
            <a:r>
              <a:rPr lang="zh-TW" altLang="zh-TW" sz="2400" dirty="0"/>
              <a:t>的訊息顯示框架</a:t>
            </a:r>
            <a:r>
              <a:rPr lang="en-US" altLang="zh-TW" sz="2400" dirty="0"/>
              <a:t>Messages Framework</a:t>
            </a:r>
            <a:endParaRPr lang="zh-TW" altLang="zh-TW" sz="2400" dirty="0"/>
          </a:p>
          <a:p>
            <a:pPr lvl="0"/>
            <a:r>
              <a:rPr lang="en-US" altLang="zh-TW" sz="2800" dirty="0"/>
              <a:t>Django </a:t>
            </a:r>
            <a:r>
              <a:rPr lang="en-US" altLang="zh-TW" sz="2800" dirty="0" err="1"/>
              <a:t>auth</a:t>
            </a:r>
            <a:r>
              <a:rPr lang="zh-TW" altLang="zh-TW" sz="2800" dirty="0"/>
              <a:t>使用者驗證</a:t>
            </a:r>
          </a:p>
          <a:p>
            <a:pPr lvl="1"/>
            <a:r>
              <a:rPr lang="zh-TW" altLang="zh-TW" sz="2400" dirty="0"/>
              <a:t>使用</a:t>
            </a:r>
            <a:r>
              <a:rPr lang="en-US" altLang="zh-TW" sz="2400" dirty="0"/>
              <a:t>Django</a:t>
            </a:r>
            <a:r>
              <a:rPr lang="zh-TW" altLang="zh-TW" sz="2400" dirty="0"/>
              <a:t>的使用者驗證系統</a:t>
            </a:r>
          </a:p>
          <a:p>
            <a:pPr lvl="1"/>
            <a:r>
              <a:rPr lang="zh-TW" altLang="zh-TW" sz="2400" dirty="0"/>
              <a:t>顯示新增的</a:t>
            </a:r>
            <a:r>
              <a:rPr lang="en-US" altLang="zh-TW" sz="2400" dirty="0"/>
              <a:t>User</a:t>
            </a:r>
            <a:r>
              <a:rPr lang="zh-TW" altLang="zh-TW" sz="2400" dirty="0"/>
              <a:t>欄位</a:t>
            </a:r>
          </a:p>
          <a:p>
            <a:pPr lvl="1"/>
            <a:r>
              <a:rPr lang="zh-TW" altLang="zh-TW" sz="2400" dirty="0"/>
              <a:t>應用</a:t>
            </a:r>
            <a:r>
              <a:rPr lang="en-US" altLang="zh-TW" sz="2400" dirty="0" err="1"/>
              <a:t>auth</a:t>
            </a:r>
            <a:r>
              <a:rPr lang="zh-TW" altLang="zh-TW" sz="2400" dirty="0"/>
              <a:t>使用者驗證存取資料庫</a:t>
            </a:r>
            <a:endParaRPr lang="en-US" altLang="zh-TW" sz="2400" dirty="0"/>
          </a:p>
          <a:p>
            <a:r>
              <a:rPr lang="zh-TW" altLang="en-US" sz="2900" dirty="0"/>
              <a:t>動態圖形展示</a:t>
            </a:r>
            <a:endParaRPr lang="en-US" altLang="zh-TW" sz="2900" dirty="0"/>
          </a:p>
          <a:p>
            <a:pPr lvl="1"/>
            <a:r>
              <a:rPr lang="en-US" altLang="zh-TW" sz="2400" dirty="0" err="1"/>
              <a:t>ChartJS</a:t>
            </a:r>
            <a:endParaRPr lang="en-US" altLang="zh-TW" sz="2400" dirty="0"/>
          </a:p>
          <a:p>
            <a:pPr lvl="1"/>
            <a:r>
              <a:rPr lang="en-US" altLang="zh-TW" sz="2400" dirty="0" err="1"/>
              <a:t>Plotly</a:t>
            </a:r>
            <a:endParaRPr lang="zh-TW" altLang="zh-TW" sz="2400"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Session</a:t>
            </a:r>
            <a:r>
              <a:rPr lang="zh-TW" altLang="zh-TW" dirty="0"/>
              <a:t>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a:t>
            </a:fld>
            <a:endParaRPr lang="zh-TW" altLang="en-US"/>
          </a:p>
        </p:txBody>
      </p:sp>
      <p:sp>
        <p:nvSpPr>
          <p:cNvPr id="4" name="內容版面配置區 3"/>
          <p:cNvSpPr>
            <a:spLocks noGrp="1"/>
          </p:cNvSpPr>
          <p:nvPr>
            <p:ph sz="quarter" idx="1"/>
          </p:nvPr>
        </p:nvSpPr>
        <p:spPr/>
        <p:txBody>
          <a:bodyPr/>
          <a:lstStyle/>
          <a:p>
            <a:r>
              <a:rPr lang="en-US" altLang="zh-TW" dirty="0"/>
              <a:t>Session</a:t>
            </a:r>
            <a:r>
              <a:rPr lang="zh-TW" altLang="zh-TW" dirty="0"/>
              <a:t>的最重要目的就是讓網站</a:t>
            </a:r>
            <a:r>
              <a:rPr lang="zh-TW" altLang="zh-TW" dirty="0">
                <a:solidFill>
                  <a:srgbClr val="FF0000"/>
                </a:solidFill>
              </a:rPr>
              <a:t>記得使用者</a:t>
            </a:r>
            <a:r>
              <a:rPr lang="zh-TW" altLang="zh-TW" dirty="0"/>
              <a:t>，也就是瀏覽這個網站的人。</a:t>
            </a:r>
            <a:endParaRPr lang="en-US" altLang="zh-TW" dirty="0"/>
          </a:p>
          <a:p>
            <a:r>
              <a:rPr lang="zh-TW" altLang="zh-TW" dirty="0"/>
              <a:t>因為網際網路</a:t>
            </a:r>
            <a:r>
              <a:rPr lang="en-US" altLang="zh-TW" dirty="0"/>
              <a:t>HTTP</a:t>
            </a:r>
            <a:r>
              <a:rPr lang="zh-TW" altLang="zh-TW" dirty="0"/>
              <a:t>的特性，理論上每一次來自於瀏覽器的請求</a:t>
            </a:r>
            <a:r>
              <a:rPr lang="en-US" altLang="zh-TW" dirty="0"/>
              <a:t>(request)</a:t>
            </a:r>
            <a:r>
              <a:rPr lang="zh-TW" altLang="zh-TW" dirty="0"/>
              <a:t>都是獨立和前後次的請求沒有關係的，所以，如果沒有特別的機制，網頁伺服器是沒有辦法辨識出前後次的瀏覽行為是不是來自於同一個人</a:t>
            </a:r>
            <a:endParaRPr lang="en-US" altLang="zh-TW" dirty="0"/>
          </a:p>
          <a:p>
            <a:r>
              <a:rPr lang="en-US" altLang="zh-TW" dirty="0"/>
              <a:t>Session</a:t>
            </a:r>
            <a:r>
              <a:rPr lang="zh-TW" altLang="zh-TW" dirty="0"/>
              <a:t>機制的目的就是為了解決這個問題。</a:t>
            </a:r>
          </a:p>
        </p:txBody>
      </p:sp>
    </p:spTree>
    <p:extLst>
      <p:ext uri="{BB962C8B-B14F-4D97-AF65-F5344CB8AC3E}">
        <p14:creationId xmlns:p14="http://schemas.microsoft.com/office/powerpoint/2010/main" val="1204855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複製</a:t>
            </a:r>
            <a:r>
              <a:rPr lang="en-US" altLang="zh-TW" dirty="0"/>
              <a:t>Django</a:t>
            </a:r>
            <a:r>
              <a:rPr lang="zh-TW" altLang="zh-TW" dirty="0"/>
              <a:t>網站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使用上一堂課的</a:t>
            </a:r>
            <a:r>
              <a:rPr lang="en-US" altLang="zh-TW" dirty="0"/>
              <a:t>dj4ch08</a:t>
            </a:r>
            <a:r>
              <a:rPr lang="zh-TW" altLang="zh-TW" dirty="0"/>
              <a:t>網站，複製整個網站之後再再針對一些檔案的內容進行修改</a:t>
            </a:r>
            <a:endParaRPr lang="en-US" altLang="zh-TW" dirty="0"/>
          </a:p>
          <a:p>
            <a:r>
              <a:rPr lang="zh-TW" altLang="en-US" dirty="0"/>
              <a:t>建立虛擬環境中的模組清單：</a:t>
            </a:r>
            <a:endParaRPr lang="en-US" altLang="zh-TW" dirty="0"/>
          </a:p>
          <a:p>
            <a:pPr lvl="1"/>
            <a:r>
              <a:rPr lang="en-US" altLang="zh-TW" sz="2300" kern="100" dirty="0">
                <a:latin typeface="Courier New" panose="02070309020205020404" pitchFamily="49" charset="0"/>
                <a:ea typeface="標楷體" panose="03000509000000000000" pitchFamily="65" charset="-120"/>
              </a:rPr>
              <a:t>pip list --format=freeze &gt; requirements.txt</a:t>
            </a:r>
            <a:endParaRPr lang="en-US" altLang="zh-TW" dirty="0"/>
          </a:p>
          <a:p>
            <a:r>
              <a:rPr lang="zh-TW" altLang="en-US" dirty="0"/>
              <a:t>還原模組：</a:t>
            </a:r>
            <a:endParaRPr lang="en-US" altLang="zh-TW" dirty="0"/>
          </a:p>
          <a:p>
            <a:pPr lvl="1"/>
            <a:r>
              <a:rPr lang="en-US" altLang="zh-TW" dirty="0"/>
              <a:t>pip install -r requirements.txt</a:t>
            </a:r>
          </a:p>
          <a:p>
            <a:r>
              <a:rPr lang="zh-TW" altLang="zh-TW" dirty="0"/>
              <a:t>只有</a:t>
            </a:r>
            <a:r>
              <a:rPr lang="en-US" altLang="zh-TW" dirty="0"/>
              <a:t>manage.py</a:t>
            </a:r>
            <a:r>
              <a:rPr lang="zh-TW" altLang="zh-TW" dirty="0"/>
              <a:t>以及</a:t>
            </a:r>
            <a:r>
              <a:rPr lang="en-US" altLang="zh-TW" dirty="0"/>
              <a:t>dj4ch08</a:t>
            </a:r>
            <a:r>
              <a:rPr lang="zh-TW" altLang="zh-TW" dirty="0"/>
              <a:t>這個資料夾的少部份檔案，在</a:t>
            </a:r>
            <a:r>
              <a:rPr lang="en-US" altLang="zh-TW" dirty="0"/>
              <a:t>Linux</a:t>
            </a:r>
            <a:r>
              <a:rPr lang="zh-TW" altLang="zh-TW" dirty="0"/>
              <a:t>以及</a:t>
            </a:r>
            <a:r>
              <a:rPr lang="en-US" altLang="zh-TW" dirty="0" err="1"/>
              <a:t>MacOS</a:t>
            </a:r>
            <a:r>
              <a:rPr lang="zh-TW" altLang="zh-TW" dirty="0"/>
              <a:t>作業系統之下可以使用</a:t>
            </a:r>
            <a:r>
              <a:rPr lang="en-US" altLang="zh-TW" dirty="0" err="1"/>
              <a:t>grep</a:t>
            </a:r>
            <a:r>
              <a:rPr lang="zh-TW" altLang="zh-TW" dirty="0"/>
              <a:t>指令找出和專案有關的字串（例如</a:t>
            </a:r>
            <a:r>
              <a:rPr lang="en-US" altLang="zh-TW" dirty="0"/>
              <a:t>ch08</a:t>
            </a:r>
            <a:r>
              <a:rPr lang="zh-TW" altLang="zh-TW" dirty="0"/>
              <a:t>），而在</a:t>
            </a:r>
            <a:r>
              <a:rPr lang="en-US" altLang="zh-TW" dirty="0"/>
              <a:t>Windows</a:t>
            </a:r>
            <a:r>
              <a:rPr lang="zh-TW" altLang="zh-TW" dirty="0"/>
              <a:t>作業系統之下也有類似的工具，那就是</a:t>
            </a:r>
            <a:r>
              <a:rPr lang="en-US" altLang="zh-TW" dirty="0" err="1"/>
              <a:t>findstr</a:t>
            </a:r>
            <a:r>
              <a:rPr lang="zh-TW" altLang="zh-TW" dirty="0"/>
              <a:t>，用法如下：</a:t>
            </a:r>
            <a:endParaRPr lang="zh-TW" altLang="en-US" dirty="0"/>
          </a:p>
        </p:txBody>
      </p:sp>
    </p:spTree>
    <p:extLst>
      <p:ext uri="{BB962C8B-B14F-4D97-AF65-F5344CB8AC3E}">
        <p14:creationId xmlns:p14="http://schemas.microsoft.com/office/powerpoint/2010/main" val="7423896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複製</a:t>
            </a:r>
            <a:r>
              <a:rPr lang="en-US" altLang="zh-TW" dirty="0"/>
              <a:t>Django</a:t>
            </a:r>
            <a:r>
              <a:rPr lang="zh-TW" altLang="zh-TW" dirty="0"/>
              <a:t>網站</a:t>
            </a:r>
            <a:r>
              <a:rPr lang="en-US" altLang="zh-TW" dirty="0"/>
              <a:t>(</a:t>
            </a:r>
            <a:r>
              <a:rPr lang="zh-TW" altLang="en-US" dirty="0"/>
              <a:t>總共改四個檔案</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fontScale="85000" lnSpcReduction="10000"/>
          </a:bodyPr>
          <a:lstStyle/>
          <a:p>
            <a:pPr marL="0" indent="0">
              <a:buNone/>
            </a:pPr>
            <a:r>
              <a:rPr lang="en-US" altLang="zh-TW" sz="1800" kern="100" dirty="0">
                <a:effectLst/>
                <a:latin typeface="Courier New" panose="02070309020205020404" pitchFamily="49" charset="0"/>
                <a:ea typeface="標楷體" panose="03000509000000000000" pitchFamily="65" charset="-120"/>
              </a:rPr>
              <a:t>(dj4ch09) D:\dj4book\dj4ch09&gt;findstr/s "ch08" *.</a:t>
            </a:r>
            <a:r>
              <a:rPr lang="en-US" altLang="zh-TW" sz="1800" kern="100" dirty="0" err="1">
                <a:effectLst/>
                <a:latin typeface="Courier New" panose="02070309020205020404" pitchFamily="49" charset="0"/>
                <a:ea typeface="標楷體" panose="03000509000000000000" pitchFamily="65" charset="-120"/>
              </a:rPr>
              <a:t>py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2400" b="1" kern="100" dirty="0" err="1">
                <a:solidFill>
                  <a:srgbClr val="FF0000"/>
                </a:solidFill>
                <a:effectLst/>
                <a:latin typeface="Courier New" panose="02070309020205020404" pitchFamily="49" charset="0"/>
                <a:ea typeface="標楷體" panose="03000509000000000000" pitchFamily="65" charset="-120"/>
              </a:rPr>
              <a:t>asgi.py</a:t>
            </a:r>
            <a:r>
              <a:rPr lang="en-US" altLang="zh-TW" sz="1800" kern="100" dirty="0" err="1">
                <a:effectLst/>
                <a:latin typeface="Courier New" panose="02070309020205020404" pitchFamily="49" charset="0"/>
                <a:ea typeface="標楷體" panose="03000509000000000000" pitchFamily="65" charset="-120"/>
              </a:rPr>
              <a:t>:ASGI</a:t>
            </a:r>
            <a:r>
              <a:rPr lang="en-US" altLang="zh-TW" sz="1800" kern="100" dirty="0">
                <a:effectLst/>
                <a:latin typeface="Courier New" panose="02070309020205020404" pitchFamily="49" charset="0"/>
                <a:ea typeface="標楷體" panose="03000509000000000000" pitchFamily="65" charset="-120"/>
              </a:rPr>
              <a:t> config for dj4ch08 project.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asgi.py:os.environ.setdefault</a:t>
            </a:r>
            <a:r>
              <a:rPr lang="en-US" altLang="zh-TW" sz="1800" kern="100" dirty="0">
                <a:effectLst/>
                <a:latin typeface="Courier New" panose="02070309020205020404" pitchFamily="49" charset="0"/>
                <a:ea typeface="標楷體" panose="03000509000000000000" pitchFamily="65" charset="-120"/>
              </a:rPr>
              <a:t>('DJANGO_SETTINGS_MODULE', 'dj4ch08.settings')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2100" b="1" kern="100" dirty="0" err="1">
                <a:solidFill>
                  <a:srgbClr val="FF0000"/>
                </a:solidFill>
                <a:effectLst/>
                <a:latin typeface="Courier New" panose="02070309020205020404" pitchFamily="49" charset="0"/>
                <a:ea typeface="標楷體" panose="03000509000000000000" pitchFamily="65" charset="-120"/>
              </a:rPr>
              <a:t>settings.py</a:t>
            </a:r>
            <a:r>
              <a:rPr lang="en-US" altLang="zh-TW" sz="1800" kern="100" dirty="0" err="1">
                <a:effectLst/>
                <a:latin typeface="Courier New" panose="02070309020205020404" pitchFamily="49" charset="0"/>
                <a:ea typeface="標楷體" panose="03000509000000000000" pitchFamily="65" charset="-120"/>
              </a:rPr>
              <a:t>:Django</a:t>
            </a:r>
            <a:r>
              <a:rPr lang="en-US" altLang="zh-TW" sz="1800" kern="100" dirty="0">
                <a:effectLst/>
                <a:latin typeface="Courier New" panose="02070309020205020404" pitchFamily="49" charset="0"/>
                <a:ea typeface="標楷體" panose="03000509000000000000" pitchFamily="65" charset="-120"/>
              </a:rPr>
              <a:t> settings for dj4ch08 project.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settings.py:ROOT_URLCONF</a:t>
            </a:r>
            <a:r>
              <a:rPr lang="en-US" altLang="zh-TW" sz="1800" kern="100" dirty="0">
                <a:effectLst/>
                <a:latin typeface="Courier New" panose="02070309020205020404" pitchFamily="49" charset="0"/>
                <a:ea typeface="標楷體" panose="03000509000000000000" pitchFamily="65" charset="-120"/>
              </a:rPr>
              <a:t> = 'dj4ch08.urls'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settings.py:WSGI_APPLICATION</a:t>
            </a:r>
            <a:r>
              <a:rPr lang="en-US" altLang="zh-TW" sz="1800" kern="100" dirty="0">
                <a:effectLst/>
                <a:latin typeface="Courier New" panose="02070309020205020404" pitchFamily="49" charset="0"/>
                <a:ea typeface="標楷體" panose="03000509000000000000" pitchFamily="65" charset="-120"/>
              </a:rPr>
              <a:t> = 'dj4ch08.wsgi.application'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2100" b="1" kern="100" dirty="0" err="1">
                <a:solidFill>
                  <a:srgbClr val="FF0000"/>
                </a:solidFill>
                <a:effectLst/>
                <a:latin typeface="Courier New" panose="02070309020205020404" pitchFamily="49" charset="0"/>
                <a:ea typeface="標楷體" panose="03000509000000000000" pitchFamily="65" charset="-120"/>
              </a:rPr>
              <a:t>wsgi.py</a:t>
            </a:r>
            <a:r>
              <a:rPr lang="en-US" altLang="zh-TW" sz="1800" kern="100" dirty="0" err="1">
                <a:effectLst/>
                <a:latin typeface="Courier New" panose="02070309020205020404" pitchFamily="49" charset="0"/>
                <a:ea typeface="標楷體" panose="03000509000000000000" pitchFamily="65" charset="-120"/>
              </a:rPr>
              <a:t>:WSGI</a:t>
            </a:r>
            <a:r>
              <a:rPr lang="en-US" altLang="zh-TW" sz="1800" kern="100" dirty="0">
                <a:effectLst/>
                <a:latin typeface="Courier New" panose="02070309020205020404" pitchFamily="49" charset="0"/>
                <a:ea typeface="標楷體" panose="03000509000000000000" pitchFamily="65" charset="-120"/>
              </a:rPr>
              <a:t> config for dj4ch08 project.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wsgi.py:os.environ.setdefault</a:t>
            </a:r>
            <a:r>
              <a:rPr lang="en-US" altLang="zh-TW" sz="1800" kern="100" dirty="0">
                <a:effectLst/>
                <a:latin typeface="Courier New" panose="02070309020205020404" pitchFamily="49" charset="0"/>
                <a:ea typeface="標楷體" panose="03000509000000000000" pitchFamily="65" charset="-120"/>
              </a:rPr>
              <a:t>('DJANGO_SETTINGS_MODULE', 'dj4ch08.settings')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a:t>
            </a:r>
            <a:r>
              <a:rPr lang="en-US" altLang="zh-TW" sz="2100" b="1" kern="100" dirty="0">
                <a:solidFill>
                  <a:srgbClr val="FF0000"/>
                </a:solidFill>
                <a:effectLst/>
                <a:latin typeface="Courier New" panose="02070309020205020404" pitchFamily="49" charset="0"/>
                <a:ea typeface="標楷體" panose="03000509000000000000" pitchFamily="65" charset="-120"/>
              </a:rPr>
              <a:t>manage.py</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os.environ.setdefault</a:t>
            </a:r>
            <a:r>
              <a:rPr lang="en-US" altLang="zh-TW" sz="1800" kern="100" dirty="0">
                <a:effectLst/>
                <a:latin typeface="Courier New" panose="02070309020205020404" pitchFamily="49" charset="0"/>
                <a:ea typeface="標楷體" panose="03000509000000000000" pitchFamily="65" charset="-120"/>
              </a:rPr>
              <a:t>('DJANGO_SETTINGS_MODULE', 'dj4ch08.settings')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dj4ch08\mongo-</a:t>
            </a:r>
            <a:r>
              <a:rPr lang="en-US" altLang="zh-TW" sz="1800" kern="100" dirty="0" err="1">
                <a:effectLst/>
                <a:latin typeface="Courier New" panose="02070309020205020404" pitchFamily="49" charset="0"/>
                <a:ea typeface="標楷體" panose="03000509000000000000" pitchFamily="65" charset="-120"/>
              </a:rPr>
              <a:t>db</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deldata.py:collections</a:t>
            </a:r>
            <a:r>
              <a:rPr lang="en-US" altLang="zh-TW" sz="1800" kern="100" dirty="0">
                <a:effectLst/>
                <a:latin typeface="Courier New" panose="02070309020205020404" pitchFamily="49" charset="0"/>
                <a:ea typeface="標楷體" panose="03000509000000000000" pitchFamily="65" charset="-120"/>
              </a:rPr>
              <a:t> = client["ch08mdb"]["posts"]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dj4ch08\mongo-</a:t>
            </a:r>
            <a:r>
              <a:rPr lang="en-US" altLang="zh-TW" sz="1800" kern="100" dirty="0" err="1">
                <a:effectLst/>
                <a:latin typeface="Courier New" panose="02070309020205020404" pitchFamily="49" charset="0"/>
                <a:ea typeface="標楷體" panose="03000509000000000000" pitchFamily="65" charset="-120"/>
              </a:rPr>
              <a:t>db</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insertdata.py:collections</a:t>
            </a:r>
            <a:r>
              <a:rPr lang="en-US" altLang="zh-TW" sz="1800" kern="100" dirty="0">
                <a:effectLst/>
                <a:latin typeface="Courier New" panose="02070309020205020404" pitchFamily="49" charset="0"/>
                <a:ea typeface="標楷體" panose="03000509000000000000" pitchFamily="65" charset="-120"/>
              </a:rPr>
              <a:t> = client["ch08mdb"]["posts"]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dj4ch08\mongo-</a:t>
            </a:r>
            <a:r>
              <a:rPr lang="en-US" altLang="zh-TW" sz="1800" kern="100" dirty="0" err="1">
                <a:effectLst/>
                <a:latin typeface="Courier New" panose="02070309020205020404" pitchFamily="49" charset="0"/>
                <a:ea typeface="標楷體" panose="03000509000000000000" pitchFamily="65" charset="-120"/>
              </a:rPr>
              <a:t>db</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listdata.py:collections</a:t>
            </a:r>
            <a:r>
              <a:rPr lang="en-US" altLang="zh-TW" sz="1800" kern="100" dirty="0">
                <a:effectLst/>
                <a:latin typeface="Courier New" panose="02070309020205020404" pitchFamily="49" charset="0"/>
                <a:ea typeface="標楷體" panose="03000509000000000000" pitchFamily="65" charset="-120"/>
              </a:rPr>
              <a:t> = client["ch08mdb"]["posts"]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a:t>
            </a:r>
            <a:r>
              <a:rPr lang="en-US" altLang="zh-TW" sz="1800" kern="100" dirty="0" err="1">
                <a:effectLst/>
                <a:latin typeface="Courier New" panose="02070309020205020404" pitchFamily="49" charset="0"/>
                <a:ea typeface="標楷體" panose="03000509000000000000" pitchFamily="65" charset="-120"/>
              </a:rPr>
              <a:t>mysite</a:t>
            </a:r>
            <a:r>
              <a:rPr lang="en-US" altLang="zh-TW" sz="1800" kern="100" dirty="0">
                <a:effectLst/>
                <a:latin typeface="Courier New" panose="02070309020205020404" pitchFamily="49" charset="0"/>
                <a:ea typeface="標楷體" panose="03000509000000000000" pitchFamily="65" charset="-120"/>
              </a:rPr>
              <a:t>\views.py:    collections = client["ch08mdb"]["</a:t>
            </a:r>
            <a:r>
              <a:rPr lang="en-US" altLang="zh-TW" sz="1800" kern="100" dirty="0" err="1">
                <a:effectLst/>
                <a:latin typeface="Courier New" panose="02070309020205020404" pitchFamily="49" charset="0"/>
                <a:ea typeface="標楷體" panose="03000509000000000000" pitchFamily="65" charset="-120"/>
              </a:rPr>
              <a:t>bodyinfo</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523774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複製</a:t>
            </a:r>
            <a:r>
              <a:rPr lang="en-US" altLang="zh-TW" dirty="0"/>
              <a:t>Django</a:t>
            </a:r>
            <a:r>
              <a:rPr lang="zh-TW" altLang="zh-TW" dirty="0"/>
              <a:t>網站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a:t>
            </a:fld>
            <a:endParaRPr lang="zh-TW" altLang="en-US"/>
          </a:p>
        </p:txBody>
      </p:sp>
      <p:sp>
        <p:nvSpPr>
          <p:cNvPr id="4" name="內容版面配置區 3"/>
          <p:cNvSpPr>
            <a:spLocks noGrp="1"/>
          </p:cNvSpPr>
          <p:nvPr>
            <p:ph sz="quarter" idx="1"/>
          </p:nvPr>
        </p:nvSpPr>
        <p:spPr/>
        <p:txBody>
          <a:bodyPr/>
          <a:lstStyle/>
          <a:p>
            <a:r>
              <a:rPr lang="zh-TW" altLang="zh-TW" dirty="0"/>
              <a:t>全部要改的地方就這幾個檔案，在本例就是把所有的</a:t>
            </a:r>
            <a:r>
              <a:rPr lang="en-US" altLang="zh-TW" dirty="0"/>
              <a:t>dj4ch08</a:t>
            </a:r>
            <a:r>
              <a:rPr lang="zh-TW" altLang="zh-TW" dirty="0"/>
              <a:t>改為</a:t>
            </a:r>
            <a:r>
              <a:rPr lang="en-US" altLang="zh-TW" dirty="0"/>
              <a:t>dj4ch09</a:t>
            </a:r>
            <a:r>
              <a:rPr lang="zh-TW" altLang="zh-TW" dirty="0"/>
              <a:t>，就算是完成了網站的複製工作了。</a:t>
            </a:r>
            <a:endParaRPr lang="zh-TW" altLang="en-US" dirty="0"/>
          </a:p>
        </p:txBody>
      </p:sp>
    </p:spTree>
    <p:extLst>
      <p:ext uri="{BB962C8B-B14F-4D97-AF65-F5344CB8AC3E}">
        <p14:creationId xmlns:p14="http://schemas.microsoft.com/office/powerpoint/2010/main" val="396958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開始使用</a:t>
            </a:r>
            <a:r>
              <a:rPr lang="en-US" altLang="zh-TW" dirty="0"/>
              <a:t>Session</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a:t>
            </a:fld>
            <a:endParaRPr lang="zh-TW" altLang="en-US"/>
          </a:p>
        </p:txBody>
      </p:sp>
      <p:sp>
        <p:nvSpPr>
          <p:cNvPr id="4" name="內容版面配置區 3"/>
          <p:cNvSpPr>
            <a:spLocks noGrp="1"/>
          </p:cNvSpPr>
          <p:nvPr>
            <p:ph sz="quarter" idx="1"/>
          </p:nvPr>
        </p:nvSpPr>
        <p:spPr/>
        <p:txBody>
          <a:bodyPr>
            <a:normAutofit/>
          </a:bodyPr>
          <a:lstStyle/>
          <a:p>
            <a:r>
              <a:rPr lang="en-US" altLang="zh-TW" dirty="0"/>
              <a:t>Session</a:t>
            </a:r>
            <a:r>
              <a:rPr lang="zh-TW" altLang="zh-TW" dirty="0"/>
              <a:t>把所有的資料者放在</a:t>
            </a:r>
            <a:r>
              <a:rPr lang="zh-TW" altLang="zh-TW" dirty="0">
                <a:solidFill>
                  <a:srgbClr val="FF0000"/>
                </a:solidFill>
              </a:rPr>
              <a:t>伺服器端</a:t>
            </a:r>
            <a:r>
              <a:rPr lang="zh-TW" altLang="zh-TW" dirty="0"/>
              <a:t>，客戶端只會記錄一個識別的資訊而已。</a:t>
            </a:r>
            <a:endParaRPr lang="en-US" altLang="zh-TW" dirty="0"/>
          </a:p>
          <a:p>
            <a:r>
              <a:rPr lang="en-US" altLang="zh-TW" dirty="0"/>
              <a:t>Django</a:t>
            </a:r>
            <a:r>
              <a:rPr lang="zh-TW" altLang="zh-TW" dirty="0"/>
              <a:t>在實作</a:t>
            </a:r>
            <a:r>
              <a:rPr lang="en-US" altLang="zh-TW" dirty="0"/>
              <a:t>Session</a:t>
            </a:r>
            <a:r>
              <a:rPr lang="zh-TW" altLang="zh-TW" dirty="0"/>
              <a:t>支援時有許多種方式，包括透過</a:t>
            </a:r>
            <a:r>
              <a:rPr lang="en-US" altLang="zh-TW" dirty="0"/>
              <a:t>Cookie</a:t>
            </a:r>
            <a:r>
              <a:rPr lang="zh-TW" altLang="zh-TW" dirty="0"/>
              <a:t>的方式或是把識別字串放在</a:t>
            </a:r>
            <a:r>
              <a:rPr lang="en-US" altLang="zh-TW" dirty="0"/>
              <a:t>URL</a:t>
            </a:r>
            <a:r>
              <a:rPr lang="zh-TW" altLang="zh-TW" dirty="0"/>
              <a:t>中編碼，而</a:t>
            </a:r>
            <a:r>
              <a:rPr lang="zh-TW" altLang="zh-TW" dirty="0">
                <a:solidFill>
                  <a:srgbClr val="FF0000"/>
                </a:solidFill>
              </a:rPr>
              <a:t>識別資料</a:t>
            </a:r>
            <a:r>
              <a:rPr lang="zh-TW" altLang="zh-TW" dirty="0"/>
              <a:t>主要是放在</a:t>
            </a:r>
            <a:r>
              <a:rPr lang="en-US" altLang="zh-TW" dirty="0"/>
              <a:t>settings.py</a:t>
            </a:r>
            <a:r>
              <a:rPr lang="zh-TW" altLang="zh-TW" dirty="0"/>
              <a:t>中的</a:t>
            </a:r>
            <a:r>
              <a:rPr lang="en-US" altLang="zh-TW" dirty="0">
                <a:solidFill>
                  <a:srgbClr val="FF0000"/>
                </a:solidFill>
              </a:rPr>
              <a:t>SECRET_KEY</a:t>
            </a:r>
            <a:r>
              <a:rPr lang="zh-TW" altLang="zh-TW" dirty="0"/>
              <a:t>這個常數中</a:t>
            </a:r>
            <a:endParaRPr lang="en-US" altLang="zh-TW" dirty="0"/>
          </a:p>
          <a:p>
            <a:r>
              <a:rPr lang="zh-TW" altLang="zh-TW" dirty="0"/>
              <a:t>網站實際上線時，這個常數就必須要另外放在安全的地方，以開啟檔案的方式讀取，或是以環境變數的方式操作，才不會讓惡意人士有偽造</a:t>
            </a:r>
            <a:r>
              <a:rPr lang="en-US" altLang="zh-TW" dirty="0"/>
              <a:t>Session</a:t>
            </a:r>
            <a:r>
              <a:rPr lang="zh-TW" altLang="zh-TW" dirty="0"/>
              <a:t>連結的可能。</a:t>
            </a:r>
          </a:p>
        </p:txBody>
      </p:sp>
    </p:spTree>
    <p:extLst>
      <p:ext uri="{BB962C8B-B14F-4D97-AF65-F5344CB8AC3E}">
        <p14:creationId xmlns:p14="http://schemas.microsoft.com/office/powerpoint/2010/main" val="1835783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開始使用</a:t>
            </a:r>
            <a:r>
              <a:rPr lang="en-US" altLang="zh-TW" dirty="0"/>
              <a:t>Session</a:t>
            </a:r>
            <a:br>
              <a:rPr lang="en-US" altLang="zh-TW" dirty="0"/>
            </a:br>
            <a:r>
              <a:rPr lang="zh-TW" altLang="en-US" dirty="0"/>
              <a:t>要執行第二次才能確定是否支援</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8</a:t>
            </a:fld>
            <a:endParaRPr lang="zh-TW" altLang="en-US"/>
          </a:p>
        </p:txBody>
      </p:sp>
      <p:sp>
        <p:nvSpPr>
          <p:cNvPr id="4" name="內容版面配置區 3"/>
          <p:cNvSpPr>
            <a:spLocks noGrp="1"/>
          </p:cNvSpPr>
          <p:nvPr>
            <p:ph sz="quarter" idx="1"/>
          </p:nvPr>
        </p:nvSpPr>
        <p:spPr/>
        <p:txBody>
          <a:bodyPr/>
          <a:lstStyle/>
          <a:p>
            <a:r>
              <a:rPr lang="zh-TW" altLang="zh-TW" dirty="0"/>
              <a:t>預設的</a:t>
            </a:r>
            <a:r>
              <a:rPr lang="en-US" altLang="zh-TW" dirty="0"/>
              <a:t>Django</a:t>
            </a:r>
            <a:r>
              <a:rPr lang="zh-TW" altLang="zh-TW" dirty="0"/>
              <a:t>的</a:t>
            </a:r>
            <a:r>
              <a:rPr lang="en-US" altLang="zh-TW" dirty="0"/>
              <a:t>Session</a:t>
            </a:r>
            <a:r>
              <a:rPr lang="zh-TW" altLang="zh-TW" dirty="0"/>
              <a:t>後端會使用到資料庫，主要的操作也可以選擇使用</a:t>
            </a:r>
            <a:r>
              <a:rPr lang="en-US" altLang="zh-TW" dirty="0"/>
              <a:t>cookie-based</a:t>
            </a:r>
            <a:r>
              <a:rPr lang="zh-TW" altLang="zh-TW" dirty="0"/>
              <a:t>以及</a:t>
            </a:r>
            <a:r>
              <a:rPr lang="en-US" altLang="zh-TW" dirty="0"/>
              <a:t>file-based</a:t>
            </a:r>
            <a:r>
              <a:rPr lang="zh-TW" altLang="zh-TW" dirty="0"/>
              <a:t>的方式，使用預設的方式就可以了</a:t>
            </a:r>
            <a:endParaRPr lang="en-US" altLang="zh-TW" dirty="0"/>
          </a:p>
          <a:p>
            <a:endParaRPr lang="en-US" altLang="zh-TW" dirty="0"/>
          </a:p>
          <a:p>
            <a:r>
              <a:rPr lang="zh-TW" altLang="en-US" dirty="0"/>
              <a:t>測試是否啟用</a:t>
            </a:r>
            <a:r>
              <a:rPr lang="en-US" altLang="zh-TW" dirty="0"/>
              <a:t>cookie</a:t>
            </a:r>
            <a:endParaRPr lang="zh-TW" altLang="en-US" dirty="0"/>
          </a:p>
        </p:txBody>
      </p:sp>
      <p:sp>
        <p:nvSpPr>
          <p:cNvPr id="8" name="文字方塊 7">
            <a:extLst>
              <a:ext uri="{FF2B5EF4-FFF2-40B4-BE49-F238E27FC236}">
                <a16:creationId xmlns:a16="http://schemas.microsoft.com/office/drawing/2014/main" id="{4B3FB074-C9D5-7391-ED2D-A4965C44838D}"/>
              </a:ext>
            </a:extLst>
          </p:cNvPr>
          <p:cNvSpPr txBox="1"/>
          <p:nvPr/>
        </p:nvSpPr>
        <p:spPr>
          <a:xfrm>
            <a:off x="827584" y="4000996"/>
            <a:ext cx="6556248" cy="2308324"/>
          </a:xfrm>
          <a:prstGeom prst="rect">
            <a:avLst/>
          </a:prstGeom>
          <a:noFill/>
        </p:spPr>
        <p:txBody>
          <a:bodyPr wrap="square">
            <a:spAutoFit/>
          </a:bodyPr>
          <a:lstStyle/>
          <a:p>
            <a:r>
              <a:rPr lang="en-US" altLang="zh-TW" dirty="0"/>
              <a:t>def index(request):</a:t>
            </a:r>
          </a:p>
          <a:p>
            <a:r>
              <a:rPr lang="en-US" altLang="zh-TW" dirty="0"/>
              <a:t>    if </a:t>
            </a:r>
            <a:r>
              <a:rPr lang="en-US" altLang="zh-TW" dirty="0" err="1"/>
              <a:t>request.session.test_cookie_worked</a:t>
            </a:r>
            <a:r>
              <a:rPr lang="en-US" altLang="zh-TW" dirty="0"/>
              <a:t>():</a:t>
            </a:r>
          </a:p>
          <a:p>
            <a:r>
              <a:rPr lang="en-US" altLang="zh-TW" dirty="0"/>
              <a:t>        </a:t>
            </a:r>
            <a:r>
              <a:rPr lang="en-US" altLang="zh-TW" dirty="0" err="1"/>
              <a:t>request.session.delete_test_cookie</a:t>
            </a:r>
            <a:r>
              <a:rPr lang="en-US" altLang="zh-TW" dirty="0"/>
              <a:t>()</a:t>
            </a:r>
          </a:p>
          <a:p>
            <a:r>
              <a:rPr lang="en-US" altLang="zh-TW" dirty="0"/>
              <a:t>        message = "cookie supported!"</a:t>
            </a:r>
          </a:p>
          <a:p>
            <a:r>
              <a:rPr lang="en-US" altLang="zh-TW" dirty="0"/>
              <a:t>    else:</a:t>
            </a:r>
          </a:p>
          <a:p>
            <a:r>
              <a:rPr lang="en-US" altLang="zh-TW" dirty="0"/>
              <a:t>        message = 'cookie not supported'</a:t>
            </a:r>
          </a:p>
          <a:p>
            <a:r>
              <a:rPr lang="en-US" altLang="zh-TW" dirty="0"/>
              <a:t>        </a:t>
            </a:r>
            <a:r>
              <a:rPr lang="en-US" altLang="zh-TW" dirty="0" err="1"/>
              <a:t>request.session.set_test_cookie</a:t>
            </a:r>
            <a:r>
              <a:rPr lang="en-US" altLang="zh-TW" dirty="0"/>
              <a:t>()</a:t>
            </a:r>
          </a:p>
          <a:p>
            <a:r>
              <a:rPr lang="en-US" altLang="zh-TW" dirty="0"/>
              <a:t>    return render(request, 'index.html', locals())</a:t>
            </a:r>
            <a:endParaRPr lang="zh-TW" altLang="en-US" dirty="0"/>
          </a:p>
        </p:txBody>
      </p:sp>
    </p:spTree>
    <p:extLst>
      <p:ext uri="{BB962C8B-B14F-4D97-AF65-F5344CB8AC3E}">
        <p14:creationId xmlns:p14="http://schemas.microsoft.com/office/powerpoint/2010/main" val="399057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開始使用</a:t>
            </a:r>
            <a:r>
              <a:rPr lang="en-US" altLang="zh-TW" dirty="0"/>
              <a:t>Session</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9</a:t>
            </a:fld>
            <a:endParaRPr lang="zh-TW" altLang="en-US"/>
          </a:p>
        </p:txBody>
      </p:sp>
      <p:sp>
        <p:nvSpPr>
          <p:cNvPr id="4" name="內容版面配置區 3"/>
          <p:cNvSpPr>
            <a:spLocks noGrp="1"/>
          </p:cNvSpPr>
          <p:nvPr>
            <p:ph sz="quarter" idx="1"/>
          </p:nvPr>
        </p:nvSpPr>
        <p:spPr/>
        <p:txBody>
          <a:bodyPr/>
          <a:lstStyle/>
          <a:p>
            <a:r>
              <a:rPr lang="zh-TW" altLang="zh-TW" dirty="0"/>
              <a:t>如何取得</a:t>
            </a:r>
            <a:r>
              <a:rPr lang="en-US" altLang="zh-TW" dirty="0"/>
              <a:t>Session</a:t>
            </a:r>
            <a:r>
              <a:rPr lang="zh-TW" altLang="zh-TW" dirty="0"/>
              <a:t>中的內容以及如何設定變數資料到</a:t>
            </a:r>
            <a:r>
              <a:rPr lang="en-US" altLang="zh-TW" dirty="0"/>
              <a:t>Session</a:t>
            </a:r>
            <a:r>
              <a:rPr lang="zh-TW" altLang="zh-TW" dirty="0"/>
              <a:t>中</a:t>
            </a:r>
            <a:endParaRPr lang="en-US" altLang="zh-TW" dirty="0"/>
          </a:p>
          <a:p>
            <a:pPr lvl="1"/>
            <a:r>
              <a:rPr lang="zh-TW" altLang="zh-TW" dirty="0"/>
              <a:t>使用字典的方式操作</a:t>
            </a:r>
            <a:r>
              <a:rPr lang="zh-TW" altLang="en-US" dirty="0"/>
              <a:t>如</a:t>
            </a:r>
            <a:r>
              <a:rPr lang="zh-TW" altLang="zh-TW" dirty="0"/>
              <a:t>設定使用者的名稱（</a:t>
            </a:r>
            <a:r>
              <a:rPr lang="en-US" altLang="zh-TW" dirty="0"/>
              <a:t>username</a:t>
            </a:r>
            <a:r>
              <a:rPr lang="zh-TW" altLang="zh-TW" dirty="0"/>
              <a:t>），只要使用以下的方式即可：</a:t>
            </a:r>
          </a:p>
          <a:p>
            <a:pPr lvl="2"/>
            <a:r>
              <a:rPr lang="en-US" altLang="zh-TW" dirty="0" err="1"/>
              <a:t>request.</a:t>
            </a:r>
            <a:r>
              <a:rPr lang="en-US" altLang="zh-TW" err="1"/>
              <a:t>session</a:t>
            </a:r>
            <a:r>
              <a:rPr lang="en-US" altLang="zh-TW"/>
              <a:t>['username']='</a:t>
            </a:r>
            <a:r>
              <a:rPr lang="zh-TW" altLang="zh-TW"/>
              <a:t>使用者名稱</a:t>
            </a:r>
            <a:r>
              <a:rPr lang="en-US" altLang="zh-TW" dirty="0"/>
              <a:t>'</a:t>
            </a:r>
            <a:endParaRPr lang="zh-TW" altLang="zh-TW" dirty="0"/>
          </a:p>
          <a:p>
            <a:r>
              <a:rPr lang="zh-TW" altLang="zh-TW"/>
              <a:t>要</a:t>
            </a:r>
            <a:r>
              <a:rPr lang="zh-TW" altLang="zh-TW" dirty="0"/>
              <a:t>取出也是：</a:t>
            </a:r>
          </a:p>
          <a:p>
            <a:pPr lvl="1"/>
            <a:r>
              <a:rPr lang="en-US" altLang="zh-TW" dirty="0"/>
              <a:t>username = </a:t>
            </a:r>
            <a:r>
              <a:rPr lang="en-US" altLang="zh-TW" dirty="0" err="1"/>
              <a:t>request.</a:t>
            </a:r>
            <a:r>
              <a:rPr lang="en-US" altLang="zh-TW" err="1"/>
              <a:t>session</a:t>
            </a:r>
            <a:r>
              <a:rPr lang="en-US" altLang="zh-TW"/>
              <a:t>['username</a:t>
            </a:r>
            <a:r>
              <a:rPr lang="en-US" altLang="zh-TW" dirty="0"/>
              <a:t>'</a:t>
            </a:r>
            <a:r>
              <a:rPr lang="en-US" altLang="zh-TW"/>
              <a:t>]</a:t>
            </a:r>
            <a:endParaRPr lang="zh-TW" altLang="zh-TW" dirty="0"/>
          </a:p>
          <a:p>
            <a:endParaRPr lang="zh-TW" altLang="en-US" dirty="0"/>
          </a:p>
        </p:txBody>
      </p:sp>
    </p:spTree>
    <p:extLst>
      <p:ext uri="{BB962C8B-B14F-4D97-AF65-F5344CB8AC3E}">
        <p14:creationId xmlns:p14="http://schemas.microsoft.com/office/powerpoint/2010/main" val="1177334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a:t>models.py</a:t>
            </a:r>
            <a:br>
              <a:rPr lang="en-US" altLang="zh-TW" dirty="0"/>
            </a:br>
            <a:r>
              <a:rPr lang="zh-TW" altLang="en-US" dirty="0"/>
              <a:t>記得</a:t>
            </a:r>
            <a:r>
              <a:rPr lang="en-US" altLang="zh-TW" dirty="0"/>
              <a:t>migrate</a:t>
            </a:r>
            <a:endParaRPr lang="zh-TW" altLang="zh-TW"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10</a:t>
            </a:fld>
            <a:endParaRPr lang="zh-TW" altLang="en-US"/>
          </a:p>
        </p:txBody>
      </p:sp>
      <p:sp>
        <p:nvSpPr>
          <p:cNvPr id="4" name="內容版面配置區 3"/>
          <p:cNvSpPr>
            <a:spLocks noGrp="1"/>
          </p:cNvSpPr>
          <p:nvPr>
            <p:ph sz="quarter" idx="1"/>
          </p:nvPr>
        </p:nvSpPr>
        <p:spPr>
          <a:xfrm>
            <a:off x="301752" y="1527048"/>
            <a:ext cx="8662736" cy="4998296"/>
          </a:xfrm>
        </p:spPr>
        <p:txBody>
          <a:bodyPr>
            <a:normAutofit fontScale="92500" lnSpcReduction="10000"/>
          </a:bodyPr>
          <a:lstStyle/>
          <a:p>
            <a:r>
              <a:rPr lang="zh-TW" altLang="zh-TW" dirty="0"/>
              <a:t>在這一節中我們將以個人化網站為例子</a:t>
            </a:r>
            <a:endParaRPr lang="en-US" altLang="zh-TW" dirty="0"/>
          </a:p>
          <a:p>
            <a:pPr lvl="1"/>
            <a:r>
              <a:rPr lang="zh-TW" altLang="zh-TW" dirty="0"/>
              <a:t>結合資料庫的功能</a:t>
            </a:r>
            <a:endParaRPr lang="en-US" altLang="zh-TW" dirty="0"/>
          </a:p>
          <a:p>
            <a:pPr lvl="1"/>
            <a:r>
              <a:rPr lang="zh-TW" altLang="zh-TW" dirty="0"/>
              <a:t>透過</a:t>
            </a:r>
            <a:r>
              <a:rPr lang="en-US" altLang="zh-TW" dirty="0"/>
              <a:t>Session</a:t>
            </a:r>
            <a:r>
              <a:rPr lang="zh-TW" altLang="zh-TW" dirty="0"/>
              <a:t>變數的設定與提取，提供讓使用者可以登入的功能</a:t>
            </a:r>
            <a:endParaRPr lang="en-US" altLang="zh-TW" dirty="0"/>
          </a:p>
          <a:p>
            <a:pPr lvl="1"/>
            <a:r>
              <a:rPr lang="zh-TW" altLang="zh-TW" dirty="0"/>
              <a:t>在登入之後可以依照自己權限，取得專屬的網頁的資料</a:t>
            </a:r>
            <a:endParaRPr lang="en-US" altLang="zh-TW" dirty="0"/>
          </a:p>
          <a:p>
            <a:r>
              <a:rPr lang="zh-TW" altLang="zh-TW" dirty="0"/>
              <a:t>在</a:t>
            </a:r>
            <a:r>
              <a:rPr lang="en-US" altLang="zh-TW" dirty="0">
                <a:solidFill>
                  <a:srgbClr val="FF0000"/>
                </a:solidFill>
              </a:rPr>
              <a:t>models.py</a:t>
            </a:r>
            <a:r>
              <a:rPr lang="zh-TW" altLang="zh-TW" dirty="0"/>
              <a:t>中建立一個</a:t>
            </a:r>
            <a:r>
              <a:rPr lang="en-US" altLang="zh-TW" dirty="0">
                <a:solidFill>
                  <a:srgbClr val="FF0000"/>
                </a:solidFill>
              </a:rPr>
              <a:t>User</a:t>
            </a:r>
            <a:r>
              <a:rPr lang="zh-TW" altLang="zh-TW" dirty="0">
                <a:solidFill>
                  <a:srgbClr val="FF0000"/>
                </a:solidFill>
              </a:rPr>
              <a:t>類別</a:t>
            </a:r>
            <a:r>
              <a:rPr lang="zh-TW" altLang="zh-TW" dirty="0"/>
              <a:t>，如下：</a:t>
            </a:r>
          </a:p>
          <a:p>
            <a:pPr marL="274320" lvl="1" indent="0">
              <a:buNone/>
            </a:pPr>
            <a:r>
              <a:rPr lang="en-US" altLang="zh-TW" dirty="0">
                <a:latin typeface="Courier New" panose="02070309020205020404" pitchFamily="49" charset="0"/>
                <a:cs typeface="Courier New" panose="02070309020205020404" pitchFamily="49" charset="0"/>
              </a:rPr>
              <a:t>class User(</a:t>
            </a:r>
            <a:r>
              <a:rPr lang="en-US" altLang="zh-TW" dirty="0" err="1">
                <a:latin typeface="Courier New" panose="02070309020205020404" pitchFamily="49" charset="0"/>
                <a:cs typeface="Courier New" panose="02070309020205020404" pitchFamily="49" charset="0"/>
              </a:rPr>
              <a:t>models.Model</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name</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a:t>
            </a:r>
            <a:r>
              <a:rPr lang="en-US" altLang="zh-TW" dirty="0" err="1">
                <a:solidFill>
                  <a:srgbClr val="FF0000"/>
                </a:solidFill>
                <a:latin typeface="Courier New" panose="02070309020205020404" pitchFamily="49" charset="0"/>
                <a:cs typeface="Courier New" panose="02070309020205020404" pitchFamily="49" charset="0"/>
              </a:rPr>
              <a:t>CharField</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max_length</a:t>
            </a:r>
            <a:r>
              <a:rPr lang="en-US" altLang="zh-TW" dirty="0">
                <a:latin typeface="Courier New" panose="02070309020205020404" pitchFamily="49" charset="0"/>
                <a:cs typeface="Courier New" panose="02070309020205020404" pitchFamily="49" charset="0"/>
              </a:rPr>
              <a:t>=20, null=False)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email</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a:t>
            </a:r>
            <a:r>
              <a:rPr lang="en-US" altLang="zh-TW" dirty="0" err="1">
                <a:solidFill>
                  <a:srgbClr val="FF0000"/>
                </a:solidFill>
                <a:latin typeface="Courier New" panose="02070309020205020404" pitchFamily="49" charset="0"/>
                <a:cs typeface="Courier New" panose="02070309020205020404" pitchFamily="49" charset="0"/>
              </a:rPr>
              <a:t>EmailField</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password</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models.CharField</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max_length</a:t>
            </a:r>
            <a:r>
              <a:rPr lang="en-US" altLang="zh-TW" dirty="0">
                <a:latin typeface="Courier New" panose="02070309020205020404" pitchFamily="49" charset="0"/>
                <a:cs typeface="Courier New" panose="02070309020205020404" pitchFamily="49" charset="0"/>
              </a:rPr>
              <a:t>=20, null=False)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enabled</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a:t>
            </a:r>
            <a:r>
              <a:rPr lang="en-US" altLang="zh-TW" dirty="0" err="1">
                <a:solidFill>
                  <a:srgbClr val="FF0000"/>
                </a:solidFill>
                <a:latin typeface="Courier New" panose="02070309020205020404" pitchFamily="49" charset="0"/>
                <a:cs typeface="Courier New" panose="02070309020205020404" pitchFamily="49" charset="0"/>
              </a:rPr>
              <a:t>BooleanField</a:t>
            </a:r>
            <a:r>
              <a:rPr lang="en-US" altLang="zh-TW" dirty="0">
                <a:latin typeface="Courier New" panose="02070309020205020404" pitchFamily="49" charset="0"/>
                <a:cs typeface="Courier New" panose="02070309020205020404" pitchFamily="49" charset="0"/>
              </a:rPr>
              <a:t>(default=False)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__</a:t>
            </a:r>
            <a:r>
              <a:rPr lang="en-US" altLang="zh-TW" dirty="0" err="1">
                <a:latin typeface="Courier New" panose="02070309020205020404" pitchFamily="49" charset="0"/>
                <a:cs typeface="Courier New" panose="02070309020205020404" pitchFamily="49" charset="0"/>
              </a:rPr>
              <a:t>str</a:t>
            </a:r>
            <a:r>
              <a:rPr lang="en-US" altLang="zh-TW" dirty="0">
                <a:latin typeface="Courier New" panose="02070309020205020404" pitchFamily="49" charset="0"/>
                <a:cs typeface="Courier New" panose="02070309020205020404" pitchFamily="49" charset="0"/>
              </a:rPr>
              <a:t>__(self):</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self.name</a:t>
            </a:r>
            <a:endParaRPr lang="zh-TW" altLang="zh-TW"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17560274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a:t>(</a:t>
            </a:r>
            <a:r>
              <a:rPr lang="zh-TW" altLang="en-US" dirty="0"/>
              <a:t>記得註冊</a:t>
            </a:r>
            <a:r>
              <a:rPr lang="en-US" altLang="zh-TW" dirty="0"/>
              <a:t>user model</a:t>
            </a:r>
            <a:r>
              <a:rPr lang="zh-TW" altLang="en-US" dirty="0"/>
              <a:t>到後台</a:t>
            </a:r>
            <a:r>
              <a:rPr lang="en-US" altLang="zh-TW" dirty="0"/>
              <a:t>)</a:t>
            </a:r>
            <a:endParaRPr lang="zh-TW" altLang="zh-TW"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11</a:t>
            </a:fld>
            <a:endParaRPr lang="zh-TW" altLang="en-US"/>
          </a:p>
        </p:txBody>
      </p:sp>
      <p:sp>
        <p:nvSpPr>
          <p:cNvPr id="4" name="內容版面配置區 3"/>
          <p:cNvSpPr>
            <a:spLocks noGrp="1"/>
          </p:cNvSpPr>
          <p:nvPr>
            <p:ph sz="quarter" idx="1"/>
          </p:nvPr>
        </p:nvSpPr>
        <p:spPr>
          <a:xfrm>
            <a:off x="301752" y="1527048"/>
            <a:ext cx="8534400" cy="5330952"/>
          </a:xfrm>
        </p:spPr>
        <p:txBody>
          <a:bodyPr>
            <a:normAutofit lnSpcReduction="10000"/>
          </a:bodyPr>
          <a:lstStyle/>
          <a:p>
            <a:r>
              <a:rPr lang="zh-TW" altLang="zh-TW" dirty="0"/>
              <a:t>在</a:t>
            </a:r>
            <a:r>
              <a:rPr lang="en-US" altLang="zh-TW" dirty="0">
                <a:solidFill>
                  <a:srgbClr val="FF0000"/>
                </a:solidFill>
              </a:rPr>
              <a:t>admin.py</a:t>
            </a:r>
            <a:r>
              <a:rPr lang="zh-TW" altLang="zh-TW" dirty="0"/>
              <a:t>中要加入以下這一行：</a:t>
            </a:r>
            <a:endParaRPr lang="en-US" altLang="zh-TW" dirty="0"/>
          </a:p>
          <a:p>
            <a:r>
              <a:rPr lang="en-US" altLang="zh-TW" dirty="0"/>
              <a:t>from </a:t>
            </a:r>
            <a:r>
              <a:rPr lang="en-US" altLang="zh-TW" dirty="0" err="1"/>
              <a:t>mysite.models</a:t>
            </a:r>
            <a:r>
              <a:rPr lang="en-US" altLang="zh-TW" dirty="0"/>
              <a:t> import Vote, User</a:t>
            </a:r>
          </a:p>
          <a:p>
            <a:pPr lvl="1"/>
            <a:r>
              <a:rPr lang="en-US" altLang="zh-TW" dirty="0" err="1">
                <a:latin typeface="Courier New" panose="02070309020205020404" pitchFamily="49" charset="0"/>
                <a:cs typeface="Courier New" panose="02070309020205020404" pitchFamily="49" charset="0"/>
              </a:rPr>
              <a:t>admin.site.register</a:t>
            </a:r>
            <a:r>
              <a:rPr lang="en-US" altLang="zh-TW" dirty="0">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models.User</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r>
              <a:rPr lang="zh-TW" altLang="zh-TW" dirty="0"/>
              <a:t>把選單組織如下所示（選單的內容是放在</a:t>
            </a:r>
            <a:r>
              <a:rPr lang="en-US" altLang="zh-TW" dirty="0">
                <a:solidFill>
                  <a:srgbClr val="FF0000"/>
                </a:solidFill>
              </a:rPr>
              <a:t>header.html</a:t>
            </a:r>
            <a:r>
              <a:rPr lang="zh-TW" altLang="zh-TW" dirty="0"/>
              <a:t>檔案中）：</a:t>
            </a:r>
          </a:p>
          <a:p>
            <a:pPr marL="0" indent="0">
              <a:buNone/>
            </a:pPr>
            <a:r>
              <a:rPr lang="en-US" altLang="zh-TW" sz="1800" kern="100" dirty="0">
                <a:effectLst/>
                <a:latin typeface="Courier New" panose="02070309020205020404" pitchFamily="49" charset="0"/>
                <a:ea typeface="標楷體" panose="03000509000000000000" pitchFamily="65" charset="-120"/>
              </a:rPr>
              <a:t>&lt;!-- header.html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&lt;nav class="navbar navbar-expand-lg </a:t>
            </a:r>
            <a:r>
              <a:rPr lang="en-US" altLang="zh-TW" sz="1800" kern="100" dirty="0" err="1">
                <a:effectLst/>
                <a:latin typeface="Courier New" panose="02070309020205020404" pitchFamily="49" charset="0"/>
                <a:ea typeface="標楷體" panose="03000509000000000000" pitchFamily="65" charset="-120"/>
              </a:rPr>
              <a:t>bg</a:t>
            </a:r>
            <a:r>
              <a:rPr lang="en-US" altLang="zh-TW" sz="1800" kern="100" dirty="0">
                <a:effectLst/>
                <a:latin typeface="Courier New" panose="02070309020205020404" pitchFamily="49" charset="0"/>
                <a:ea typeface="標楷體" panose="03000509000000000000" pitchFamily="65" charset="-120"/>
              </a:rPr>
              <a:t>-body-tertiary"&gt;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class="container-fluid"&gt;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 class="navbar-brand"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分享日記</a:t>
            </a:r>
            <a:r>
              <a:rPr lang="en-US" altLang="zh-TW" sz="1800" kern="100" dirty="0">
                <a:effectLst/>
                <a:latin typeface="Courier New" panose="02070309020205020404" pitchFamily="49" charset="0"/>
                <a:ea typeface="標楷體" panose="03000509000000000000" pitchFamily="65" charset="-120"/>
              </a:rPr>
              <a:t>&lt;/a&gt;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&lt;button class="navbar-toggler" type="button" data-bs-toggle="collapse" data-bs-target="#</a:t>
            </a:r>
            <a:r>
              <a:rPr lang="en-US" altLang="zh-TW" sz="1800" kern="100" dirty="0" err="1">
                <a:effectLst/>
                <a:latin typeface="Courier New" panose="02070309020205020404" pitchFamily="49" charset="0"/>
                <a:ea typeface="標楷體" panose="03000509000000000000" pitchFamily="65" charset="-120"/>
              </a:rPr>
              <a:t>navbarNav</a:t>
            </a:r>
            <a:r>
              <a:rPr lang="en-US" altLang="zh-TW" sz="1800" kern="100" dirty="0">
                <a:effectLst/>
                <a:latin typeface="Courier New" panose="02070309020205020404" pitchFamily="49" charset="0"/>
                <a:ea typeface="標楷體" panose="03000509000000000000" pitchFamily="65" charset="-120"/>
              </a:rPr>
              <a:t>" aria-controls="</a:t>
            </a:r>
            <a:r>
              <a:rPr lang="en-US" altLang="zh-TW" sz="1800" kern="100" dirty="0" err="1">
                <a:effectLst/>
                <a:latin typeface="Courier New" panose="02070309020205020404" pitchFamily="49" charset="0"/>
                <a:ea typeface="標楷體" panose="03000509000000000000" pitchFamily="65" charset="-120"/>
              </a:rPr>
              <a:t>navbarNav</a:t>
            </a:r>
            <a:r>
              <a:rPr lang="en-US" altLang="zh-TW" sz="1800" kern="100" dirty="0">
                <a:effectLst/>
                <a:latin typeface="Courier New" panose="02070309020205020404" pitchFamily="49" charset="0"/>
                <a:ea typeface="標楷體" panose="03000509000000000000" pitchFamily="65" charset="-120"/>
              </a:rPr>
              <a:t>" aria-expanded="false" aria-label="Toggle navigation"&gt;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&lt;span class="navbar-toggler-icon"&gt;&lt;/span&gt;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&lt;/button&gt;</a:t>
            </a:r>
            <a:endParaRPr lang="zh-TW" altLang="zh-TW" dirty="0"/>
          </a:p>
        </p:txBody>
      </p:sp>
    </p:spTree>
    <p:extLst>
      <p:ext uri="{BB962C8B-B14F-4D97-AF65-F5344CB8AC3E}">
        <p14:creationId xmlns:p14="http://schemas.microsoft.com/office/powerpoint/2010/main" val="17305280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12</a:t>
            </a:fld>
            <a:endParaRPr lang="zh-TW" altLang="en-US"/>
          </a:p>
        </p:txBody>
      </p:sp>
      <p:sp>
        <p:nvSpPr>
          <p:cNvPr id="4" name="內容版面配置區 3"/>
          <p:cNvSpPr>
            <a:spLocks noGrp="1"/>
          </p:cNvSpPr>
          <p:nvPr>
            <p:ph sz="quarter" idx="1"/>
          </p:nvPr>
        </p:nvSpPr>
        <p:spPr>
          <a:xfrm>
            <a:off x="301752" y="1026372"/>
            <a:ext cx="8662736" cy="5831628"/>
          </a:xfrm>
        </p:spPr>
        <p:txBody>
          <a:bodyPr>
            <a:normAutofit fontScale="92500" lnSpcReduction="10000"/>
          </a:bodyPr>
          <a:lstStyle/>
          <a:p>
            <a:pPr marL="0" indent="0">
              <a:buNone/>
            </a:pPr>
            <a:r>
              <a:rPr lang="en-US" altLang="zh-TW" sz="1200" kern="100" dirty="0">
                <a:effectLst/>
                <a:latin typeface="Courier New" panose="02070309020205020404" pitchFamily="49" charset="0"/>
                <a:ea typeface="標楷體" panose="03000509000000000000" pitchFamily="65" charset="-120"/>
              </a:rPr>
              <a:t> &lt;div class="collapse navbar-collapse" id="</a:t>
            </a:r>
            <a:r>
              <a:rPr lang="en-US" altLang="zh-TW" sz="1200" kern="100" dirty="0" err="1">
                <a:effectLst/>
                <a:latin typeface="Courier New" panose="02070309020205020404" pitchFamily="49" charset="0"/>
                <a:ea typeface="標楷體" panose="03000509000000000000" pitchFamily="65" charset="-120"/>
              </a:rPr>
              <a:t>navbarNav</a:t>
            </a:r>
            <a:r>
              <a:rPr lang="en-US" altLang="zh-TW" sz="1200" kern="100" dirty="0">
                <a:effectLst/>
                <a:latin typeface="Courier New" panose="02070309020205020404" pitchFamily="49" charset="0"/>
                <a:ea typeface="標楷體" panose="03000509000000000000" pitchFamily="65" charset="-120"/>
              </a:rPr>
              <a:t>"&gt;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t>
            </a:r>
            <a:r>
              <a:rPr lang="en-US" altLang="zh-TW" sz="1200" kern="100" dirty="0" err="1">
                <a:effectLst/>
                <a:latin typeface="Courier New" panose="02070309020205020404" pitchFamily="49" charset="0"/>
                <a:ea typeface="標楷體" panose="03000509000000000000" pitchFamily="65" charset="-120"/>
              </a:rPr>
              <a:t>ul</a:t>
            </a:r>
            <a:r>
              <a:rPr lang="en-US" altLang="zh-TW" sz="1200" kern="100" dirty="0">
                <a:effectLst/>
                <a:latin typeface="Courier New" panose="02070309020205020404" pitchFamily="49" charset="0"/>
                <a:ea typeface="標楷體" panose="03000509000000000000" pitchFamily="65" charset="-120"/>
              </a:rPr>
              <a:t> class="navbar-nav"&gt;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 class="nav-item"&gt;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 class="nav-link active" aria-current="page" </a:t>
            </a:r>
            <a:r>
              <a:rPr lang="en-US" altLang="zh-TW" sz="1200" kern="100" dirty="0" err="1">
                <a:effectLst/>
                <a:latin typeface="Courier New" panose="02070309020205020404" pitchFamily="49" charset="0"/>
                <a:ea typeface="標楷體" panose="03000509000000000000" pitchFamily="65" charset="-120"/>
              </a:rPr>
              <a:t>href</a:t>
            </a:r>
            <a:r>
              <a:rPr lang="en-US" altLang="zh-TW" sz="1200" kern="100" dirty="0">
                <a:effectLst/>
                <a:latin typeface="Courier New" panose="02070309020205020404" pitchFamily="49" charset="0"/>
                <a:ea typeface="標楷體" panose="03000509000000000000" pitchFamily="65" charset="-120"/>
              </a:rPr>
              <a:t>="/"&gt;Home&lt;/a&gt;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a:t>
            </a:r>
            <a:r>
              <a:rPr lang="en-US" altLang="zh-TW" sz="1200" kern="100" dirty="0">
                <a:solidFill>
                  <a:srgbClr val="FF0000"/>
                </a:solidFill>
                <a:effectLst/>
                <a:latin typeface="Courier New" panose="02070309020205020404" pitchFamily="49" charset="0"/>
                <a:ea typeface="標楷體" panose="03000509000000000000" pitchFamily="65" charset="-120"/>
              </a:rPr>
              <a:t>{% if username %}</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a:t>
            </a:r>
            <a:r>
              <a:rPr lang="en-US" altLang="zh-TW" sz="1200" kern="100" dirty="0" err="1">
                <a:solidFill>
                  <a:srgbClr val="FF0000"/>
                </a:solidFill>
                <a:effectLst/>
                <a:latin typeface="Courier New" panose="02070309020205020404" pitchFamily="49" charset="0"/>
                <a:ea typeface="標楷體" panose="03000509000000000000" pitchFamily="65" charset="-120"/>
              </a:rPr>
              <a:t>userinfo</a:t>
            </a:r>
            <a:r>
              <a:rPr lang="en-US" altLang="zh-TW" sz="1200" kern="100" dirty="0">
                <a:solidFill>
                  <a:srgbClr val="FF0000"/>
                </a:solidFill>
                <a:effectLst/>
                <a:latin typeface="Courier New" panose="02070309020205020404" pitchFamily="49" charset="0"/>
                <a:ea typeface="標楷體" panose="03000509000000000000" pitchFamily="65" charset="-120"/>
              </a:rPr>
              <a:t>/"&gt;</a:t>
            </a:r>
            <a:r>
              <a:rPr lang="zh-TW" altLang="zh-TW" sz="1200" kern="100" dirty="0">
                <a:solidFill>
                  <a:srgbClr val="FF0000"/>
                </a:solidFill>
                <a:effectLst/>
                <a:latin typeface="Courier New" panose="02070309020205020404" pitchFamily="49" charset="0"/>
                <a:ea typeface="標楷體" panose="03000509000000000000" pitchFamily="65" charset="-120"/>
              </a:rPr>
              <a:t>個人資料</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="/post/"&gt;</a:t>
            </a:r>
            <a:r>
              <a:rPr lang="zh-TW" altLang="zh-TW" sz="1200" kern="100" dirty="0">
                <a:solidFill>
                  <a:srgbClr val="FF0000"/>
                </a:solidFill>
                <a:effectLst/>
                <a:latin typeface="Courier New" panose="02070309020205020404" pitchFamily="49" charset="0"/>
                <a:ea typeface="標楷體" panose="03000509000000000000" pitchFamily="65" charset="-120"/>
              </a:rPr>
              <a:t>寫日記</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="/contact/"&gt;</a:t>
            </a:r>
            <a:r>
              <a:rPr lang="zh-TW" altLang="zh-TW" sz="1200" kern="100" dirty="0">
                <a:solidFill>
                  <a:srgbClr val="FF0000"/>
                </a:solidFill>
                <a:effectLst/>
                <a:latin typeface="Courier New" panose="02070309020205020404" pitchFamily="49" charset="0"/>
                <a:ea typeface="標楷體" panose="03000509000000000000" pitchFamily="65" charset="-120"/>
              </a:rPr>
              <a:t>連絡管理員</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="/logout/"&gt;</a:t>
            </a:r>
            <a:r>
              <a:rPr lang="zh-TW" altLang="zh-TW" sz="1200" kern="100" dirty="0">
                <a:solidFill>
                  <a:srgbClr val="FF0000"/>
                </a:solidFill>
                <a:effectLst/>
                <a:latin typeface="Courier New" panose="02070309020205020404" pitchFamily="49" charset="0"/>
                <a:ea typeface="標楷體" panose="03000509000000000000" pitchFamily="65" charset="-120"/>
              </a:rPr>
              <a:t>登出</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 else %}</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="/login/"&gt;</a:t>
            </a:r>
            <a:r>
              <a:rPr lang="zh-TW" altLang="zh-TW" sz="1200" kern="100" dirty="0">
                <a:solidFill>
                  <a:srgbClr val="FF0000"/>
                </a:solidFill>
                <a:effectLst/>
                <a:latin typeface="Courier New" panose="02070309020205020404" pitchFamily="49" charset="0"/>
                <a:ea typeface="標楷體" panose="03000509000000000000" pitchFamily="65" charset="-120"/>
              </a:rPr>
              <a:t>登入</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 endif %}</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 class="nav-item"&gt;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 class="nav-link" </a:t>
            </a:r>
            <a:r>
              <a:rPr lang="en-US" altLang="zh-TW" sz="1200" kern="100" dirty="0" err="1">
                <a:effectLst/>
                <a:latin typeface="Courier New" panose="02070309020205020404" pitchFamily="49" charset="0"/>
                <a:ea typeface="標楷體" panose="03000509000000000000" pitchFamily="65" charset="-120"/>
              </a:rPr>
              <a:t>href</a:t>
            </a:r>
            <a:r>
              <a:rPr lang="en-US" altLang="zh-TW" sz="1200" kern="100" dirty="0">
                <a:effectLst/>
                <a:latin typeface="Courier New" panose="02070309020205020404" pitchFamily="49" charset="0"/>
                <a:ea typeface="標楷體" panose="03000509000000000000" pitchFamily="65" charset="-120"/>
              </a:rPr>
              <a:t>="/admin/"&gt;</a:t>
            </a:r>
            <a:r>
              <a:rPr lang="zh-TW" altLang="zh-TW" sz="1200" kern="100" dirty="0">
                <a:effectLst/>
                <a:latin typeface="Courier New" panose="02070309020205020404" pitchFamily="49" charset="0"/>
                <a:ea typeface="標楷體" panose="03000509000000000000" pitchFamily="65" charset="-120"/>
              </a:rPr>
              <a:t>後台管理</a:t>
            </a:r>
            <a:r>
              <a:rPr lang="en-US" altLang="zh-TW" sz="1200" kern="100" dirty="0">
                <a:effectLst/>
                <a:latin typeface="Courier New" panose="02070309020205020404" pitchFamily="49" charset="0"/>
                <a:ea typeface="標楷體" panose="03000509000000000000" pitchFamily="65" charset="-120"/>
              </a:rPr>
              <a:t>&lt;/a&gt;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t>
            </a:r>
            <a:r>
              <a:rPr lang="en-US" altLang="zh-TW" sz="1200" kern="100" dirty="0" err="1">
                <a:effectLst/>
                <a:latin typeface="Courier New" panose="02070309020205020404" pitchFamily="49" charset="0"/>
                <a:ea typeface="標楷體" panose="03000509000000000000" pitchFamily="65" charset="-120"/>
              </a:rPr>
              <a:t>ul</a:t>
            </a:r>
            <a:r>
              <a:rPr lang="en-US" altLang="zh-TW" sz="1200" kern="100" dirty="0">
                <a:effectLst/>
                <a:latin typeface="Courier New" panose="02070309020205020404" pitchFamily="49" charset="0"/>
                <a:ea typeface="標楷體" panose="03000509000000000000" pitchFamily="65" charset="-120"/>
              </a:rPr>
              <a:t>&gt;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&lt;/div&gt;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&lt;/div&gt;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&lt;/nav&gt;</a:t>
            </a:r>
            <a:endParaRPr lang="zh-TW" altLang="en-US" sz="1800" dirty="0"/>
          </a:p>
        </p:txBody>
      </p:sp>
    </p:spTree>
    <p:extLst>
      <p:ext uri="{BB962C8B-B14F-4D97-AF65-F5344CB8AC3E}">
        <p14:creationId xmlns:p14="http://schemas.microsoft.com/office/powerpoint/2010/main" val="3217657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建立使用者資料表</a:t>
            </a:r>
            <a:r>
              <a:rPr lang="en-US" altLang="zh-TW" dirty="0"/>
              <a:t>forms.py</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13</a:t>
            </a:fld>
            <a:endParaRPr lang="zh-TW" altLang="en-US"/>
          </a:p>
        </p:txBody>
      </p:sp>
      <p:sp>
        <p:nvSpPr>
          <p:cNvPr id="4" name="內容版面配置區 3"/>
          <p:cNvSpPr>
            <a:spLocks noGrp="1"/>
          </p:cNvSpPr>
          <p:nvPr>
            <p:ph sz="quarter" idx="1"/>
          </p:nvPr>
        </p:nvSpPr>
        <p:spPr>
          <a:xfrm>
            <a:off x="395536" y="1527048"/>
            <a:ext cx="8748464" cy="4572000"/>
          </a:xfrm>
        </p:spPr>
        <p:txBody>
          <a:bodyPr/>
          <a:lstStyle/>
          <a:p>
            <a:r>
              <a:rPr lang="zh-TW" altLang="zh-TW" dirty="0"/>
              <a:t>讓網頁使用者登入需要有一個表單，因此在</a:t>
            </a:r>
            <a:r>
              <a:rPr lang="en-US" altLang="zh-TW" dirty="0"/>
              <a:t>mysite/</a:t>
            </a:r>
            <a:r>
              <a:rPr lang="en-US" altLang="zh-TW" dirty="0">
                <a:solidFill>
                  <a:srgbClr val="FF0000"/>
                </a:solidFill>
              </a:rPr>
              <a:t>forms.py</a:t>
            </a:r>
            <a:r>
              <a:rPr lang="zh-TW" altLang="zh-TW" dirty="0"/>
              <a:t>中需加入此一類別：</a:t>
            </a:r>
          </a:p>
          <a:p>
            <a:pPr marL="0" indent="0">
              <a:buNone/>
            </a:pPr>
            <a:endParaRPr lang="en-US" altLang="zh-TW" dirty="0"/>
          </a:p>
          <a:p>
            <a:pPr marL="0" indent="0">
              <a:buNone/>
            </a:pPr>
            <a:r>
              <a:rPr lang="en-US" altLang="zh-TW" dirty="0"/>
              <a:t>from </a:t>
            </a:r>
            <a:r>
              <a:rPr lang="en-US" altLang="zh-TW" dirty="0" err="1"/>
              <a:t>django</a:t>
            </a:r>
            <a:r>
              <a:rPr lang="en-US" altLang="zh-TW" dirty="0"/>
              <a:t> import forms</a:t>
            </a: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class </a:t>
            </a:r>
            <a:r>
              <a:rPr lang="en-US" altLang="zh-TW" sz="1800" kern="100" dirty="0" err="1">
                <a:solidFill>
                  <a:srgbClr val="FF0000"/>
                </a:solidFill>
                <a:effectLst/>
                <a:latin typeface="Courier New" panose="02070309020205020404" pitchFamily="49" charset="0"/>
                <a:ea typeface="標楷體" panose="03000509000000000000" pitchFamily="65" charset="-120"/>
              </a:rPr>
              <a:t>LoginForm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forms.Form</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username</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forms.CharField</a:t>
            </a:r>
            <a:r>
              <a:rPr lang="en-US" altLang="zh-TW" sz="1800" kern="100" dirty="0">
                <a:effectLst/>
                <a:latin typeface="Courier New" panose="02070309020205020404" pitchFamily="49" charset="0"/>
                <a:ea typeface="標楷體" panose="03000509000000000000" pitchFamily="65" charset="-120"/>
              </a:rPr>
              <a:t>(label='</a:t>
            </a:r>
            <a:r>
              <a:rPr lang="zh-TW" altLang="zh-TW" sz="1800" kern="100" dirty="0">
                <a:effectLst/>
                <a:latin typeface="Courier New" panose="02070309020205020404" pitchFamily="49" charset="0"/>
                <a:ea typeface="標楷體" panose="03000509000000000000" pitchFamily="65" charset="-120"/>
              </a:rPr>
              <a:t>姓名</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max_length</a:t>
            </a:r>
            <a:r>
              <a:rPr lang="en-US" altLang="zh-TW" sz="1800" kern="100" dirty="0">
                <a:effectLst/>
                <a:latin typeface="Courier New" panose="02070309020205020404" pitchFamily="49" charset="0"/>
                <a:ea typeface="標楷體" panose="03000509000000000000" pitchFamily="65" charset="-120"/>
              </a:rPr>
              <a:t>=10)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password</a:t>
            </a:r>
            <a:r>
              <a:rPr lang="en-US" altLang="zh-TW" sz="1800" kern="100" dirty="0">
                <a:effectLst/>
                <a:latin typeface="Courier New" panose="02070309020205020404" pitchFamily="49" charset="0"/>
                <a:ea typeface="標楷體" panose="03000509000000000000" pitchFamily="65" charset="-120"/>
              </a:rPr>
              <a:t> = </a:t>
            </a:r>
          </a:p>
          <a:p>
            <a:pPr marL="0" indent="0">
              <a:buNone/>
            </a:pPr>
            <a:r>
              <a:rPr lang="en-US" altLang="zh-TW" sz="1800" kern="100" dirty="0" err="1">
                <a:effectLst/>
                <a:latin typeface="Courier New" panose="02070309020205020404" pitchFamily="49" charset="0"/>
                <a:ea typeface="標楷體" panose="03000509000000000000" pitchFamily="65" charset="-120"/>
              </a:rPr>
              <a:t>forms.CharField</a:t>
            </a:r>
            <a:r>
              <a:rPr lang="en-US" altLang="zh-TW" sz="1800" kern="100" dirty="0">
                <a:effectLst/>
                <a:latin typeface="Courier New" panose="02070309020205020404" pitchFamily="49" charset="0"/>
                <a:ea typeface="標楷體" panose="03000509000000000000" pitchFamily="65" charset="-120"/>
              </a:rPr>
              <a:t>(label='</a:t>
            </a:r>
            <a:r>
              <a:rPr lang="zh-TW" altLang="zh-TW" sz="1800" kern="100" dirty="0">
                <a:effectLst/>
                <a:latin typeface="Courier New" panose="02070309020205020404" pitchFamily="49" charset="0"/>
                <a:ea typeface="標楷體" panose="03000509000000000000" pitchFamily="65" charset="-120"/>
              </a:rPr>
              <a:t>密碼</a:t>
            </a:r>
            <a:r>
              <a:rPr lang="en-US" altLang="zh-TW" sz="1800" kern="100" dirty="0">
                <a:effectLst/>
                <a:latin typeface="Courier New" panose="02070309020205020404" pitchFamily="49" charset="0"/>
                <a:ea typeface="標楷體" panose="03000509000000000000" pitchFamily="65" charset="-120"/>
              </a:rPr>
              <a:t>', widget=</a:t>
            </a:r>
            <a:r>
              <a:rPr lang="en-US" altLang="zh-TW" sz="1800" kern="100" dirty="0" err="1">
                <a:effectLst/>
                <a:latin typeface="Courier New" panose="02070309020205020404" pitchFamily="49" charset="0"/>
                <a:ea typeface="標楷體" panose="03000509000000000000" pitchFamily="65" charset="-120"/>
              </a:rPr>
              <a:t>forms.PasswordInput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37417893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14</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a:bodyPr>
          <a:lstStyle/>
          <a:p>
            <a:r>
              <a:rPr lang="zh-TW" altLang="zh-TW" dirty="0"/>
              <a:t>在</a:t>
            </a:r>
            <a:r>
              <a:rPr lang="en-US" altLang="zh-TW" dirty="0">
                <a:solidFill>
                  <a:srgbClr val="FF0000"/>
                </a:solidFill>
              </a:rPr>
              <a:t>login.html</a:t>
            </a:r>
            <a:r>
              <a:rPr lang="zh-TW" altLang="zh-TW" dirty="0"/>
              <a:t>中要配合如下：</a:t>
            </a:r>
          </a:p>
          <a:p>
            <a:pPr marL="0" indent="0">
              <a:buNone/>
            </a:pPr>
            <a:r>
              <a:rPr lang="en-US" altLang="zh-TW" sz="1800" kern="100" dirty="0">
                <a:effectLst/>
                <a:latin typeface="Courier New" panose="02070309020205020404" pitchFamily="49" charset="0"/>
                <a:ea typeface="標楷體" panose="03000509000000000000" pitchFamily="65" charset="-120"/>
              </a:rPr>
              <a:t>&lt;!-- login.html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登入分享日記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a:solidFill>
                  <a:srgbClr val="FF0000"/>
                </a:solidFill>
                <a:effectLst/>
                <a:latin typeface="Courier New" panose="02070309020205020404" pitchFamily="49" charset="0"/>
                <a:ea typeface="標楷體" panose="03000509000000000000" pitchFamily="65" charset="-120"/>
              </a:rPr>
              <a:t>content</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message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alert-warning'&gt;{{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endif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class='col-md-12'&gt;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 class="alert </a:t>
            </a:r>
            <a:r>
              <a:rPr lang="en-US" altLang="zh-TW" sz="1800" kern="100" dirty="0">
                <a:solidFill>
                  <a:srgbClr val="FF0000"/>
                </a:solidFill>
                <a:effectLst/>
                <a:latin typeface="Courier New" panose="02070309020205020404" pitchFamily="49" charset="0"/>
                <a:ea typeface="標楷體" panose="03000509000000000000" pitchFamily="65" charset="-120"/>
              </a:rPr>
              <a:t>alert-primary</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登入我的私人日記</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2787752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15</a:t>
            </a:fld>
            <a:endParaRPr lang="zh-TW" altLang="en-US"/>
          </a:p>
        </p:txBody>
      </p:sp>
      <p:sp>
        <p:nvSpPr>
          <p:cNvPr id="4" name="內容版面配置區 3"/>
          <p:cNvSpPr>
            <a:spLocks noGrp="1"/>
          </p:cNvSpPr>
          <p:nvPr>
            <p:ph sz="quarter" idx="1"/>
          </p:nvPr>
        </p:nvSpPr>
        <p:spPr/>
        <p:txBody>
          <a:bodyPr>
            <a:normAutofit lnSpcReduction="10000"/>
          </a:bodyPr>
          <a:lstStyle/>
          <a:p>
            <a:pPr marL="0" indent="0">
              <a:buNone/>
            </a:pPr>
            <a:r>
              <a:rPr lang="en-US" altLang="zh-TW" sz="2400" kern="100" dirty="0">
                <a:solidFill>
                  <a:srgbClr val="FF0000"/>
                </a:solidFill>
                <a:effectLst/>
                <a:latin typeface="Courier New" panose="02070309020205020404" pitchFamily="49" charset="0"/>
                <a:ea typeface="標楷體" panose="03000509000000000000" pitchFamily="65" charset="-120"/>
              </a:rPr>
              <a:t>&lt;form action='.' method='POST'&gt;</a:t>
            </a:r>
            <a:endParaRPr lang="zh-TW" altLang="zh-TW" sz="24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a:solidFill>
                  <a:srgbClr val="FF0000"/>
                </a:solidFill>
                <a:effectLst/>
                <a:latin typeface="Courier New" panose="02070309020205020404" pitchFamily="49" charset="0"/>
                <a:ea typeface="標楷體" panose="03000509000000000000" pitchFamily="65" charset="-120"/>
              </a:rPr>
              <a:t>{% </a:t>
            </a:r>
            <a:r>
              <a:rPr lang="en-US" altLang="zh-TW" sz="2400" kern="100" dirty="0" err="1">
                <a:solidFill>
                  <a:srgbClr val="FF0000"/>
                </a:solidFill>
                <a:effectLst/>
                <a:latin typeface="Courier New" panose="02070309020205020404" pitchFamily="49" charset="0"/>
                <a:ea typeface="標楷體" panose="03000509000000000000" pitchFamily="65" charset="-120"/>
              </a:rPr>
              <a:t>csrf_token</a:t>
            </a:r>
            <a:r>
              <a:rPr lang="en-US" altLang="zh-TW" sz="2400" kern="100" dirty="0">
                <a:solidFill>
                  <a:srgbClr val="FF0000"/>
                </a:solidFill>
                <a:effectLst/>
                <a:latin typeface="Courier New" panose="02070309020205020404" pitchFamily="49" charset="0"/>
                <a:ea typeface="標楷體" panose="03000509000000000000" pitchFamily="65" charset="-120"/>
              </a:rPr>
              <a:t> %}</a:t>
            </a:r>
            <a:endParaRPr lang="zh-TW" altLang="zh-TW" sz="24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&lt;table&gt;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 </a:t>
            </a:r>
            <a:r>
              <a:rPr lang="en-US" altLang="zh-TW" sz="2400" kern="100" dirty="0" err="1">
                <a:solidFill>
                  <a:srgbClr val="FF0000"/>
                </a:solidFill>
                <a:effectLst/>
                <a:latin typeface="Courier New" panose="02070309020205020404" pitchFamily="49" charset="0"/>
                <a:ea typeface="標楷體" panose="03000509000000000000" pitchFamily="65" charset="-120"/>
              </a:rPr>
              <a:t>login_form.as_table</a:t>
            </a:r>
            <a:r>
              <a:rPr lang="en-US" altLang="zh-TW" sz="2400" kern="100" dirty="0">
                <a:solidFill>
                  <a:srgbClr val="FF0000"/>
                </a:solidFill>
                <a:effectLst/>
                <a:latin typeface="Courier New" panose="02070309020205020404" pitchFamily="49" charset="0"/>
                <a:ea typeface="標楷體" panose="03000509000000000000" pitchFamily="65" charset="-120"/>
              </a:rPr>
              <a:t> </a:t>
            </a:r>
            <a:r>
              <a:rPr lang="en-US" altLang="zh-TW" sz="2400" kern="100" dirty="0">
                <a:effectLst/>
                <a:latin typeface="Courier New" panose="02070309020205020404" pitchFamily="49" charset="0"/>
                <a:ea typeface="標楷體" panose="03000509000000000000" pitchFamily="65" charset="-120"/>
              </a:rPr>
              <a: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&lt;/table&gt;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&lt;input type='submit' value='</a:t>
            </a:r>
            <a:r>
              <a:rPr lang="zh-TW" altLang="zh-TW" sz="2400" kern="100" dirty="0">
                <a:effectLst/>
                <a:latin typeface="Courier New" panose="02070309020205020404" pitchFamily="49" charset="0"/>
                <a:ea typeface="標楷體" panose="03000509000000000000" pitchFamily="65" charset="-120"/>
              </a:rPr>
              <a:t>登入</a:t>
            </a:r>
            <a:r>
              <a:rPr lang="en-US" altLang="zh-TW" sz="2400" kern="100" dirty="0">
                <a:effectLst/>
                <a:latin typeface="Courier New" panose="02070309020205020404" pitchFamily="49" charset="0"/>
                <a:ea typeface="標楷體" panose="03000509000000000000" pitchFamily="65" charset="-120"/>
              </a:rPr>
              <a:t>'&gt;&lt;</a:t>
            </a:r>
            <a:r>
              <a:rPr lang="en-US" altLang="zh-TW" sz="2400" kern="100" dirty="0" err="1">
                <a:effectLst/>
                <a:latin typeface="Courier New" panose="02070309020205020404" pitchFamily="49" charset="0"/>
                <a:ea typeface="標楷體" panose="03000509000000000000" pitchFamily="65" charset="-120"/>
              </a:rPr>
              <a:t>br</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&lt;/form&gt;</a:t>
            </a:r>
            <a:endParaRPr lang="zh-TW" altLang="zh-TW" sz="2400" kern="100" dirty="0">
              <a:effectLst/>
              <a:latin typeface="Courier New" panose="02070309020205020404" pitchFamily="49" charset="0"/>
              <a:ea typeface="標楷體" panose="03000509000000000000" pitchFamily="65" charset="-120"/>
            </a:endParaRPr>
          </a:p>
          <a:p>
            <a:pPr marL="0" indent="0">
              <a:buNone/>
            </a:pPr>
            <a:endParaRPr lang="en-US" altLang="zh-TW" sz="2400" kern="100" dirty="0">
              <a:effectLst/>
              <a:latin typeface="Courier New" panose="02070309020205020404" pitchFamily="49" charset="0"/>
              <a:ea typeface="標楷體" panose="03000509000000000000" pitchFamily="65" charset="-120"/>
            </a:endParaRPr>
          </a:p>
          <a:p>
            <a:pPr marL="0" indent="0">
              <a:buNone/>
            </a:pPr>
            <a:endParaRPr lang="en-US" altLang="zh-TW" sz="2400" kern="100" dirty="0">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endParaRPr lang="zh-TW" altLang="en-US" sz="3200" dirty="0"/>
          </a:p>
        </p:txBody>
      </p:sp>
    </p:spTree>
    <p:extLst>
      <p:ext uri="{BB962C8B-B14F-4D97-AF65-F5344CB8AC3E}">
        <p14:creationId xmlns:p14="http://schemas.microsoft.com/office/powerpoint/2010/main" val="3632865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err="1">
                <a:solidFill>
                  <a:srgbClr val="FF0000"/>
                </a:solidFill>
              </a:rPr>
              <a:t>veiws.login</a:t>
            </a:r>
            <a:br>
              <a:rPr lang="en-US" altLang="zh-TW" dirty="0">
                <a:solidFill>
                  <a:srgbClr val="FF0000"/>
                </a:solidFill>
              </a:rPr>
            </a:br>
            <a:r>
              <a:rPr lang="zh-TW" altLang="en-US" dirty="0">
                <a:solidFill>
                  <a:srgbClr val="FF0000"/>
                </a:solidFill>
              </a:rPr>
              <a:t>注意</a:t>
            </a:r>
            <a:r>
              <a:rPr lang="en-US" altLang="zh-TW" dirty="0">
                <a:solidFill>
                  <a:srgbClr val="FF0000"/>
                </a:solidFill>
              </a:rPr>
              <a:t>user</a:t>
            </a:r>
            <a:r>
              <a:rPr lang="zh-TW" altLang="en-US" dirty="0">
                <a:solidFill>
                  <a:srgbClr val="FF0000"/>
                </a:solidFill>
              </a:rPr>
              <a:t>欄位名稱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16</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a:bodyPr>
          <a:lstStyle/>
          <a:p>
            <a:r>
              <a:rPr lang="zh-TW" altLang="zh-TW" dirty="0"/>
              <a:t>在</a:t>
            </a:r>
            <a:r>
              <a:rPr lang="en-US" altLang="zh-TW" dirty="0" err="1">
                <a:solidFill>
                  <a:srgbClr val="FF0000"/>
                </a:solidFill>
              </a:rPr>
              <a:t>veiws.login</a:t>
            </a:r>
            <a:r>
              <a:rPr lang="zh-TW" altLang="zh-TW" dirty="0"/>
              <a:t>中就可以透過以下所示的程式碼運作：</a:t>
            </a: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django.shortcuts</a:t>
            </a:r>
            <a:r>
              <a:rPr lang="en-US" altLang="zh-TW" sz="1800" kern="100" dirty="0">
                <a:effectLst/>
                <a:latin typeface="Courier New" panose="02070309020205020404" pitchFamily="49" charset="0"/>
                <a:ea typeface="標楷體" panose="03000509000000000000" pitchFamily="65" charset="-120"/>
              </a:rPr>
              <a:t> import redirect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r>
              <a:rPr lang="zh-TW" altLang="zh-TW" sz="1800" kern="100" dirty="0">
                <a:effectLst/>
                <a:latin typeface="Courier New" panose="02070309020205020404" pitchFamily="49" charset="0"/>
                <a:ea typeface="標楷體" panose="03000509000000000000" pitchFamily="65" charset="-120"/>
              </a:rPr>
              <a:t>（省略部份程式碼）</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b="1" kern="100" dirty="0">
                <a:solidFill>
                  <a:srgbClr val="FF0000"/>
                </a:solidFill>
                <a:effectLst/>
                <a:latin typeface="Courier New" panose="02070309020205020404" pitchFamily="49" charset="0"/>
                <a:ea typeface="標楷體" panose="03000509000000000000" pitchFamily="65" charset="-120"/>
              </a:rPr>
              <a:t>def login(request):</a:t>
            </a:r>
            <a:endParaRPr lang="zh-TW" altLang="zh-TW" sz="18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request.method</a:t>
            </a:r>
            <a:r>
              <a:rPr lang="en-US" altLang="zh-TW" sz="1800" kern="100" dirty="0">
                <a:effectLst/>
                <a:latin typeface="Courier New" panose="02070309020205020404" pitchFamily="49" charset="0"/>
                <a:ea typeface="標楷體" panose="03000509000000000000" pitchFamily="65" charset="-120"/>
              </a:rPr>
              <a:t> == 'POST':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login_form</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forms.LoginForm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login_form.is_valid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login_name</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['username'].strip()</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login_password</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['password']</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try: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user = </a:t>
            </a:r>
            <a:r>
              <a:rPr lang="en-US" altLang="zh-TW" sz="1800" kern="100" dirty="0" err="1">
                <a:solidFill>
                  <a:srgbClr val="FF0000"/>
                </a:solidFill>
                <a:effectLst/>
                <a:latin typeface="Courier New" panose="02070309020205020404" pitchFamily="49" charset="0"/>
                <a:ea typeface="標楷體" panose="03000509000000000000" pitchFamily="65" charset="-120"/>
              </a:rPr>
              <a:t>models.User.objects.get</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2800" b="1" kern="100" dirty="0">
                <a:solidFill>
                  <a:srgbClr val="FF0000"/>
                </a:solidFill>
                <a:effectLst/>
                <a:latin typeface="Courier New" panose="02070309020205020404" pitchFamily="49" charset="0"/>
                <a:ea typeface="標楷體" panose="03000509000000000000" pitchFamily="65" charset="-120"/>
              </a:rPr>
              <a:t>name</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login_name</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161651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17</a:t>
            </a:fld>
            <a:endParaRPr lang="zh-TW" altLang="en-US"/>
          </a:p>
        </p:txBody>
      </p:sp>
      <p:sp>
        <p:nvSpPr>
          <p:cNvPr id="4" name="內容版面配置區 3"/>
          <p:cNvSpPr>
            <a:spLocks noGrp="1"/>
          </p:cNvSpPr>
          <p:nvPr>
            <p:ph sz="quarter" idx="1"/>
          </p:nvPr>
        </p:nvSpPr>
        <p:spPr>
          <a:xfrm>
            <a:off x="301752" y="1527048"/>
            <a:ext cx="8734744" cy="5142312"/>
          </a:xfrm>
        </p:spPr>
        <p:txBody>
          <a:bodyPr>
            <a:normAutofit/>
          </a:bodyPr>
          <a:lstStyle/>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if </a:t>
            </a:r>
            <a:r>
              <a:rPr lang="en-US" altLang="zh-TW" sz="1800" kern="100" dirty="0" err="1">
                <a:solidFill>
                  <a:srgbClr val="FF0000"/>
                </a:solidFill>
                <a:effectLst/>
                <a:latin typeface="Courier New" panose="02070309020205020404" pitchFamily="49" charset="0"/>
                <a:ea typeface="標楷體" panose="03000509000000000000" pitchFamily="65" charset="-120"/>
              </a:rPr>
              <a:t>user.password</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login_password</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['username'] = 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return redirect('/')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message = "</a:t>
            </a:r>
            <a:r>
              <a:rPr lang="zh-TW" altLang="zh-TW" sz="1800" kern="100" dirty="0">
                <a:effectLst/>
                <a:latin typeface="Courier New" panose="02070309020205020404" pitchFamily="49" charset="0"/>
                <a:ea typeface="標楷體" panose="03000509000000000000" pitchFamily="65" charset="-120"/>
              </a:rPr>
              <a:t>密碼錯誤，請再檢查一次</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except: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message = "</a:t>
            </a:r>
            <a:r>
              <a:rPr lang="zh-TW" altLang="zh-TW" sz="1800" kern="100" dirty="0">
                <a:effectLst/>
                <a:latin typeface="Courier New" panose="02070309020205020404" pitchFamily="49" charset="0"/>
                <a:ea typeface="標楷體" panose="03000509000000000000" pitchFamily="65" charset="-120"/>
              </a:rPr>
              <a:t>找不到使用者</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message = "</a:t>
            </a:r>
            <a:r>
              <a:rPr lang="zh-TW" altLang="zh-TW" sz="1800" kern="100" dirty="0">
                <a:effectLst/>
                <a:latin typeface="Courier New" panose="02070309020205020404" pitchFamily="49" charset="0"/>
                <a:ea typeface="標楷體" panose="03000509000000000000" pitchFamily="65" charset="-120"/>
              </a:rPr>
              <a:t>請檢查輸入的欄位內容</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login_form</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forms.LoginForm</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'login.html', </a:t>
            </a:r>
            <a:r>
              <a:rPr lang="en-US" altLang="zh-TW" sz="2800" b="1" kern="100" dirty="0">
                <a:solidFill>
                  <a:srgbClr val="FF0000"/>
                </a:solidFill>
                <a:effectLst/>
                <a:latin typeface="Courier New" panose="02070309020205020404" pitchFamily="49" charset="0"/>
                <a:ea typeface="標楷體" panose="03000509000000000000" pitchFamily="65" charset="-120"/>
              </a:rPr>
              <a:t>locals()</a:t>
            </a:r>
            <a:r>
              <a:rPr lang="en-US" altLang="zh-TW" sz="1800" kern="100" dirty="0">
                <a:effectLst/>
                <a:latin typeface="Courier New" panose="02070309020205020404" pitchFamily="49" charset="0"/>
                <a:ea typeface="標楷體" panose="03000509000000000000" pitchFamily="65" charset="-120"/>
              </a:rPr>
              <a:t>)</a:t>
            </a:r>
            <a:endParaRPr lang="zh-TW" altLang="en-US" dirty="0"/>
          </a:p>
        </p:txBody>
      </p:sp>
    </p:spTree>
    <p:extLst>
      <p:ext uri="{BB962C8B-B14F-4D97-AF65-F5344CB8AC3E}">
        <p14:creationId xmlns:p14="http://schemas.microsoft.com/office/powerpoint/2010/main" val="36545958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179512" y="228600"/>
            <a:ext cx="8656640" cy="758952"/>
          </a:xfrm>
        </p:spPr>
        <p:txBody>
          <a:bodyPr>
            <a:normAutofit fontScale="90000"/>
          </a:bodyPr>
          <a:lstStyle/>
          <a:p>
            <a:r>
              <a:rPr lang="zh-TW" altLang="zh-TW" dirty="0"/>
              <a:t>建立使用者資料表</a:t>
            </a:r>
            <a:r>
              <a:rPr lang="en-US" altLang="zh-TW" dirty="0"/>
              <a:t>(</a:t>
            </a:r>
            <a:r>
              <a:rPr lang="zh-TW" altLang="en-US" dirty="0"/>
              <a:t>說明可跨網頁取得</a:t>
            </a:r>
            <a:r>
              <a:rPr lang="en-US" altLang="zh-TW" dirty="0"/>
              <a:t>session</a:t>
            </a:r>
            <a:r>
              <a:rPr lang="zh-TW" altLang="en-US" dirty="0"/>
              <a:t>資料</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18</a:t>
            </a:fld>
            <a:endParaRPr lang="zh-TW" altLang="en-US"/>
          </a:p>
        </p:txBody>
      </p:sp>
      <p:sp>
        <p:nvSpPr>
          <p:cNvPr id="4" name="內容版面配置區 3"/>
          <p:cNvSpPr>
            <a:spLocks noGrp="1"/>
          </p:cNvSpPr>
          <p:nvPr>
            <p:ph sz="quarter" idx="1"/>
          </p:nvPr>
        </p:nvSpPr>
        <p:spPr/>
        <p:txBody>
          <a:bodyPr/>
          <a:lstStyle/>
          <a:p>
            <a:r>
              <a:rPr lang="zh-TW" altLang="en-US" sz="2400" dirty="0"/>
              <a:t>檢查密碼正確後，在</a:t>
            </a:r>
            <a:r>
              <a:rPr lang="en-US" altLang="zh-TW" sz="2400" dirty="0" err="1"/>
              <a:t>request.session</a:t>
            </a:r>
            <a:r>
              <a:rPr lang="zh-TW" altLang="en-US" sz="2400" dirty="0"/>
              <a:t>中設定</a:t>
            </a:r>
            <a:r>
              <a:rPr lang="en-US" altLang="zh-TW" sz="2400" dirty="0"/>
              <a:t>username</a:t>
            </a:r>
            <a:r>
              <a:rPr lang="zh-TW" altLang="en-US" sz="2400" dirty="0"/>
              <a:t>和</a:t>
            </a:r>
            <a:r>
              <a:rPr lang="en-US" altLang="zh-TW" sz="2400" dirty="0" err="1"/>
              <a:t>useremail</a:t>
            </a:r>
            <a:r>
              <a:rPr lang="zh-TW" altLang="en-US" sz="2400" dirty="0">
                <a:solidFill>
                  <a:srgbClr val="FF0000"/>
                </a:solidFill>
              </a:rPr>
              <a:t>這兩個</a:t>
            </a:r>
            <a:r>
              <a:rPr lang="en-US" altLang="zh-TW" sz="2400" dirty="0">
                <a:solidFill>
                  <a:srgbClr val="FF0000"/>
                </a:solidFill>
              </a:rPr>
              <a:t>Session</a:t>
            </a:r>
            <a:r>
              <a:rPr lang="zh-TW" altLang="en-US" sz="2400" dirty="0">
                <a:solidFill>
                  <a:srgbClr val="FF0000"/>
                </a:solidFill>
              </a:rPr>
              <a:t>變數</a:t>
            </a:r>
            <a:r>
              <a:rPr lang="zh-TW" altLang="en-US" sz="2400" dirty="0"/>
              <a:t>，這兩個變數就會在設定的</a:t>
            </a:r>
            <a:r>
              <a:rPr lang="en-US" altLang="zh-TW" sz="2400" dirty="0">
                <a:solidFill>
                  <a:srgbClr val="FF0000"/>
                </a:solidFill>
              </a:rPr>
              <a:t>Session</a:t>
            </a:r>
            <a:r>
              <a:rPr lang="zh-TW" altLang="en-US" sz="2400" dirty="0">
                <a:solidFill>
                  <a:srgbClr val="FF0000"/>
                </a:solidFill>
              </a:rPr>
              <a:t>存續時間內</a:t>
            </a:r>
            <a:r>
              <a:rPr lang="zh-TW" altLang="en-US" sz="2400" dirty="0"/>
              <a:t>（預設是瀏覽器關閉之前）</a:t>
            </a:r>
            <a:r>
              <a:rPr lang="zh-TW" altLang="en-US" sz="2400" dirty="0">
                <a:solidFill>
                  <a:srgbClr val="FF0000"/>
                </a:solidFill>
              </a:rPr>
              <a:t>都可以被取得</a:t>
            </a:r>
            <a:r>
              <a:rPr lang="zh-TW" altLang="zh-TW" sz="2400" dirty="0">
                <a:solidFill>
                  <a:srgbClr val="FF0000"/>
                </a:solidFill>
              </a:rPr>
              <a:t>：</a:t>
            </a:r>
          </a:p>
          <a:p>
            <a:pPr marL="0" indent="0">
              <a:buNone/>
            </a:pPr>
            <a:r>
              <a:rPr lang="en-US" altLang="zh-TW" sz="1800" kern="100" dirty="0">
                <a:effectLst/>
                <a:latin typeface="Courier New" panose="02070309020205020404" pitchFamily="49" charset="0"/>
                <a:ea typeface="標楷體" panose="03000509000000000000" pitchFamily="65" charset="-120"/>
              </a:rPr>
              <a:t>if </a:t>
            </a:r>
            <a:r>
              <a:rPr lang="en-US" altLang="zh-TW" sz="1800" kern="100" dirty="0" err="1">
                <a:effectLst/>
                <a:latin typeface="Courier New" panose="02070309020205020404" pitchFamily="49" charset="0"/>
                <a:ea typeface="標楷體" panose="03000509000000000000" pitchFamily="65" charset="-120"/>
              </a:rPr>
              <a:t>user.password</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login_password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['username'] = 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redirect('/')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36575890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19</a:t>
            </a:fld>
            <a:endParaRPr lang="zh-TW" altLang="en-US"/>
          </a:p>
        </p:txBody>
      </p:sp>
      <p:sp>
        <p:nvSpPr>
          <p:cNvPr id="4" name="內容版面配置區 3"/>
          <p:cNvSpPr>
            <a:spLocks noGrp="1"/>
          </p:cNvSpPr>
          <p:nvPr>
            <p:ph sz="quarter" idx="1"/>
          </p:nvPr>
        </p:nvSpPr>
        <p:spPr>
          <a:xfrm>
            <a:off x="301752" y="1527048"/>
            <a:ext cx="8534400" cy="4854280"/>
          </a:xfrm>
        </p:spPr>
        <p:txBody>
          <a:bodyPr/>
          <a:lstStyle/>
          <a:p>
            <a:r>
              <a:rPr lang="zh-TW" altLang="zh-TW" dirty="0"/>
              <a:t>在</a:t>
            </a:r>
            <a:r>
              <a:rPr lang="en-US" altLang="zh-TW" dirty="0" err="1"/>
              <a:t>views.index</a:t>
            </a:r>
            <a:r>
              <a:rPr lang="zh-TW" altLang="zh-TW" dirty="0"/>
              <a:t>函數設定</a:t>
            </a:r>
            <a:r>
              <a:rPr lang="zh-TW" altLang="en-US" dirty="0"/>
              <a:t>程式</a:t>
            </a:r>
            <a:r>
              <a:rPr lang="zh-TW" altLang="zh-TW" dirty="0"/>
              <a:t>如下</a:t>
            </a:r>
            <a:endParaRPr lang="en-US" altLang="zh-TW" dirty="0"/>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def index(request):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'username' in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 and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['username'] != None: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username =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['username']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useremail</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useremail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'index.html', locals())</a:t>
            </a:r>
            <a:endParaRPr lang="zh-TW" altLang="en-US" dirty="0"/>
          </a:p>
          <a:p>
            <a:r>
              <a:rPr lang="zh-TW" altLang="en-US" dirty="0"/>
              <a:t>檢查</a:t>
            </a:r>
            <a:r>
              <a:rPr lang="en-US" altLang="zh-TW" dirty="0"/>
              <a:t>'username'</a:t>
            </a:r>
            <a:r>
              <a:rPr lang="zh-TW" altLang="en-US" dirty="0"/>
              <a:t>有沒有存在於</a:t>
            </a:r>
            <a:r>
              <a:rPr lang="en-US" altLang="zh-TW" dirty="0"/>
              <a:t>Session</a:t>
            </a:r>
            <a:r>
              <a:rPr lang="zh-TW" altLang="en-US" dirty="0"/>
              <a:t>中</a:t>
            </a:r>
          </a:p>
          <a:p>
            <a:r>
              <a:rPr lang="zh-TW" altLang="en-US" dirty="0"/>
              <a:t>如果有就把</a:t>
            </a:r>
            <a:r>
              <a:rPr lang="en-US" altLang="zh-TW" dirty="0"/>
              <a:t>username</a:t>
            </a:r>
            <a:r>
              <a:rPr lang="zh-TW" altLang="en-US" dirty="0"/>
              <a:t>以及</a:t>
            </a:r>
            <a:r>
              <a:rPr lang="en-US" altLang="zh-TW" dirty="0" err="1"/>
              <a:t>useremail</a:t>
            </a:r>
            <a:r>
              <a:rPr lang="zh-TW" altLang="en-US" dirty="0"/>
              <a:t>都取出來，再送去</a:t>
            </a:r>
            <a:r>
              <a:rPr lang="en-US" altLang="zh-TW" dirty="0"/>
              <a:t>index.html</a:t>
            </a:r>
            <a:r>
              <a:rPr lang="zh-TW" altLang="en-US" dirty="0"/>
              <a:t>中渲染網頁：</a:t>
            </a:r>
          </a:p>
          <a:p>
            <a:endParaRPr lang="zh-TW" altLang="en-US" dirty="0"/>
          </a:p>
        </p:txBody>
      </p:sp>
    </p:spTree>
    <p:extLst>
      <p:ext uri="{BB962C8B-B14F-4D97-AF65-F5344CB8AC3E}">
        <p14:creationId xmlns:p14="http://schemas.microsoft.com/office/powerpoint/2010/main" val="8581282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20</a:t>
            </a:fld>
            <a:endParaRPr lang="zh-TW" altLang="en-US"/>
          </a:p>
        </p:txBody>
      </p:sp>
      <p:sp>
        <p:nvSpPr>
          <p:cNvPr id="4" name="內容版面配置區 3"/>
          <p:cNvSpPr>
            <a:spLocks noGrp="1"/>
          </p:cNvSpPr>
          <p:nvPr>
            <p:ph sz="quarter" idx="1"/>
          </p:nvPr>
        </p:nvSpPr>
        <p:spPr>
          <a:xfrm>
            <a:off x="301752" y="1527048"/>
            <a:ext cx="8734744" cy="5330952"/>
          </a:xfrm>
        </p:spPr>
        <p:txBody>
          <a:bodyPr>
            <a:normAutofit fontScale="92500" lnSpcReduction="20000"/>
          </a:bodyPr>
          <a:lstStyle/>
          <a:p>
            <a:r>
              <a:rPr lang="en-US" altLang="zh-TW" dirty="0"/>
              <a:t>index.html</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index.html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if message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alert-warning'&gt;{{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endif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class='col-md-12'&gt;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class='card-header' align=center&gt;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 class="alert alert-primary"&gt;</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if username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zh-TW" altLang="zh-TW" sz="1800" kern="100" dirty="0">
                <a:solidFill>
                  <a:srgbClr val="FF0000"/>
                </a:solidFill>
                <a:effectLst/>
                <a:latin typeface="Courier New" panose="02070309020205020404" pitchFamily="49" charset="0"/>
                <a:ea typeface="標楷體" panose="03000509000000000000" pitchFamily="65" charset="-120"/>
              </a:rPr>
              <a:t>歡迎：</a:t>
            </a:r>
            <a:r>
              <a:rPr lang="en-US" altLang="zh-TW" sz="1800" kern="100" dirty="0">
                <a:solidFill>
                  <a:srgbClr val="FF0000"/>
                </a:solidFill>
                <a:effectLst/>
                <a:latin typeface="Courier New" panose="02070309020205020404" pitchFamily="49" charset="0"/>
                <a:ea typeface="標楷體" panose="03000509000000000000" pitchFamily="65" charset="-120"/>
              </a:rPr>
              <a:t>{{username}}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10304347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a:t>(</a:t>
            </a:r>
            <a:r>
              <a:rPr lang="zh-TW" altLang="en-US" dirty="0"/>
              <a:t>要在後台建立一筆資料來</a:t>
            </a:r>
            <a:r>
              <a:rPr lang="en-US" altLang="zh-TW" dirty="0"/>
              <a:t>test)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21</a:t>
            </a:fld>
            <a:endParaRPr lang="zh-TW" altLang="en-US"/>
          </a:p>
        </p:txBody>
      </p:sp>
      <p:sp>
        <p:nvSpPr>
          <p:cNvPr id="4" name="內容版面配置區 3"/>
          <p:cNvSpPr>
            <a:spLocks noGrp="1"/>
          </p:cNvSpPr>
          <p:nvPr>
            <p:ph sz="quarter" idx="1"/>
          </p:nvPr>
        </p:nvSpPr>
        <p:spPr/>
        <p:txBody>
          <a:bodyPr/>
          <a:lstStyle/>
          <a:p>
            <a:r>
              <a:rPr lang="zh-TW" altLang="zh-TW" dirty="0"/>
              <a:t>網站的登入畫面</a:t>
            </a:r>
            <a:endParaRPr lang="zh-TW" altLang="en-US" dirty="0"/>
          </a:p>
        </p:txBody>
      </p:sp>
      <p:pic>
        <p:nvPicPr>
          <p:cNvPr id="5" name="圖片 4">
            <a:extLst>
              <a:ext uri="{FF2B5EF4-FFF2-40B4-BE49-F238E27FC236}">
                <a16:creationId xmlns:a16="http://schemas.microsoft.com/office/drawing/2014/main" id="{7A57A3DA-DB4C-BC6E-B2A6-072BDCDD5A60}"/>
              </a:ext>
            </a:extLst>
          </p:cNvPr>
          <p:cNvPicPr>
            <a:picLocks noChangeAspect="1"/>
          </p:cNvPicPr>
          <p:nvPr/>
        </p:nvPicPr>
        <p:blipFill>
          <a:blip r:embed="rId2"/>
          <a:stretch>
            <a:fillRect/>
          </a:stretch>
        </p:blipFill>
        <p:spPr>
          <a:xfrm>
            <a:off x="611560" y="2276872"/>
            <a:ext cx="7812616" cy="3554756"/>
          </a:xfrm>
          <a:prstGeom prst="rect">
            <a:avLst/>
          </a:prstGeom>
        </p:spPr>
      </p:pic>
    </p:spTree>
    <p:extLst>
      <p:ext uri="{BB962C8B-B14F-4D97-AF65-F5344CB8AC3E}">
        <p14:creationId xmlns:p14="http://schemas.microsoft.com/office/powerpoint/2010/main" val="12510029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22</a:t>
            </a:fld>
            <a:endParaRPr lang="zh-TW" altLang="en-US"/>
          </a:p>
        </p:txBody>
      </p:sp>
      <p:sp>
        <p:nvSpPr>
          <p:cNvPr id="4" name="內容版面配置區 3"/>
          <p:cNvSpPr>
            <a:spLocks noGrp="1"/>
          </p:cNvSpPr>
          <p:nvPr>
            <p:ph sz="quarter" idx="1"/>
          </p:nvPr>
        </p:nvSpPr>
        <p:spPr/>
        <p:txBody>
          <a:bodyPr/>
          <a:lstStyle/>
          <a:p>
            <a:r>
              <a:rPr lang="zh-TW" altLang="zh-TW" dirty="0"/>
              <a:t>網站的欄位輸入錯誤顯示的訊息畫面</a:t>
            </a:r>
            <a:endParaRPr lang="zh-TW" altLang="en-US" dirty="0"/>
          </a:p>
        </p:txBody>
      </p:sp>
      <p:pic>
        <p:nvPicPr>
          <p:cNvPr id="6" name="圖片 5" descr="一張含有 文字 的圖片&#10;&#10;自動產生的描述">
            <a:extLst>
              <a:ext uri="{FF2B5EF4-FFF2-40B4-BE49-F238E27FC236}">
                <a16:creationId xmlns:a16="http://schemas.microsoft.com/office/drawing/2014/main" id="{7A8EC97B-1F91-DA99-2B8D-BEFBC25B6605}"/>
              </a:ext>
            </a:extLst>
          </p:cNvPr>
          <p:cNvPicPr>
            <a:picLocks noChangeAspect="1"/>
          </p:cNvPicPr>
          <p:nvPr/>
        </p:nvPicPr>
        <p:blipFill>
          <a:blip r:embed="rId2"/>
          <a:stretch>
            <a:fillRect/>
          </a:stretch>
        </p:blipFill>
        <p:spPr>
          <a:xfrm>
            <a:off x="654066" y="2249581"/>
            <a:ext cx="7872444" cy="3582047"/>
          </a:xfrm>
          <a:prstGeom prst="rect">
            <a:avLst/>
          </a:prstGeom>
        </p:spPr>
      </p:pic>
    </p:spTree>
    <p:extLst>
      <p:ext uri="{BB962C8B-B14F-4D97-AF65-F5344CB8AC3E}">
        <p14:creationId xmlns:p14="http://schemas.microsoft.com/office/powerpoint/2010/main" val="35713120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23</a:t>
            </a:fld>
            <a:endParaRPr lang="zh-TW" altLang="en-US"/>
          </a:p>
        </p:txBody>
      </p:sp>
      <p:sp>
        <p:nvSpPr>
          <p:cNvPr id="4" name="內容版面配置區 3"/>
          <p:cNvSpPr>
            <a:spLocks noGrp="1"/>
          </p:cNvSpPr>
          <p:nvPr>
            <p:ph sz="quarter" idx="1"/>
          </p:nvPr>
        </p:nvSpPr>
        <p:spPr/>
        <p:txBody>
          <a:bodyPr/>
          <a:lstStyle/>
          <a:p>
            <a:r>
              <a:rPr lang="zh-TW" altLang="zh-TW" dirty="0"/>
              <a:t>密碼錯誤時顯示的訊息</a:t>
            </a:r>
            <a:endParaRPr lang="zh-TW" altLang="en-US" dirty="0"/>
          </a:p>
        </p:txBody>
      </p:sp>
      <p:pic>
        <p:nvPicPr>
          <p:cNvPr id="6" name="圖片 5" descr="一張含有 文字 的圖片&#10;&#10;自動產生的描述">
            <a:extLst>
              <a:ext uri="{FF2B5EF4-FFF2-40B4-BE49-F238E27FC236}">
                <a16:creationId xmlns:a16="http://schemas.microsoft.com/office/drawing/2014/main" id="{1C009D1B-F408-F1BF-5CED-93761167EC8F}"/>
              </a:ext>
            </a:extLst>
          </p:cNvPr>
          <p:cNvPicPr>
            <a:picLocks noChangeAspect="1"/>
          </p:cNvPicPr>
          <p:nvPr/>
        </p:nvPicPr>
        <p:blipFill>
          <a:blip r:embed="rId2"/>
          <a:stretch>
            <a:fillRect/>
          </a:stretch>
        </p:blipFill>
        <p:spPr>
          <a:xfrm>
            <a:off x="719572" y="2188411"/>
            <a:ext cx="7704856" cy="3969988"/>
          </a:xfrm>
          <a:prstGeom prst="rect">
            <a:avLst/>
          </a:prstGeom>
        </p:spPr>
      </p:pic>
    </p:spTree>
    <p:extLst>
      <p:ext uri="{BB962C8B-B14F-4D97-AF65-F5344CB8AC3E}">
        <p14:creationId xmlns:p14="http://schemas.microsoft.com/office/powerpoint/2010/main" val="4036029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24</a:t>
            </a:fld>
            <a:endParaRPr lang="zh-TW" altLang="en-US"/>
          </a:p>
        </p:txBody>
      </p:sp>
      <p:sp>
        <p:nvSpPr>
          <p:cNvPr id="4" name="內容版面配置區 3"/>
          <p:cNvSpPr>
            <a:spLocks noGrp="1"/>
          </p:cNvSpPr>
          <p:nvPr>
            <p:ph sz="quarter" idx="1"/>
          </p:nvPr>
        </p:nvSpPr>
        <p:spPr/>
        <p:txBody>
          <a:bodyPr/>
          <a:lstStyle/>
          <a:p>
            <a:r>
              <a:rPr lang="zh-TW" altLang="zh-TW" dirty="0"/>
              <a:t>順利登入網站時的首頁畫面</a:t>
            </a:r>
            <a:endParaRPr lang="zh-TW" altLang="en-US" dirty="0"/>
          </a:p>
        </p:txBody>
      </p:sp>
      <p:pic>
        <p:nvPicPr>
          <p:cNvPr id="6" name="圖片 5" descr="一張含有 文字 的圖片&#10;&#10;自動產生的描述">
            <a:extLst>
              <a:ext uri="{FF2B5EF4-FFF2-40B4-BE49-F238E27FC236}">
                <a16:creationId xmlns:a16="http://schemas.microsoft.com/office/drawing/2014/main" id="{3CE0EC53-C64D-40A8-E4E7-DC80554A1B4C}"/>
              </a:ext>
            </a:extLst>
          </p:cNvPr>
          <p:cNvPicPr>
            <a:picLocks noChangeAspect="1"/>
          </p:cNvPicPr>
          <p:nvPr/>
        </p:nvPicPr>
        <p:blipFill>
          <a:blip r:embed="rId2"/>
          <a:stretch>
            <a:fillRect/>
          </a:stretch>
        </p:blipFill>
        <p:spPr>
          <a:xfrm>
            <a:off x="481887" y="2348880"/>
            <a:ext cx="8143650" cy="3319686"/>
          </a:xfrm>
          <a:prstGeom prst="rect">
            <a:avLst/>
          </a:prstGeom>
        </p:spPr>
      </p:pic>
      <p:pic>
        <p:nvPicPr>
          <p:cNvPr id="7" name="圖片 6">
            <a:extLst>
              <a:ext uri="{FF2B5EF4-FFF2-40B4-BE49-F238E27FC236}">
                <a16:creationId xmlns:a16="http://schemas.microsoft.com/office/drawing/2014/main" id="{56CDFD89-715F-88FD-1483-867047EA5994}"/>
              </a:ext>
            </a:extLst>
          </p:cNvPr>
          <p:cNvPicPr>
            <a:picLocks noChangeAspect="1"/>
          </p:cNvPicPr>
          <p:nvPr/>
        </p:nvPicPr>
        <p:blipFill>
          <a:blip r:embed="rId3"/>
          <a:stretch>
            <a:fillRect/>
          </a:stretch>
        </p:blipFill>
        <p:spPr>
          <a:xfrm>
            <a:off x="6576485" y="1242129"/>
            <a:ext cx="2409322" cy="3035746"/>
          </a:xfrm>
          <a:prstGeom prst="rect">
            <a:avLst/>
          </a:prstGeom>
        </p:spPr>
      </p:pic>
    </p:spTree>
    <p:extLst>
      <p:ext uri="{BB962C8B-B14F-4D97-AF65-F5344CB8AC3E}">
        <p14:creationId xmlns:p14="http://schemas.microsoft.com/office/powerpoint/2010/main" val="35784551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r>
              <a:rPr lang="en-US" altLang="zh-TW" dirty="0"/>
              <a:t>-</a:t>
            </a:r>
            <a:r>
              <a:rPr lang="zh-TW" altLang="zh-TW" sz="3600" dirty="0"/>
              <a:t>如何處理登出</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25</a:t>
            </a:fld>
            <a:endParaRPr lang="zh-TW" altLang="en-US"/>
          </a:p>
        </p:txBody>
      </p:sp>
      <p:sp>
        <p:nvSpPr>
          <p:cNvPr id="4" name="內容版面配置區 3"/>
          <p:cNvSpPr>
            <a:spLocks noGrp="1"/>
          </p:cNvSpPr>
          <p:nvPr>
            <p:ph sz="quarter" idx="1"/>
          </p:nvPr>
        </p:nvSpPr>
        <p:spPr>
          <a:xfrm>
            <a:off x="0" y="1527048"/>
            <a:ext cx="9144000" cy="5070304"/>
          </a:xfrm>
        </p:spPr>
        <p:txBody>
          <a:bodyPr>
            <a:normAutofit/>
          </a:bodyPr>
          <a:lstStyle/>
          <a:p>
            <a:r>
              <a:rPr lang="zh-TW" altLang="zh-TW" sz="2400" dirty="0"/>
              <a:t>如果是</a:t>
            </a:r>
            <a:r>
              <a:rPr lang="en-US" altLang="zh-TW" sz="2400" dirty="0"/>
              <a:t>Session</a:t>
            </a:r>
            <a:r>
              <a:rPr lang="zh-TW" altLang="zh-TW" sz="2400" dirty="0"/>
              <a:t>的話如何處理登出呢</a:t>
            </a:r>
            <a:r>
              <a:rPr lang="en-US" altLang="zh-TW" sz="2400" dirty="0"/>
              <a:t>? </a:t>
            </a:r>
            <a:r>
              <a:rPr lang="zh-TW" altLang="zh-TW" sz="2400" dirty="0"/>
              <a:t>只需將</a:t>
            </a:r>
            <a:r>
              <a:rPr lang="en-US" altLang="zh-TW" sz="2400" dirty="0"/>
              <a:t>Session</a:t>
            </a:r>
            <a:r>
              <a:rPr lang="zh-TW" altLang="zh-TW" sz="2400" dirty="0"/>
              <a:t>清除並且導回至</a:t>
            </a:r>
            <a:r>
              <a:rPr lang="en-US" altLang="zh-TW" sz="2400" dirty="0"/>
              <a:t>login.html</a:t>
            </a:r>
            <a:r>
              <a:rPr lang="zh-TW" altLang="zh-TW" sz="2400" dirty="0"/>
              <a:t>頁面即可，</a:t>
            </a:r>
            <a:r>
              <a:rPr lang="en-US" altLang="zh-TW" sz="2400" dirty="0" err="1"/>
              <a:t>views.logout</a:t>
            </a:r>
            <a:r>
              <a:rPr lang="zh-TW" altLang="zh-TW" sz="2400" dirty="0"/>
              <a:t>處理函數如下所示：</a:t>
            </a:r>
          </a:p>
          <a:p>
            <a:pPr marL="274320" lvl="1" indent="0">
              <a:buNone/>
            </a:pPr>
            <a:r>
              <a:rPr lang="en-US" altLang="zh-TW" dirty="0">
                <a:latin typeface="Courier New" panose="02070309020205020404" pitchFamily="49" charset="0"/>
                <a:cs typeface="Courier New" panose="02070309020205020404" pitchFamily="49" charset="0"/>
              </a:rPr>
              <a:t>from </a:t>
            </a:r>
            <a:r>
              <a:rPr lang="en-US" altLang="zh-TW" dirty="0" err="1">
                <a:latin typeface="Courier New" panose="02070309020205020404" pitchFamily="49" charset="0"/>
                <a:cs typeface="Courier New" panose="02070309020205020404" pitchFamily="49" charset="0"/>
              </a:rPr>
              <a:t>django.contrib.sessions.models</a:t>
            </a: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import Session</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logout(request):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'username' in </a:t>
            </a:r>
            <a:r>
              <a:rPr lang="en-US" altLang="zh-TW" dirty="0" err="1">
                <a:latin typeface="Courier New" panose="02070309020205020404" pitchFamily="49" charset="0"/>
                <a:cs typeface="Courier New" panose="02070309020205020404" pitchFamily="49" charset="0"/>
              </a:rPr>
              <a:t>request.session</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Session.objects.all</a:t>
            </a:r>
            <a:r>
              <a:rPr lang="en-US" altLang="zh-TW" dirty="0">
                <a:latin typeface="Courier New" panose="02070309020205020404" pitchFamily="49" charset="0"/>
                <a:cs typeface="Courier New" panose="02070309020205020404" pitchFamily="49" charset="0"/>
              </a:rPr>
              <a:t>().delete()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redirect('/login/')</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a:t>
            </a:r>
            <a:endParaRPr lang="zh-TW" altLang="zh-TW" dirty="0">
              <a:latin typeface="Courier New" panose="02070309020205020404" pitchFamily="49" charset="0"/>
              <a:cs typeface="Courier New" panose="02070309020205020404" pitchFamily="49" charset="0"/>
            </a:endParaRPr>
          </a:p>
          <a:p>
            <a:endParaRPr lang="zh-TW" altLang="en-US" dirty="0"/>
          </a:p>
        </p:txBody>
      </p:sp>
      <p:sp>
        <p:nvSpPr>
          <p:cNvPr id="5" name="矩形 4"/>
          <p:cNvSpPr/>
          <p:nvPr/>
        </p:nvSpPr>
        <p:spPr>
          <a:xfrm>
            <a:off x="1619672" y="3501008"/>
            <a:ext cx="5184576"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 name="直線單箭頭接點 6"/>
          <p:cNvCxnSpPr/>
          <p:nvPr/>
        </p:nvCxnSpPr>
        <p:spPr>
          <a:xfrm>
            <a:off x="5580112" y="3707496"/>
            <a:ext cx="1440160" cy="10801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p:cNvSpPr txBox="1"/>
          <p:nvPr/>
        </p:nvSpPr>
        <p:spPr>
          <a:xfrm>
            <a:off x="3995936" y="4892478"/>
            <a:ext cx="4718345" cy="646331"/>
          </a:xfrm>
          <a:prstGeom prst="rect">
            <a:avLst/>
          </a:prstGeom>
          <a:noFill/>
        </p:spPr>
        <p:txBody>
          <a:bodyPr wrap="square" rtlCol="0">
            <a:spAutoFit/>
          </a:bodyPr>
          <a:lstStyle/>
          <a:p>
            <a:r>
              <a:rPr lang="zh-TW" altLang="en-US" b="1" dirty="0">
                <a:solidFill>
                  <a:srgbClr val="FF0000"/>
                </a:solidFill>
              </a:rPr>
              <a:t>判斷</a:t>
            </a:r>
            <a:r>
              <a:rPr lang="zh-TW" altLang="zh-TW" b="1" dirty="0">
                <a:solidFill>
                  <a:srgbClr val="FF0000"/>
                </a:solidFill>
              </a:rPr>
              <a:t>如果為登入狀態則將</a:t>
            </a:r>
            <a:r>
              <a:rPr lang="en-US" altLang="zh-TW" b="1" dirty="0">
                <a:solidFill>
                  <a:srgbClr val="FF0000"/>
                </a:solidFill>
              </a:rPr>
              <a:t>Session</a:t>
            </a:r>
            <a:r>
              <a:rPr lang="zh-TW" altLang="zh-TW" b="1" dirty="0">
                <a:solidFill>
                  <a:srgbClr val="FF0000"/>
                </a:solidFill>
              </a:rPr>
              <a:t>中的所有資料清除且回到登入頁面，否則則導回首頁。</a:t>
            </a:r>
          </a:p>
        </p:txBody>
      </p:sp>
    </p:spTree>
    <p:extLst>
      <p:ext uri="{BB962C8B-B14F-4D97-AF65-F5344CB8AC3E}">
        <p14:creationId xmlns:p14="http://schemas.microsoft.com/office/powerpoint/2010/main" val="39339825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26</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lnSpcReduction="10000"/>
          </a:bodyPr>
          <a:lstStyle/>
          <a:p>
            <a:r>
              <a:rPr lang="zh-TW" altLang="zh-TW" dirty="0"/>
              <a:t>顯示個人資料的網頁在這個範例中簡單設計如下：</a:t>
            </a:r>
          </a:p>
          <a:p>
            <a:pPr marL="274320" lvl="1" indent="0">
              <a:buNone/>
            </a:pP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'username' in </a:t>
            </a:r>
            <a:r>
              <a:rPr lang="en-US" altLang="zh-TW" dirty="0" err="1">
                <a:latin typeface="Courier New" panose="02070309020205020404" pitchFamily="49" charset="0"/>
                <a:cs typeface="Courier New" panose="02070309020205020404" pitchFamily="49" charset="0"/>
              </a:rPr>
              <a:t>request.session</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username = </a:t>
            </a:r>
            <a:r>
              <a:rPr lang="en-US" altLang="zh-TW" dirty="0" err="1">
                <a:latin typeface="Courier New" panose="02070309020205020404" pitchFamily="49" charset="0"/>
                <a:cs typeface="Courier New" panose="02070309020205020404" pitchFamily="49" charset="0"/>
              </a:rPr>
              <a:t>request.session</a:t>
            </a:r>
            <a:r>
              <a:rPr lang="en-US" altLang="zh-TW" dirty="0">
                <a:latin typeface="Courier New" panose="02070309020205020404" pitchFamily="49" charset="0"/>
                <a:cs typeface="Courier New" panose="02070309020205020404" pitchFamily="49" charset="0"/>
              </a:rPr>
              <a:t>['username']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redirect('/login/')</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try:</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 = </a:t>
            </a:r>
            <a:r>
              <a:rPr lang="en-US" altLang="zh-TW" dirty="0" err="1">
                <a:solidFill>
                  <a:srgbClr val="FF0000"/>
                </a:solidFill>
                <a:latin typeface="Courier New" panose="02070309020205020404" pitchFamily="49" charset="0"/>
                <a:cs typeface="Courier New" panose="02070309020205020404" pitchFamily="49" charset="0"/>
              </a:rPr>
              <a:t>models.User.objects.get</a:t>
            </a:r>
            <a:r>
              <a:rPr lang="en-US" altLang="zh-TW" dirty="0">
                <a:solidFill>
                  <a:srgbClr val="FF0000"/>
                </a:solidFill>
                <a:latin typeface="Courier New" panose="02070309020205020404" pitchFamily="49" charset="0"/>
                <a:cs typeface="Courier New" panose="02070309020205020404" pitchFamily="49" charset="0"/>
              </a:rPr>
              <a:t>(name=username)</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except: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pass</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render(request, 'userinfo.html', locals())</a:t>
            </a:r>
            <a:endParaRPr lang="zh-TW" altLang="zh-TW" dirty="0">
              <a:latin typeface="Courier New" panose="02070309020205020404" pitchFamily="49" charset="0"/>
              <a:cs typeface="Courier New" panose="02070309020205020404" pitchFamily="49" charset="0"/>
            </a:endParaRPr>
          </a:p>
          <a:p>
            <a:endParaRPr lang="zh-TW" altLang="en-US" dirty="0"/>
          </a:p>
        </p:txBody>
      </p:sp>
      <p:sp>
        <p:nvSpPr>
          <p:cNvPr id="5" name="文字方塊 4"/>
          <p:cNvSpPr txBox="1"/>
          <p:nvPr/>
        </p:nvSpPr>
        <p:spPr>
          <a:xfrm>
            <a:off x="4818888" y="3717032"/>
            <a:ext cx="3416320" cy="369332"/>
          </a:xfrm>
          <a:prstGeom prst="rect">
            <a:avLst/>
          </a:prstGeom>
          <a:noFill/>
        </p:spPr>
        <p:txBody>
          <a:bodyPr wrap="none" rtlCol="0">
            <a:spAutoFit/>
          </a:bodyPr>
          <a:lstStyle/>
          <a:p>
            <a:r>
              <a:rPr lang="zh-TW" altLang="zh-TW" b="1" dirty="0">
                <a:solidFill>
                  <a:srgbClr val="FF0000"/>
                </a:solidFill>
              </a:rPr>
              <a:t>資料庫中取得所有使用者的資訊</a:t>
            </a:r>
            <a:endParaRPr lang="zh-TW" altLang="en-US" b="1" dirty="0">
              <a:solidFill>
                <a:srgbClr val="FF0000"/>
              </a:solidFill>
            </a:endParaRPr>
          </a:p>
        </p:txBody>
      </p:sp>
      <p:cxnSp>
        <p:nvCxnSpPr>
          <p:cNvPr id="6" name="直線單箭頭接點 5"/>
          <p:cNvCxnSpPr/>
          <p:nvPr/>
        </p:nvCxnSpPr>
        <p:spPr>
          <a:xfrm flipH="1">
            <a:off x="5076056" y="4143179"/>
            <a:ext cx="789040" cy="482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0406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r>
              <a:rPr lang="en-US" altLang="zh-TW" dirty="0"/>
              <a:t> copy index.html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27</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lnSpcReduction="10000"/>
          </a:bodyPr>
          <a:lstStyle/>
          <a:p>
            <a:r>
              <a:rPr lang="en-US" altLang="zh-TW"/>
              <a:t>userinfo</a:t>
            </a:r>
            <a:r>
              <a:rPr lang="en-US" altLang="zh-TW" dirty="0"/>
              <a:t>.html</a:t>
            </a:r>
            <a:r>
              <a:rPr lang="zh-TW" altLang="zh-TW" dirty="0"/>
              <a:t>的內容如下：</a:t>
            </a:r>
          </a:p>
          <a:p>
            <a:pPr marL="0" indent="0">
              <a:buNone/>
            </a:pPr>
            <a:r>
              <a:rPr lang="en-US" altLang="zh-TW" sz="1800" kern="100">
                <a:effectLst/>
                <a:latin typeface="Courier New" panose="02070309020205020404" pitchFamily="49" charset="0"/>
                <a:ea typeface="標楷體" panose="03000509000000000000" pitchFamily="65" charset="-120"/>
              </a:rPr>
              <a:t>{% extends "base.html"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title %}</a:t>
            </a:r>
            <a:r>
              <a:rPr lang="zh-TW" altLang="zh-TW" sz="1800" kern="100">
                <a:effectLst/>
                <a:latin typeface="Courier New" panose="02070309020205020404" pitchFamily="49" charset="0"/>
                <a:ea typeface="標楷體" panose="03000509000000000000" pitchFamily="65" charset="-120"/>
              </a:rPr>
              <a:t>分享日記</a:t>
            </a: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content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class='container'&gt;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使用者資訊</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&lt;p&gt;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您的姓名：</a:t>
            </a: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FF0000"/>
                </a:solidFill>
                <a:effectLst/>
                <a:latin typeface="Courier New" panose="02070309020205020404" pitchFamily="49" charset="0"/>
                <a:ea typeface="標楷體" panose="03000509000000000000" pitchFamily="65" charset="-120"/>
              </a:rPr>
              <a:t>userinfo.name </a:t>
            </a:r>
            <a:r>
              <a:rPr lang="en-US" altLang="zh-TW" sz="1800" kern="100">
                <a:effectLst/>
                <a:latin typeface="Courier New" panose="02070309020205020404" pitchFamily="49" charset="0"/>
                <a:ea typeface="標楷體" panose="03000509000000000000" pitchFamily="65" charset="-120"/>
              </a:rPr>
              <a:t>}}&lt;br/&gt;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電子郵件：</a:t>
            </a: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FF0000"/>
                </a:solidFill>
                <a:effectLst/>
                <a:latin typeface="Courier New" panose="02070309020205020404" pitchFamily="49" charset="0"/>
                <a:ea typeface="標楷體" panose="03000509000000000000" pitchFamily="65" charset="-120"/>
              </a:rPr>
              <a:t>userinfo.email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&lt;/p&gt;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9035256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286512" y="360129"/>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 </a:t>
            </a:r>
            <a:r>
              <a:rPr lang="en-US" altLang="zh-TW" dirty="0">
                <a:solidFill>
                  <a:srgbClr val="FF0000"/>
                </a:solidFill>
              </a:rPr>
              <a:t>views.py</a:t>
            </a:r>
            <a:endParaRPr lang="zh-TW" altLang="zh-TW"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28</a:t>
            </a:fld>
            <a:endParaRPr lang="zh-TW" altLang="en-US"/>
          </a:p>
        </p:txBody>
      </p:sp>
      <p:sp>
        <p:nvSpPr>
          <p:cNvPr id="4" name="內容版面配置區 3"/>
          <p:cNvSpPr>
            <a:spLocks noGrp="1"/>
          </p:cNvSpPr>
          <p:nvPr>
            <p:ph sz="quarter" idx="1"/>
          </p:nvPr>
        </p:nvSpPr>
        <p:spPr/>
        <p:txBody>
          <a:bodyPr>
            <a:normAutofit lnSpcReduction="10000"/>
          </a:bodyPr>
          <a:lstStyle/>
          <a:p>
            <a:r>
              <a:rPr lang="en-US" altLang="zh-TW" dirty="0"/>
              <a:t>Django</a:t>
            </a:r>
            <a:r>
              <a:rPr lang="zh-TW" altLang="en-US" dirty="0"/>
              <a:t>提</a:t>
            </a:r>
            <a:r>
              <a:rPr lang="zh-TW" altLang="zh-TW" dirty="0"/>
              <a:t>供了一個</a:t>
            </a:r>
            <a:r>
              <a:rPr lang="en-US" altLang="zh-TW" dirty="0"/>
              <a:t>messages framework</a:t>
            </a:r>
            <a:r>
              <a:rPr lang="zh-TW" altLang="zh-TW" dirty="0"/>
              <a:t>，只要引入</a:t>
            </a:r>
            <a:r>
              <a:rPr lang="en-US" altLang="zh-TW" dirty="0">
                <a:solidFill>
                  <a:srgbClr val="FF0000"/>
                </a:solidFill>
              </a:rPr>
              <a:t>from </a:t>
            </a:r>
            <a:r>
              <a:rPr lang="en-US" altLang="zh-TW" dirty="0" err="1">
                <a:solidFill>
                  <a:srgbClr val="FF0000"/>
                </a:solidFill>
              </a:rPr>
              <a:t>django.contrib</a:t>
            </a:r>
            <a:r>
              <a:rPr lang="en-US" altLang="zh-TW" dirty="0">
                <a:solidFill>
                  <a:srgbClr val="FF0000"/>
                </a:solidFill>
              </a:rPr>
              <a:t> import messages</a:t>
            </a:r>
            <a:r>
              <a:rPr lang="zh-TW" altLang="zh-TW" dirty="0"/>
              <a:t>之後，就可以透過它提供的函數及框架，自動做到</a:t>
            </a:r>
            <a:r>
              <a:rPr lang="zh-TW" altLang="zh-TW" dirty="0">
                <a:solidFill>
                  <a:srgbClr val="FF0000"/>
                </a:solidFill>
              </a:rPr>
              <a:t>橫跨各網頁間的訊息顯示。</a:t>
            </a:r>
          </a:p>
          <a:p>
            <a:r>
              <a:rPr lang="zh-TW" altLang="zh-TW" dirty="0"/>
              <a:t>它提供</a:t>
            </a:r>
            <a:r>
              <a:rPr lang="en-US" altLang="zh-TW" dirty="0"/>
              <a:t>2</a:t>
            </a:r>
            <a:r>
              <a:rPr lang="zh-TW" altLang="zh-TW" dirty="0"/>
              <a:t>個函數，分別是（請留意</a:t>
            </a:r>
            <a:r>
              <a:rPr lang="en-US" altLang="zh-TW" dirty="0"/>
              <a:t>message</a:t>
            </a:r>
            <a:r>
              <a:rPr lang="zh-TW" altLang="zh-TW" dirty="0"/>
              <a:t>後面有沒有加上</a:t>
            </a:r>
            <a:r>
              <a:rPr lang="en-US" altLang="zh-TW" dirty="0"/>
              <a:t>s</a:t>
            </a:r>
            <a:r>
              <a:rPr lang="zh-TW" altLang="zh-TW" dirty="0"/>
              <a:t>）：</a:t>
            </a:r>
            <a:r>
              <a:rPr lang="en-US" altLang="zh-TW" dirty="0"/>
              <a:t> </a:t>
            </a:r>
            <a:r>
              <a:rPr lang="en-US" altLang="zh-TW" dirty="0">
                <a:solidFill>
                  <a:srgbClr val="FF0000"/>
                </a:solidFill>
              </a:rPr>
              <a:t>views.py</a:t>
            </a:r>
            <a:endParaRPr lang="zh-TW" altLang="zh-TW" dirty="0">
              <a:solidFill>
                <a:srgbClr val="FF0000"/>
              </a:solidFill>
            </a:endParaRPr>
          </a:p>
          <a:p>
            <a:pPr marL="274320" lvl="1" indent="0">
              <a:buNone/>
            </a:pPr>
            <a:r>
              <a:rPr lang="en-US" altLang="zh-TW" dirty="0">
                <a:latin typeface="Courier New" panose="02070309020205020404" pitchFamily="49" charset="0"/>
                <a:cs typeface="Courier New" panose="02070309020205020404" pitchFamily="49" charset="0"/>
              </a:rPr>
              <a:t>from </a:t>
            </a:r>
            <a:r>
              <a:rPr lang="en-US" altLang="zh-TW" dirty="0" err="1">
                <a:latin typeface="Courier New" panose="02070309020205020404" pitchFamily="49" charset="0"/>
                <a:cs typeface="Courier New" panose="02070309020205020404" pitchFamily="49" charset="0"/>
              </a:rPr>
              <a:t>django.contrib</a:t>
            </a:r>
            <a:r>
              <a:rPr lang="en-US" altLang="zh-TW" dirty="0">
                <a:latin typeface="Courier New" panose="02070309020205020404" pitchFamily="49" charset="0"/>
                <a:cs typeface="Courier New" panose="02070309020205020404" pitchFamily="49" charset="0"/>
              </a:rPr>
              <a:t> import </a:t>
            </a:r>
            <a:r>
              <a:rPr lang="en-US" altLang="zh-TW" b="1" dirty="0">
                <a:latin typeface="Courier New" panose="02070309020205020404" pitchFamily="49" charset="0"/>
                <a:cs typeface="Courier New" panose="02070309020205020404" pitchFamily="49" charset="0"/>
              </a:rPr>
              <a:t>message</a:t>
            </a:r>
            <a:r>
              <a:rPr lang="en-US" altLang="zh-TW" b="1" dirty="0">
                <a:solidFill>
                  <a:srgbClr val="FF0000"/>
                </a:solidFill>
                <a:latin typeface="Courier New" panose="02070309020205020404" pitchFamily="49" charset="0"/>
                <a:cs typeface="Courier New" panose="02070309020205020404" pitchFamily="49" charset="0"/>
              </a:rPr>
              <a:t>s</a:t>
            </a:r>
            <a:endParaRPr lang="zh-TW" altLang="zh-TW" b="1" dirty="0">
              <a:solidFill>
                <a:srgbClr val="FF0000"/>
              </a:solidFill>
              <a:latin typeface="Courier New" panose="02070309020205020404" pitchFamily="49" charset="0"/>
              <a:cs typeface="Courier New" panose="02070309020205020404" pitchFamily="49" charset="0"/>
            </a:endParaRPr>
          </a:p>
          <a:p>
            <a:pPr marL="274320" lvl="1" indent="0">
              <a:buNone/>
            </a:pPr>
            <a:endParaRPr lang="en-US" altLang="zh-TW" dirty="0">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message</a:t>
            </a:r>
            <a:r>
              <a:rPr lang="en-US" altLang="zh-TW" dirty="0" err="1">
                <a:solidFill>
                  <a:srgbClr val="FF0000"/>
                </a:solidFill>
                <a:latin typeface="Courier New" panose="02070309020205020404" pitchFamily="49" charset="0"/>
                <a:cs typeface="Courier New" panose="02070309020205020404" pitchFamily="49" charset="0"/>
              </a:rPr>
              <a:t>s</a:t>
            </a:r>
            <a:r>
              <a:rPr lang="en-US" altLang="zh-TW" dirty="0" err="1">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add_message</a:t>
            </a:r>
            <a:r>
              <a:rPr lang="en-US" altLang="zh-TW" dirty="0">
                <a:latin typeface="Courier New" panose="02070309020205020404" pitchFamily="49" charset="0"/>
                <a:cs typeface="Courier New" panose="02070309020205020404" pitchFamily="49" charset="0"/>
              </a:rPr>
              <a:t>(request, </a:t>
            </a:r>
            <a:r>
              <a:rPr lang="en-US" altLang="zh-TW" dirty="0">
                <a:solidFill>
                  <a:srgbClr val="FF0000"/>
                </a:solidFill>
                <a:latin typeface="Courier New" panose="02070309020205020404" pitchFamily="49" charset="0"/>
                <a:cs typeface="Courier New" panose="02070309020205020404" pitchFamily="49" charset="0"/>
              </a:rPr>
              <a:t>messages.INFO</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要顯示的字串</a:t>
            </a:r>
            <a:r>
              <a:rPr lang="en-US" altLang="zh-TW" dirty="0">
                <a:latin typeface="Courier New" panose="02070309020205020404" pitchFamily="49" charset="0"/>
                <a:cs typeface="Courier New" panose="02070309020205020404" pitchFamily="49" charset="0"/>
              </a:rPr>
              <a:t>’)</a:t>
            </a:r>
          </a:p>
          <a:p>
            <a:pPr marL="274320" lvl="1" indent="0">
              <a:buNone/>
            </a:pP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message</a:t>
            </a:r>
            <a:r>
              <a:rPr lang="en-US" altLang="zh-TW" dirty="0" err="1">
                <a:solidFill>
                  <a:srgbClr val="FF0000"/>
                </a:solidFill>
                <a:latin typeface="Courier New" panose="02070309020205020404" pitchFamily="49" charset="0"/>
                <a:cs typeface="Courier New" panose="02070309020205020404" pitchFamily="49" charset="0"/>
              </a:rPr>
              <a:t>s</a:t>
            </a:r>
            <a:r>
              <a:rPr lang="en-US" altLang="zh-TW" dirty="0" err="1">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get_messages</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56973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365792"/>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29</a:t>
            </a:fld>
            <a:endParaRPr lang="zh-TW" altLang="en-US"/>
          </a:p>
        </p:txBody>
      </p:sp>
      <p:sp>
        <p:nvSpPr>
          <p:cNvPr id="4" name="內容版面配置區 3"/>
          <p:cNvSpPr>
            <a:spLocks noGrp="1"/>
          </p:cNvSpPr>
          <p:nvPr>
            <p:ph sz="quarter" idx="1"/>
          </p:nvPr>
        </p:nvSpPr>
        <p:spPr/>
        <p:txBody>
          <a:bodyPr>
            <a:normAutofit fontScale="92500" lnSpcReduction="10000"/>
          </a:bodyPr>
          <a:lstStyle/>
          <a:p>
            <a:r>
              <a:rPr lang="zh-TW" altLang="zh-TW" dirty="0"/>
              <a:t>其中</a:t>
            </a:r>
            <a:r>
              <a:rPr lang="en-US" altLang="zh-TW" dirty="0" err="1"/>
              <a:t>add_message</a:t>
            </a:r>
            <a:r>
              <a:rPr lang="zh-TW" altLang="zh-TW" dirty="0"/>
              <a:t>用來加上一段訊息，而訊息的內容型態預設還分成以下幾個等級：</a:t>
            </a:r>
          </a:p>
          <a:p>
            <a:pPr lvl="1"/>
            <a:r>
              <a:rPr lang="en-US" altLang="zh-TW" dirty="0"/>
              <a:t>DEBUG</a:t>
            </a:r>
            <a:endParaRPr lang="zh-TW" altLang="zh-TW" dirty="0"/>
          </a:p>
          <a:p>
            <a:pPr lvl="1"/>
            <a:r>
              <a:rPr lang="en-US" altLang="zh-TW" dirty="0"/>
              <a:t>INFO</a:t>
            </a:r>
            <a:endParaRPr lang="zh-TW" altLang="zh-TW" dirty="0"/>
          </a:p>
          <a:p>
            <a:pPr lvl="1"/>
            <a:r>
              <a:rPr lang="en-US" altLang="zh-TW" dirty="0"/>
              <a:t>SUCCESS</a:t>
            </a:r>
            <a:endParaRPr lang="zh-TW" altLang="zh-TW" dirty="0"/>
          </a:p>
          <a:p>
            <a:pPr lvl="1"/>
            <a:r>
              <a:rPr lang="en-US" altLang="zh-TW" dirty="0"/>
              <a:t>WARNING</a:t>
            </a:r>
            <a:endParaRPr lang="zh-TW" altLang="zh-TW" dirty="0"/>
          </a:p>
          <a:p>
            <a:pPr lvl="1"/>
            <a:r>
              <a:rPr lang="en-US" altLang="zh-TW" dirty="0"/>
              <a:t>ERROR</a:t>
            </a:r>
            <a:endParaRPr lang="zh-TW" altLang="zh-TW" dirty="0"/>
          </a:p>
          <a:p>
            <a:r>
              <a:rPr lang="zh-TW" altLang="zh-TW" dirty="0"/>
              <a:t>對應到以上的不同</a:t>
            </a:r>
            <a:r>
              <a:rPr lang="zh-TW" altLang="zh-TW"/>
              <a:t>訊息等級分別</a:t>
            </a:r>
            <a:r>
              <a:rPr lang="zh-TW" altLang="zh-TW" dirty="0"/>
              <a:t>使用以下</a:t>
            </a:r>
            <a:r>
              <a:rPr lang="zh-TW" altLang="zh-TW"/>
              <a:t>的函數簡化</a:t>
            </a:r>
            <a:r>
              <a:rPr lang="zh-TW" altLang="zh-TW" dirty="0"/>
              <a:t>：</a:t>
            </a:r>
          </a:p>
          <a:p>
            <a:pPr lvl="1"/>
            <a:r>
              <a:rPr lang="en-US" altLang="zh-TW" dirty="0" err="1"/>
              <a:t>messages.debug</a:t>
            </a:r>
            <a:r>
              <a:rPr lang="en-US" altLang="zh-TW" dirty="0"/>
              <a:t>(request</a:t>
            </a:r>
            <a:r>
              <a:rPr lang="en-US" altLang="zh-TW"/>
              <a:t>, '</a:t>
            </a:r>
            <a:r>
              <a:rPr lang="zh-TW" altLang="zh-TW"/>
              <a:t>除錯訊息字串</a:t>
            </a:r>
            <a:r>
              <a:rPr lang="en-US" altLang="zh-TW" dirty="0"/>
              <a:t>'</a:t>
            </a:r>
            <a:r>
              <a:rPr lang="en-US" altLang="zh-TW"/>
              <a:t>)</a:t>
            </a:r>
            <a:endParaRPr lang="zh-TW" altLang="zh-TW" dirty="0"/>
          </a:p>
          <a:p>
            <a:pPr lvl="1"/>
            <a:r>
              <a:rPr lang="en-US" altLang="zh-TW" dirty="0"/>
              <a:t>messages.info(request</a:t>
            </a:r>
            <a:r>
              <a:rPr lang="en-US" altLang="zh-TW"/>
              <a:t>, '</a:t>
            </a:r>
            <a:r>
              <a:rPr lang="zh-TW" altLang="zh-TW"/>
              <a:t>資訊訊息字串</a:t>
            </a:r>
            <a:r>
              <a:rPr lang="en-US" altLang="zh-TW" dirty="0"/>
              <a:t>'</a:t>
            </a:r>
            <a:r>
              <a:rPr lang="en-US" altLang="zh-TW"/>
              <a:t>)</a:t>
            </a:r>
            <a:endParaRPr lang="zh-TW" altLang="zh-TW" dirty="0"/>
          </a:p>
          <a:p>
            <a:pPr lvl="1"/>
            <a:r>
              <a:rPr lang="en-US" altLang="zh-TW" dirty="0" err="1"/>
              <a:t>messages.success</a:t>
            </a:r>
            <a:r>
              <a:rPr lang="en-US" altLang="zh-TW" dirty="0"/>
              <a:t>(request</a:t>
            </a:r>
            <a:r>
              <a:rPr lang="en-US" altLang="zh-TW"/>
              <a:t>, '</a:t>
            </a:r>
            <a:r>
              <a:rPr lang="zh-TW" altLang="zh-TW"/>
              <a:t>成功訊息字串</a:t>
            </a:r>
            <a:r>
              <a:rPr lang="en-US" altLang="zh-TW" dirty="0"/>
              <a:t>'</a:t>
            </a:r>
            <a:r>
              <a:rPr lang="en-US" altLang="zh-TW"/>
              <a:t>)</a:t>
            </a:r>
            <a:endParaRPr lang="zh-TW" altLang="zh-TW" dirty="0"/>
          </a:p>
          <a:p>
            <a:pPr lvl="1"/>
            <a:r>
              <a:rPr lang="en-US" altLang="zh-TW" dirty="0" err="1"/>
              <a:t>messages.warning</a:t>
            </a:r>
            <a:r>
              <a:rPr lang="en-US" altLang="zh-TW" dirty="0"/>
              <a:t>(request</a:t>
            </a:r>
            <a:r>
              <a:rPr lang="en-US" altLang="zh-TW"/>
              <a:t>, '</a:t>
            </a:r>
            <a:r>
              <a:rPr lang="zh-TW" altLang="zh-TW"/>
              <a:t>警告訊息字串</a:t>
            </a:r>
            <a:r>
              <a:rPr lang="en-US" altLang="zh-TW" dirty="0"/>
              <a:t>'</a:t>
            </a:r>
            <a:r>
              <a:rPr lang="en-US" altLang="zh-TW"/>
              <a:t>)</a:t>
            </a:r>
            <a:endParaRPr lang="zh-TW" altLang="zh-TW" dirty="0"/>
          </a:p>
          <a:p>
            <a:pPr lvl="1"/>
            <a:r>
              <a:rPr lang="en-US" altLang="zh-TW" dirty="0" err="1"/>
              <a:t>messages.error</a:t>
            </a:r>
            <a:r>
              <a:rPr lang="en-US" altLang="zh-TW" dirty="0"/>
              <a:t>(request</a:t>
            </a:r>
            <a:r>
              <a:rPr lang="en-US" altLang="zh-TW"/>
              <a:t>, '</a:t>
            </a:r>
            <a:r>
              <a:rPr lang="zh-TW" altLang="zh-TW"/>
              <a:t>錯誤訊息字串</a:t>
            </a:r>
            <a:r>
              <a:rPr lang="en-US" altLang="zh-TW" dirty="0"/>
              <a:t>'</a:t>
            </a:r>
            <a:r>
              <a:rPr lang="en-US" altLang="zh-TW"/>
              <a:t>)</a:t>
            </a:r>
            <a:endParaRPr lang="zh-TW" altLang="zh-TW" dirty="0"/>
          </a:p>
          <a:p>
            <a:endParaRPr lang="zh-TW" altLang="en-US" dirty="0"/>
          </a:p>
        </p:txBody>
      </p:sp>
    </p:spTree>
    <p:extLst>
      <p:ext uri="{BB962C8B-B14F-4D97-AF65-F5344CB8AC3E}">
        <p14:creationId xmlns:p14="http://schemas.microsoft.com/office/powerpoint/2010/main" val="7874957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zh-TW" altLang="en-US" dirty="0"/>
              <a:t>這頁不用改</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30</a:t>
            </a:fld>
            <a:endParaRPr lang="zh-TW" altLang="en-US"/>
          </a:p>
        </p:txBody>
      </p:sp>
      <p:sp>
        <p:nvSpPr>
          <p:cNvPr id="4" name="內容版面配置區 3"/>
          <p:cNvSpPr>
            <a:spLocks noGrp="1"/>
          </p:cNvSpPr>
          <p:nvPr>
            <p:ph sz="quarter" idx="1"/>
          </p:nvPr>
        </p:nvSpPr>
        <p:spPr>
          <a:xfrm>
            <a:off x="301752" y="1527048"/>
            <a:ext cx="8534400" cy="4566248"/>
          </a:xfrm>
        </p:spPr>
        <p:txBody>
          <a:bodyPr>
            <a:normAutofit/>
          </a:bodyPr>
          <a:lstStyle/>
          <a:p>
            <a:r>
              <a:rPr lang="zh-TW" altLang="zh-TW" dirty="0"/>
              <a:t>使用這個機制，我們在</a:t>
            </a:r>
            <a:r>
              <a:rPr lang="en-US" altLang="zh-TW" dirty="0" err="1"/>
              <a:t>views.login</a:t>
            </a:r>
            <a:r>
              <a:rPr lang="zh-TW" altLang="zh-TW" dirty="0"/>
              <a:t>中就可以修改如下：</a:t>
            </a:r>
          </a:p>
          <a:p>
            <a:pPr marL="0" indent="0">
              <a:buNone/>
            </a:pPr>
            <a:r>
              <a:rPr lang="en-US" altLang="zh-TW" sz="1800" kern="100" dirty="0">
                <a:effectLst/>
                <a:latin typeface="Courier New" panose="02070309020205020404" pitchFamily="49" charset="0"/>
                <a:ea typeface="標楷體" panose="03000509000000000000" pitchFamily="65" charset="-120"/>
              </a:rPr>
              <a:t>def login(request):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request.method</a:t>
            </a:r>
            <a:r>
              <a:rPr lang="en-US" altLang="zh-TW" sz="1800" kern="100" dirty="0">
                <a:effectLst/>
                <a:latin typeface="Courier New" panose="02070309020205020404" pitchFamily="49" charset="0"/>
                <a:ea typeface="標楷體" panose="03000509000000000000" pitchFamily="65" charset="-120"/>
              </a:rPr>
              <a:t> == 'POST':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login_form</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forms.LoginForm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login_form.is_valid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login_name</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['username'].strip()</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login_password</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['password']</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try: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 = </a:t>
            </a:r>
            <a:r>
              <a:rPr lang="en-US" altLang="zh-TW" sz="1800" kern="100" dirty="0" err="1">
                <a:effectLst/>
                <a:latin typeface="Courier New" panose="02070309020205020404" pitchFamily="49" charset="0"/>
                <a:ea typeface="標楷體" panose="03000509000000000000" pitchFamily="65" charset="-120"/>
              </a:rPr>
              <a:t>models.User.objects.get</a:t>
            </a:r>
            <a:r>
              <a:rPr lang="en-US" altLang="zh-TW" sz="1800" kern="100" dirty="0">
                <a:effectLst/>
                <a:latin typeface="Courier New" panose="02070309020205020404" pitchFamily="49" charset="0"/>
                <a:ea typeface="標楷體" panose="03000509000000000000" pitchFamily="65" charset="-120"/>
              </a:rPr>
              <a:t>(name=</a:t>
            </a:r>
            <a:r>
              <a:rPr lang="en-US" altLang="zh-TW" sz="1800" kern="100" dirty="0" err="1">
                <a:effectLst/>
                <a:latin typeface="Courier New" panose="02070309020205020404" pitchFamily="49" charset="0"/>
                <a:ea typeface="標楷體" panose="03000509000000000000" pitchFamily="65" charset="-120"/>
              </a:rPr>
              <a:t>login_name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7857404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31</a:t>
            </a:fld>
            <a:endParaRPr lang="zh-TW" altLang="en-US"/>
          </a:p>
        </p:txBody>
      </p:sp>
      <p:sp>
        <p:nvSpPr>
          <p:cNvPr id="4" name="內容版面配置區 3"/>
          <p:cNvSpPr>
            <a:spLocks noGrp="1"/>
          </p:cNvSpPr>
          <p:nvPr>
            <p:ph sz="quarter" idx="1"/>
          </p:nvPr>
        </p:nvSpPr>
        <p:spPr>
          <a:xfrm>
            <a:off x="301752" y="1527048"/>
            <a:ext cx="8734744" cy="5142312"/>
          </a:xfrm>
        </p:spPr>
        <p:txBody>
          <a:bodyPr>
            <a:normAutofit fontScale="92500" lnSpcReduction="20000"/>
          </a:bodyPr>
          <a:lstStyle/>
          <a:p>
            <a:pPr marL="0" indent="0">
              <a:buNone/>
            </a:pPr>
            <a:r>
              <a:rPr lang="en-US" altLang="zh-TW" sz="1800" kern="100">
                <a:effectLst/>
                <a:latin typeface="Courier New" panose="02070309020205020404" pitchFamily="49" charset="0"/>
                <a:ea typeface="標楷體" panose="03000509000000000000" pitchFamily="65" charset="-120"/>
              </a:rPr>
              <a:t>             if user.password == login_password:</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request.session['username'] = user.name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request.session['useremail'] = user.email</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messages.SUCCESS, '</a:t>
            </a:r>
            <a:r>
              <a:rPr lang="zh-TW" altLang="zh-TW" sz="1800" kern="100">
                <a:solidFill>
                  <a:srgbClr val="C00000"/>
                </a:solidFill>
                <a:effectLst/>
                <a:latin typeface="Courier New" panose="02070309020205020404" pitchFamily="49" charset="0"/>
                <a:ea typeface="標楷體" panose="03000509000000000000" pitchFamily="65" charset="-120"/>
              </a:rPr>
              <a:t>成功登入了</a:t>
            </a:r>
            <a:r>
              <a:rPr lang="en-US" altLang="zh-TW" sz="1800" kern="100">
                <a:solidFill>
                  <a:srgbClr val="C00000"/>
                </a:solidFill>
                <a:effectLst/>
                <a:latin typeface="Courier New" panose="02070309020205020404" pitchFamily="49" charset="0"/>
                <a:ea typeface="標楷體" panose="03000509000000000000" pitchFamily="65" charset="-120"/>
              </a:rPr>
              <a:t>')</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redirect('/')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else: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messages.WARNING, '</a:t>
            </a:r>
            <a:r>
              <a:rPr lang="zh-TW" altLang="zh-TW" sz="1800" kern="100">
                <a:solidFill>
                  <a:srgbClr val="C00000"/>
                </a:solidFill>
                <a:effectLst/>
                <a:latin typeface="Courier New" panose="02070309020205020404" pitchFamily="49" charset="0"/>
                <a:ea typeface="標楷體" panose="03000509000000000000" pitchFamily="65" charset="-120"/>
              </a:rPr>
              <a:t>密碼錯誤，請再檢查一次</a:t>
            </a:r>
            <a:r>
              <a:rPr lang="en-US" altLang="zh-TW" sz="1800" kern="100">
                <a:solidFill>
                  <a:srgbClr val="C00000"/>
                </a:solidFill>
                <a:effectLst/>
                <a:latin typeface="Courier New" panose="02070309020205020404" pitchFamily="49" charset="0"/>
                <a:ea typeface="標楷體" panose="03000509000000000000" pitchFamily="65" charset="-120"/>
              </a:rPr>
              <a:t>')</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except: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messages.WARNING, '</a:t>
            </a:r>
            <a:r>
              <a:rPr lang="zh-TW" altLang="zh-TW" sz="1800" kern="100">
                <a:solidFill>
                  <a:srgbClr val="C00000"/>
                </a:solidFill>
                <a:effectLst/>
                <a:latin typeface="Courier New" panose="02070309020205020404" pitchFamily="49" charset="0"/>
                <a:ea typeface="標楷體" panose="03000509000000000000" pitchFamily="65" charset="-120"/>
              </a:rPr>
              <a:t>找不到使用者</a:t>
            </a:r>
            <a:r>
              <a:rPr lang="en-US" altLang="zh-TW" sz="1800" kern="100">
                <a:solidFill>
                  <a:srgbClr val="C00000"/>
                </a:solidFill>
                <a:effectLst/>
                <a:latin typeface="Courier New" panose="02070309020205020404" pitchFamily="49" charset="0"/>
                <a:ea typeface="標楷體" panose="03000509000000000000" pitchFamily="65" charset="-120"/>
              </a:rPr>
              <a:t>')</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else: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messages.INFO,'</a:t>
            </a:r>
            <a:r>
              <a:rPr lang="zh-TW" altLang="zh-TW" sz="1800" kern="100">
                <a:solidFill>
                  <a:srgbClr val="C00000"/>
                </a:solidFill>
                <a:effectLst/>
                <a:latin typeface="Courier New" panose="02070309020205020404" pitchFamily="49" charset="0"/>
                <a:ea typeface="標楷體" panose="03000509000000000000" pitchFamily="65" charset="-120"/>
              </a:rPr>
              <a:t>請檢查輸入的欄位內容</a:t>
            </a:r>
            <a:r>
              <a:rPr lang="en-US" altLang="zh-TW" sz="1800" kern="100">
                <a:solidFill>
                  <a:srgbClr val="C00000"/>
                </a:solidFill>
                <a:effectLst/>
                <a:latin typeface="Courier New" panose="02070309020205020404" pitchFamily="49" charset="0"/>
                <a:ea typeface="標楷體" panose="03000509000000000000" pitchFamily="65" charset="-120"/>
              </a:rPr>
              <a:t>'</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else: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login_form = forms.LoginForm()</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render(request, 'login.html', locals())</a:t>
            </a:r>
            <a:endParaRPr lang="zh-TW" altLang="zh-TW" sz="1800" kern="100">
              <a:effectLst/>
              <a:latin typeface="Courier New" panose="02070309020205020404" pitchFamily="49" charset="0"/>
              <a:ea typeface="標楷體" panose="03000509000000000000" pitchFamily="65" charset="-120"/>
            </a:endParaRPr>
          </a:p>
          <a:p>
            <a:pPr marL="0" indent="0">
              <a:buNone/>
            </a:pPr>
            <a:endParaRPr lang="zh-TW" altLang="zh-TW" sz="1800" kern="10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4553747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en-US" altLang="zh-TW" sz="3600" dirty="0">
                <a:solidFill>
                  <a:srgbClr val="FF0000"/>
                </a:solidFill>
              </a:rPr>
              <a:t> login.html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32</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a:bodyPr>
          <a:lstStyle/>
          <a:p>
            <a:r>
              <a:rPr lang="zh-TW" altLang="zh-TW" sz="2600" dirty="0"/>
              <a:t>為了方便和</a:t>
            </a:r>
            <a:r>
              <a:rPr lang="en-US" altLang="zh-TW" sz="2600" dirty="0"/>
              <a:t>Bootstrap framework</a:t>
            </a:r>
            <a:r>
              <a:rPr lang="zh-TW" altLang="zh-TW" sz="2600" dirty="0"/>
              <a:t>中使用的</a:t>
            </a:r>
            <a:r>
              <a:rPr lang="en-US" altLang="zh-TW" sz="2600" dirty="0"/>
              <a:t>Alert</a:t>
            </a:r>
            <a:r>
              <a:rPr lang="zh-TW" altLang="zh-TW" sz="2600" dirty="0"/>
              <a:t>訊息系統相同，我們只使用了</a:t>
            </a:r>
            <a:r>
              <a:rPr lang="en-US" altLang="zh-TW" sz="2600" dirty="0"/>
              <a:t>SUCCESS</a:t>
            </a:r>
            <a:r>
              <a:rPr lang="zh-TW" altLang="zh-TW" sz="2600" dirty="0"/>
              <a:t>、</a:t>
            </a:r>
            <a:r>
              <a:rPr lang="en-US" altLang="zh-TW" sz="2600" dirty="0"/>
              <a:t>WARNING</a:t>
            </a:r>
            <a:r>
              <a:rPr lang="zh-TW" altLang="zh-TW" sz="2600" dirty="0"/>
              <a:t>以及</a:t>
            </a:r>
            <a:r>
              <a:rPr lang="en-US" altLang="zh-TW" sz="2600" dirty="0"/>
              <a:t>INFO</a:t>
            </a:r>
            <a:r>
              <a:rPr lang="zh-TW" altLang="zh-TW" sz="2600" dirty="0"/>
              <a:t>。因此，在</a:t>
            </a:r>
            <a:r>
              <a:rPr lang="en-US" altLang="zh-TW" sz="2600" dirty="0">
                <a:solidFill>
                  <a:srgbClr val="FF0000"/>
                </a:solidFill>
              </a:rPr>
              <a:t>login.html</a:t>
            </a:r>
            <a:r>
              <a:rPr lang="zh-TW" altLang="zh-TW" sz="2600" dirty="0"/>
              <a:t>中就可以修改為以下所示的樣子：</a:t>
            </a:r>
          </a:p>
          <a:p>
            <a:pPr marL="0" indent="0">
              <a:buNone/>
            </a:pPr>
            <a:r>
              <a:rPr lang="en-US" altLang="zh-TW" sz="1800" kern="100" dirty="0">
                <a:effectLst/>
                <a:latin typeface="Courier New" panose="02070309020205020404" pitchFamily="49" charset="0"/>
                <a:ea typeface="標楷體" panose="03000509000000000000" pitchFamily="65" charset="-120"/>
              </a:rPr>
              <a:t>&lt;!-- login.html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登入分享日記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for message in messages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&lt;div class='alert alert-{{</a:t>
            </a:r>
            <a:r>
              <a:rPr lang="en-US" altLang="zh-TW" sz="1800" kern="100" dirty="0" err="1">
                <a:solidFill>
                  <a:srgbClr val="FF0000"/>
                </a:solidFill>
                <a:effectLst/>
                <a:latin typeface="Courier New" panose="02070309020205020404" pitchFamily="49" charset="0"/>
                <a:ea typeface="標楷體" panose="03000509000000000000" pitchFamily="65" charset="-120"/>
              </a:rPr>
              <a:t>message.tags</a:t>
            </a:r>
            <a:r>
              <a:rPr lang="en-US" altLang="zh-TW" sz="1800" kern="100" dirty="0">
                <a:solidFill>
                  <a:srgbClr val="FF0000"/>
                </a:solidFill>
                <a:effectLst/>
                <a:latin typeface="Courier New" panose="02070309020205020404" pitchFamily="49" charset="0"/>
                <a:ea typeface="標楷體" panose="03000509000000000000" pitchFamily="65" charset="-120"/>
              </a:rPr>
              <a:t>}}'&gt;{{ message }}&lt;/div&gt;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endfor</a:t>
            </a:r>
            <a:r>
              <a:rPr lang="en-US" altLang="zh-TW" sz="1800"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15341882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zh-TW" altLang="en-US" dirty="0"/>
              <a:t>這頁不用改</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33</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a:bodyPr>
          <a:lstStyle/>
          <a:p>
            <a:pPr marL="0" indent="0">
              <a:buNone/>
            </a:pPr>
            <a:r>
              <a:rPr lang="en-US" altLang="zh-TW" sz="1800" kern="100">
                <a:effectLst/>
                <a:latin typeface="Courier New" panose="02070309020205020404" pitchFamily="49" charset="0"/>
                <a:ea typeface="標楷體" panose="03000509000000000000" pitchFamily="65" charset="-120"/>
              </a:rPr>
              <a:t>&lt;div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登入我的私人日記</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&lt;form action='.' method='POST'&gt;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csrf_token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login_form.as_table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&lt;input type='submit' value='</a:t>
            </a:r>
            <a:r>
              <a:rPr lang="zh-TW" altLang="zh-TW" sz="1800" kern="100">
                <a:effectLst/>
                <a:latin typeface="Courier New" panose="02070309020205020404" pitchFamily="49" charset="0"/>
                <a:ea typeface="標楷體" panose="03000509000000000000" pitchFamily="65" charset="-120"/>
              </a:rPr>
              <a:t>登入</a:t>
            </a:r>
            <a:r>
              <a:rPr lang="en-US" altLang="zh-TW" sz="1800" kern="100">
                <a:effectLst/>
                <a:latin typeface="Courier New" panose="02070309020205020404" pitchFamily="49" charset="0"/>
                <a:ea typeface="標楷體" panose="03000509000000000000" pitchFamily="65" charset="-120"/>
              </a:rPr>
              <a:t>'&gt;&lt;br/&gt;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&lt;/form&gt;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23177871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 </a:t>
            </a:r>
            <a:r>
              <a:rPr lang="en-US" altLang="zh-TW" sz="3600" dirty="0">
                <a:solidFill>
                  <a:srgbClr val="FF0000"/>
                </a:solidFill>
              </a:rPr>
              <a:t>index.html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34</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a:bodyPr>
          <a:lstStyle/>
          <a:p>
            <a:r>
              <a:rPr lang="en-US" altLang="zh-TW" dirty="0">
                <a:solidFill>
                  <a:srgbClr val="FF0000"/>
                </a:solidFill>
              </a:rPr>
              <a:t>index.html</a:t>
            </a:r>
            <a:r>
              <a:rPr lang="zh-TW" altLang="zh-TW" dirty="0"/>
              <a:t>前面</a:t>
            </a:r>
            <a:r>
              <a:rPr lang="zh-TW" altLang="en-US" dirty="0"/>
              <a:t>加入</a:t>
            </a:r>
            <a:r>
              <a:rPr lang="en-US" altLang="zh-TW" dirty="0"/>
              <a:t>messages</a:t>
            </a:r>
            <a:r>
              <a:rPr lang="zh-TW" altLang="zh-TW" dirty="0"/>
              <a:t>，如下所示：</a:t>
            </a:r>
          </a:p>
          <a:p>
            <a:pPr marL="0" indent="0">
              <a:buNone/>
            </a:pPr>
            <a:r>
              <a:rPr lang="en-US" altLang="zh-TW" sz="2400" kern="100" dirty="0">
                <a:effectLst/>
                <a:latin typeface="Courier New" panose="02070309020205020404" pitchFamily="49" charset="0"/>
                <a:ea typeface="標楷體" panose="03000509000000000000" pitchFamily="65" charset="-120"/>
              </a:rPr>
              <a:t>&lt;!-- index.html (dj4ch09 project) --&gt;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extends "base.html"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block title %}</a:t>
            </a:r>
            <a:r>
              <a:rPr lang="zh-TW" altLang="zh-TW" sz="2400" kern="100" dirty="0">
                <a:effectLst/>
                <a:latin typeface="Courier New" panose="02070309020205020404" pitchFamily="49" charset="0"/>
                <a:ea typeface="標楷體" panose="03000509000000000000" pitchFamily="65" charset="-120"/>
              </a:rPr>
              <a:t>我的私人日記</a:t>
            </a: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block content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&lt;div class='container'&gt;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solidFill>
                  <a:srgbClr val="C00000"/>
                </a:solidFill>
                <a:effectLst/>
                <a:latin typeface="Courier New" panose="02070309020205020404" pitchFamily="49" charset="0"/>
                <a:ea typeface="標楷體" panose="03000509000000000000" pitchFamily="65" charset="-120"/>
              </a:rPr>
              <a:t>{% for message in messages %}</a:t>
            </a:r>
            <a:endParaRPr lang="zh-TW" altLang="zh-TW" sz="24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solidFill>
                  <a:srgbClr val="C00000"/>
                </a:solidFill>
                <a:effectLst/>
                <a:latin typeface="Courier New" panose="02070309020205020404" pitchFamily="49" charset="0"/>
                <a:ea typeface="標楷體" panose="03000509000000000000" pitchFamily="65" charset="-120"/>
              </a:rPr>
              <a:t>    &lt;div class='alert alert-{{</a:t>
            </a:r>
            <a:r>
              <a:rPr lang="en-US" altLang="zh-TW" sz="2400" kern="100" dirty="0" err="1">
                <a:solidFill>
                  <a:srgbClr val="C00000"/>
                </a:solidFill>
                <a:effectLst/>
                <a:latin typeface="Courier New" panose="02070309020205020404" pitchFamily="49" charset="0"/>
                <a:ea typeface="標楷體" panose="03000509000000000000" pitchFamily="65" charset="-120"/>
              </a:rPr>
              <a:t>message.tags</a:t>
            </a:r>
            <a:r>
              <a:rPr lang="en-US" altLang="zh-TW" sz="2400" kern="100" dirty="0">
                <a:solidFill>
                  <a:srgbClr val="C00000"/>
                </a:solidFill>
                <a:effectLst/>
                <a:latin typeface="Courier New" panose="02070309020205020404" pitchFamily="49" charset="0"/>
                <a:ea typeface="標楷體" panose="03000509000000000000" pitchFamily="65" charset="-120"/>
              </a:rPr>
              <a:t>}}'&gt;{{ message }}&lt;/div&gt;</a:t>
            </a:r>
            <a:endParaRPr lang="zh-TW" altLang="zh-TW" sz="24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solidFill>
                  <a:srgbClr val="C00000"/>
                </a:solidFill>
                <a:effectLst/>
                <a:latin typeface="Courier New" panose="02070309020205020404" pitchFamily="49" charset="0"/>
                <a:ea typeface="標楷體" panose="03000509000000000000" pitchFamily="65" charset="-120"/>
              </a:rPr>
              <a:t>{% </a:t>
            </a:r>
            <a:r>
              <a:rPr lang="en-US" altLang="zh-TW" sz="2400" kern="100" dirty="0" err="1">
                <a:solidFill>
                  <a:srgbClr val="C00000"/>
                </a:solidFill>
                <a:effectLst/>
                <a:latin typeface="Courier New" panose="02070309020205020404" pitchFamily="49" charset="0"/>
                <a:ea typeface="標楷體" panose="03000509000000000000" pitchFamily="65" charset="-120"/>
              </a:rPr>
              <a:t>endfor</a:t>
            </a:r>
            <a:r>
              <a:rPr lang="en-US" altLang="zh-TW" sz="2400" kern="100" dirty="0">
                <a:solidFill>
                  <a:srgbClr val="C00000"/>
                </a:solidFill>
                <a:effectLst/>
                <a:latin typeface="Courier New" panose="02070309020205020404" pitchFamily="49" charset="0"/>
                <a:ea typeface="標楷體" panose="03000509000000000000" pitchFamily="65" charset="-120"/>
              </a:rPr>
              <a:t> %}</a:t>
            </a:r>
            <a:endParaRPr lang="zh-TW" altLang="zh-TW" sz="2400" kern="100" dirty="0">
              <a:solidFill>
                <a:srgbClr val="C00000"/>
              </a:solidFill>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1049668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zh-TW" altLang="en-US" dirty="0"/>
              <a:t>不用改</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35</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a:bodyPr>
          <a:lstStyle/>
          <a:p>
            <a:pPr marL="0" indent="0">
              <a:buNone/>
            </a:pPr>
            <a:r>
              <a:rPr lang="en-US" altLang="zh-TW" sz="1800" kern="100">
                <a:effectLst/>
                <a:latin typeface="Courier New" panose="02070309020205020404" pitchFamily="49" charset="0"/>
                <a:ea typeface="標楷體" panose="03000509000000000000" pitchFamily="65" charset="-120"/>
              </a:rPr>
              <a:t> &lt;div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class='card-header' align=center&gt;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我的私人日記</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if username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歡迎：</a:t>
            </a:r>
            <a:r>
              <a:rPr lang="en-US" altLang="zh-TW" sz="1800" kern="100">
                <a:effectLst/>
                <a:latin typeface="Courier New" panose="02070309020205020404" pitchFamily="49" charset="0"/>
                <a:ea typeface="標楷體" panose="03000509000000000000" pitchFamily="65" charset="-120"/>
              </a:rPr>
              <a:t>{{username}}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endif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en-US" dirty="0"/>
          </a:p>
        </p:txBody>
      </p:sp>
    </p:spTree>
    <p:extLst>
      <p:ext uri="{BB962C8B-B14F-4D97-AF65-F5344CB8AC3E}">
        <p14:creationId xmlns:p14="http://schemas.microsoft.com/office/powerpoint/2010/main" val="38148382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36</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messages framework</a:t>
            </a:r>
            <a:r>
              <a:rPr lang="zh-TW" altLang="zh-TW" dirty="0"/>
              <a:t>顯示登入成功的訊息</a:t>
            </a:r>
            <a:endParaRPr lang="zh-TW" altLang="en-US" dirty="0"/>
          </a:p>
        </p:txBody>
      </p:sp>
      <p:pic>
        <p:nvPicPr>
          <p:cNvPr id="6" name="圖片 5">
            <a:extLst>
              <a:ext uri="{FF2B5EF4-FFF2-40B4-BE49-F238E27FC236}">
                <a16:creationId xmlns:a16="http://schemas.microsoft.com/office/drawing/2014/main" id="{A6910CDF-BC15-09F3-437A-596597AC4A43}"/>
              </a:ext>
            </a:extLst>
          </p:cNvPr>
          <p:cNvPicPr>
            <a:picLocks noChangeAspect="1"/>
          </p:cNvPicPr>
          <p:nvPr/>
        </p:nvPicPr>
        <p:blipFill>
          <a:blip r:embed="rId2"/>
          <a:stretch>
            <a:fillRect/>
          </a:stretch>
        </p:blipFill>
        <p:spPr>
          <a:xfrm>
            <a:off x="755576" y="2520187"/>
            <a:ext cx="7697247" cy="3638211"/>
          </a:xfrm>
          <a:prstGeom prst="rect">
            <a:avLst/>
          </a:prstGeom>
        </p:spPr>
      </p:pic>
    </p:spTree>
    <p:extLst>
      <p:ext uri="{BB962C8B-B14F-4D97-AF65-F5344CB8AC3E}">
        <p14:creationId xmlns:p14="http://schemas.microsoft.com/office/powerpoint/2010/main" val="27915182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37</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t>Django</a:t>
            </a:r>
            <a:r>
              <a:rPr lang="zh-TW" altLang="zh-TW" dirty="0"/>
              <a:t>本身內建了使用者的登入</a:t>
            </a:r>
            <a:r>
              <a:rPr lang="en-US" altLang="zh-TW" dirty="0"/>
              <a:t>/</a:t>
            </a:r>
            <a:r>
              <a:rPr lang="zh-TW" altLang="zh-TW" dirty="0"/>
              <a:t>登出的功能</a:t>
            </a:r>
            <a:endParaRPr lang="en-US" altLang="zh-TW" dirty="0"/>
          </a:p>
          <a:p>
            <a:r>
              <a:rPr lang="en-US" altLang="zh-TW" dirty="0"/>
              <a:t>admin</a:t>
            </a:r>
            <a:r>
              <a:rPr lang="zh-TW" altLang="zh-TW" dirty="0"/>
              <a:t>管理網頁的</a:t>
            </a:r>
            <a:r>
              <a:rPr lang="en-US" altLang="zh-TW" dirty="0">
                <a:solidFill>
                  <a:srgbClr val="FF0000"/>
                </a:solidFill>
              </a:rPr>
              <a:t>Users</a:t>
            </a:r>
            <a:r>
              <a:rPr lang="zh-TW" altLang="zh-TW" dirty="0"/>
              <a:t>介面</a:t>
            </a:r>
            <a:r>
              <a:rPr lang="zh-TW" altLang="en-US" dirty="0"/>
              <a:t>，</a:t>
            </a:r>
            <a:r>
              <a:rPr lang="zh-TW" altLang="zh-TW" dirty="0"/>
              <a:t>使用</a:t>
            </a:r>
            <a:r>
              <a:rPr lang="en-US" altLang="zh-TW" dirty="0"/>
              <a:t>Django</a:t>
            </a:r>
            <a:r>
              <a:rPr lang="zh-TW" altLang="zh-TW" dirty="0"/>
              <a:t>的使用者驗證系統</a:t>
            </a:r>
            <a:endParaRPr lang="zh-TW" altLang="en-US" dirty="0"/>
          </a:p>
        </p:txBody>
      </p:sp>
      <p:pic>
        <p:nvPicPr>
          <p:cNvPr id="6" name="圖片 5">
            <a:extLst>
              <a:ext uri="{FF2B5EF4-FFF2-40B4-BE49-F238E27FC236}">
                <a16:creationId xmlns:a16="http://schemas.microsoft.com/office/drawing/2014/main" id="{CC9DF457-CB5B-49E7-BF0C-B6D62B008F06}"/>
              </a:ext>
            </a:extLst>
          </p:cNvPr>
          <p:cNvPicPr>
            <a:picLocks noChangeAspect="1"/>
          </p:cNvPicPr>
          <p:nvPr/>
        </p:nvPicPr>
        <p:blipFill>
          <a:blip r:embed="rId2"/>
          <a:stretch>
            <a:fillRect/>
          </a:stretch>
        </p:blipFill>
        <p:spPr>
          <a:xfrm>
            <a:off x="1686540" y="2889264"/>
            <a:ext cx="6264696" cy="3790477"/>
          </a:xfrm>
          <a:prstGeom prst="rect">
            <a:avLst/>
          </a:prstGeom>
        </p:spPr>
      </p:pic>
    </p:spTree>
    <p:extLst>
      <p:ext uri="{BB962C8B-B14F-4D97-AF65-F5344CB8AC3E}">
        <p14:creationId xmlns:p14="http://schemas.microsoft.com/office/powerpoint/2010/main" val="34646381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38</a:t>
            </a:fld>
            <a:endParaRPr lang="zh-TW" altLang="en-US"/>
          </a:p>
        </p:txBody>
      </p:sp>
      <p:sp>
        <p:nvSpPr>
          <p:cNvPr id="4" name="內容版面配置區 3"/>
          <p:cNvSpPr>
            <a:spLocks noGrp="1"/>
          </p:cNvSpPr>
          <p:nvPr>
            <p:ph sz="quarter" idx="1"/>
          </p:nvPr>
        </p:nvSpPr>
        <p:spPr/>
        <p:txBody>
          <a:bodyPr/>
          <a:lstStyle/>
          <a:p>
            <a:r>
              <a:rPr lang="en-US" altLang="zh-TW" dirty="0"/>
              <a:t>Django</a:t>
            </a:r>
            <a:r>
              <a:rPr lang="zh-TW" altLang="zh-TW" dirty="0"/>
              <a:t>物件是在</a:t>
            </a:r>
            <a:r>
              <a:rPr lang="en-US" altLang="zh-TW" dirty="0" err="1"/>
              <a:t>auth.models</a:t>
            </a:r>
            <a:r>
              <a:rPr lang="zh-TW" altLang="zh-TW" dirty="0"/>
              <a:t>中，所以要使用之前需引入如下：</a:t>
            </a:r>
          </a:p>
          <a:p>
            <a:pPr lvl="1"/>
            <a:r>
              <a:rPr lang="en-US" altLang="zh-TW" dirty="0"/>
              <a:t>from </a:t>
            </a:r>
            <a:r>
              <a:rPr lang="en-US" altLang="zh-TW" dirty="0" err="1"/>
              <a:t>django.contrib.auth.models</a:t>
            </a:r>
            <a:r>
              <a:rPr lang="en-US" altLang="zh-TW" dirty="0"/>
              <a:t> import User</a:t>
            </a:r>
            <a:endParaRPr lang="zh-TW" altLang="zh-TW" dirty="0"/>
          </a:p>
          <a:p>
            <a:r>
              <a:rPr lang="zh-TW" altLang="zh-TW" dirty="0"/>
              <a:t>在</a:t>
            </a:r>
            <a:r>
              <a:rPr lang="en-US" altLang="zh-TW" dirty="0"/>
              <a:t>Django</a:t>
            </a:r>
            <a:r>
              <a:rPr lang="zh-TW" altLang="zh-TW" dirty="0"/>
              <a:t>預設的</a:t>
            </a:r>
            <a:r>
              <a:rPr lang="en-US" altLang="zh-TW" dirty="0"/>
              <a:t>User</a:t>
            </a:r>
            <a:r>
              <a:rPr lang="zh-TW" altLang="zh-TW" dirty="0"/>
              <a:t>物件中欄位有：</a:t>
            </a:r>
          </a:p>
          <a:p>
            <a:pPr lvl="1"/>
            <a:r>
              <a:rPr lang="en-US" altLang="zh-TW" dirty="0"/>
              <a:t>username</a:t>
            </a:r>
            <a:endParaRPr lang="zh-TW" altLang="zh-TW" dirty="0"/>
          </a:p>
          <a:p>
            <a:pPr lvl="1"/>
            <a:r>
              <a:rPr lang="en-US" altLang="zh-TW" dirty="0"/>
              <a:t>password</a:t>
            </a:r>
            <a:endParaRPr lang="zh-TW" altLang="zh-TW" dirty="0"/>
          </a:p>
          <a:p>
            <a:pPr lvl="1"/>
            <a:r>
              <a:rPr lang="en-US" altLang="zh-TW" dirty="0"/>
              <a:t>email</a:t>
            </a:r>
            <a:endParaRPr lang="zh-TW" altLang="zh-TW" dirty="0"/>
          </a:p>
          <a:p>
            <a:pPr lvl="1"/>
            <a:r>
              <a:rPr lang="en-US" altLang="zh-TW" dirty="0" err="1"/>
              <a:t>first_name</a:t>
            </a:r>
            <a:endParaRPr lang="zh-TW" altLang="zh-TW" dirty="0"/>
          </a:p>
          <a:p>
            <a:pPr lvl="1"/>
            <a:r>
              <a:rPr lang="en-US" altLang="zh-TW" dirty="0" err="1"/>
              <a:t>last_name</a:t>
            </a:r>
            <a:endParaRPr lang="zh-TW" altLang="zh-TW" dirty="0"/>
          </a:p>
          <a:p>
            <a:endParaRPr lang="zh-TW" altLang="en-US" dirty="0"/>
          </a:p>
        </p:txBody>
      </p:sp>
    </p:spTree>
    <p:extLst>
      <p:ext uri="{BB962C8B-B14F-4D97-AF65-F5344CB8AC3E}">
        <p14:creationId xmlns:p14="http://schemas.microsoft.com/office/powerpoint/2010/main" val="41557287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39</a:t>
            </a:fld>
            <a:endParaRPr lang="zh-TW" altLang="en-US"/>
          </a:p>
        </p:txBody>
      </p:sp>
      <p:sp>
        <p:nvSpPr>
          <p:cNvPr id="4" name="內容版面配置區 3"/>
          <p:cNvSpPr>
            <a:spLocks noGrp="1"/>
          </p:cNvSpPr>
          <p:nvPr>
            <p:ph sz="quarter" idx="1"/>
          </p:nvPr>
        </p:nvSpPr>
        <p:spPr/>
        <p:txBody>
          <a:bodyPr/>
          <a:lstStyle/>
          <a:p>
            <a:r>
              <a:rPr lang="zh-TW" altLang="zh-TW" dirty="0"/>
              <a:t>使用以下的程式碼來建立一個新的使用者：</a:t>
            </a:r>
          </a:p>
          <a:p>
            <a:pPr lvl="1"/>
            <a:r>
              <a:rPr lang="en-US" altLang="zh-TW" dirty="0"/>
              <a:t>from </a:t>
            </a:r>
            <a:r>
              <a:rPr lang="en-US" altLang="zh-TW" dirty="0" err="1"/>
              <a:t>django.contrib.auth.models</a:t>
            </a:r>
            <a:r>
              <a:rPr lang="en-US" altLang="zh-TW" dirty="0"/>
              <a:t> import </a:t>
            </a:r>
            <a:r>
              <a:rPr lang="en-US" altLang="zh-TW" dirty="0">
                <a:solidFill>
                  <a:srgbClr val="FF0000"/>
                </a:solidFill>
              </a:rPr>
              <a:t>User</a:t>
            </a:r>
            <a:endParaRPr lang="zh-TW" altLang="zh-TW" dirty="0">
              <a:solidFill>
                <a:srgbClr val="FF0000"/>
              </a:solidFill>
            </a:endParaRPr>
          </a:p>
          <a:p>
            <a:pPr lvl="1"/>
            <a:r>
              <a:rPr lang="en-US" altLang="zh-TW" dirty="0"/>
              <a:t>user = </a:t>
            </a:r>
            <a:r>
              <a:rPr lang="en-US" altLang="zh-TW" dirty="0" err="1">
                <a:solidFill>
                  <a:srgbClr val="FF0000"/>
                </a:solidFill>
              </a:rPr>
              <a:t>User</a:t>
            </a:r>
            <a:r>
              <a:rPr lang="en-US" altLang="zh-TW" dirty="0" err="1"/>
              <a:t>.objects.</a:t>
            </a:r>
            <a:r>
              <a:rPr lang="en-US" altLang="zh-TW" dirty="0" err="1">
                <a:solidFill>
                  <a:srgbClr val="FF0000"/>
                </a:solidFill>
              </a:rPr>
              <a:t>create_user</a:t>
            </a:r>
            <a:r>
              <a:rPr lang="en-US" altLang="zh-TW" dirty="0"/>
              <a:t>('</a:t>
            </a:r>
            <a:r>
              <a:rPr lang="en-US" altLang="zh-TW" dirty="0" err="1"/>
              <a:t>minhuang</a:t>
            </a:r>
            <a:r>
              <a:rPr lang="en-US" altLang="zh-TW" dirty="0"/>
              <a:t>', 'ho@min-huang.com', '</a:t>
            </a:r>
            <a:r>
              <a:rPr lang="en-US" altLang="zh-TW" dirty="0" err="1"/>
              <a:t>mypassword</a:t>
            </a:r>
            <a:r>
              <a:rPr lang="en-US" altLang="zh-TW" dirty="0"/>
              <a:t>')</a:t>
            </a:r>
          </a:p>
          <a:p>
            <a:r>
              <a:rPr lang="zh-TW" altLang="zh-TW" dirty="0"/>
              <a:t>需要修改其中的任一欄位資料的話，和之前操作</a:t>
            </a:r>
            <a:r>
              <a:rPr lang="en-US" altLang="zh-TW" dirty="0"/>
              <a:t>Model</a:t>
            </a:r>
            <a:r>
              <a:rPr lang="zh-TW" altLang="zh-TW" dirty="0"/>
              <a:t>實例變數的方法是一樣的，如下所示：</a:t>
            </a:r>
          </a:p>
          <a:p>
            <a:pPr lvl="1"/>
            <a:r>
              <a:rPr lang="en-US" altLang="zh-TW" dirty="0" err="1"/>
              <a:t>user.last_name</a:t>
            </a:r>
            <a:r>
              <a:rPr lang="en-US" altLang="zh-TW" dirty="0"/>
              <a:t> = 'Ho'</a:t>
            </a:r>
            <a:endParaRPr lang="zh-TW" altLang="zh-TW" dirty="0"/>
          </a:p>
          <a:p>
            <a:pPr lvl="1"/>
            <a:r>
              <a:rPr lang="en-US" altLang="zh-TW" dirty="0" err="1"/>
              <a:t>user.save</a:t>
            </a:r>
            <a:r>
              <a:rPr lang="en-US" altLang="zh-TW" dirty="0"/>
              <a:t>()</a:t>
            </a:r>
            <a:endParaRPr lang="zh-TW" altLang="zh-TW" dirty="0"/>
          </a:p>
          <a:p>
            <a:endParaRPr lang="zh-TW" altLang="en-US" dirty="0"/>
          </a:p>
        </p:txBody>
      </p:sp>
    </p:spTree>
    <p:extLst>
      <p:ext uri="{BB962C8B-B14F-4D97-AF65-F5344CB8AC3E}">
        <p14:creationId xmlns:p14="http://schemas.microsoft.com/office/powerpoint/2010/main" val="30154348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40</a:t>
            </a:fld>
            <a:endParaRPr lang="zh-TW" altLang="en-US"/>
          </a:p>
        </p:txBody>
      </p:sp>
      <p:sp>
        <p:nvSpPr>
          <p:cNvPr id="4" name="內容版面配置區 3"/>
          <p:cNvSpPr>
            <a:spLocks noGrp="1"/>
          </p:cNvSpPr>
          <p:nvPr>
            <p:ph sz="quarter" idx="1"/>
          </p:nvPr>
        </p:nvSpPr>
        <p:spPr/>
        <p:txBody>
          <a:bodyPr/>
          <a:lstStyle/>
          <a:p>
            <a:r>
              <a:rPr lang="zh-TW" altLang="zh-TW" dirty="0"/>
              <a:t>先使用</a:t>
            </a:r>
            <a:r>
              <a:rPr lang="en-US" altLang="zh-TW" dirty="0"/>
              <a:t>admin</a:t>
            </a:r>
            <a:r>
              <a:rPr lang="zh-TW" altLang="zh-TW" dirty="0"/>
              <a:t>管理網頁來修改以及新增使用者資料，接下來我們要做的是利用在</a:t>
            </a:r>
            <a:r>
              <a:rPr lang="en-US" altLang="zh-TW" dirty="0"/>
              <a:t>User</a:t>
            </a:r>
            <a:r>
              <a:rPr lang="zh-TW" altLang="zh-TW" dirty="0"/>
              <a:t>中的資料來做使用者登入以及登出的實作</a:t>
            </a:r>
            <a:endParaRPr lang="en-US" altLang="zh-TW" dirty="0"/>
          </a:p>
          <a:p>
            <a:r>
              <a:rPr lang="zh-TW" altLang="zh-TW" dirty="0">
                <a:solidFill>
                  <a:srgbClr val="FF0000"/>
                </a:solidFill>
              </a:rPr>
              <a:t>請留意本小節的操作對象是</a:t>
            </a:r>
            <a:r>
              <a:rPr lang="en-US" altLang="zh-TW" dirty="0">
                <a:solidFill>
                  <a:srgbClr val="FF0000"/>
                </a:solidFill>
              </a:rPr>
              <a:t>User</a:t>
            </a:r>
            <a:r>
              <a:rPr lang="zh-TW" altLang="zh-TW" dirty="0">
                <a:solidFill>
                  <a:srgbClr val="FF0000"/>
                </a:solidFill>
              </a:rPr>
              <a:t>類別（是在</a:t>
            </a:r>
            <a:r>
              <a:rPr lang="en-US" altLang="zh-TW" dirty="0" err="1">
                <a:solidFill>
                  <a:srgbClr val="FF0000"/>
                </a:solidFill>
              </a:rPr>
              <a:t>django.contrib.auth.models</a:t>
            </a:r>
            <a:r>
              <a:rPr lang="zh-TW" altLang="zh-TW" dirty="0">
                <a:solidFill>
                  <a:srgbClr val="FF0000"/>
                </a:solidFill>
              </a:rPr>
              <a:t>中的類別），和在前一節中在</a:t>
            </a:r>
            <a:r>
              <a:rPr lang="en-US" altLang="zh-TW" dirty="0">
                <a:solidFill>
                  <a:srgbClr val="FF0000"/>
                </a:solidFill>
              </a:rPr>
              <a:t>models.py</a:t>
            </a:r>
            <a:r>
              <a:rPr lang="zh-TW" altLang="zh-TW" dirty="0">
                <a:solidFill>
                  <a:srgbClr val="FF0000"/>
                </a:solidFill>
              </a:rPr>
              <a:t>中定義的</a:t>
            </a:r>
            <a:r>
              <a:rPr lang="en-US" altLang="zh-TW" dirty="0">
                <a:solidFill>
                  <a:srgbClr val="FF0000"/>
                </a:solidFill>
              </a:rPr>
              <a:t>User</a:t>
            </a:r>
            <a:r>
              <a:rPr lang="zh-TW" altLang="zh-TW" dirty="0">
                <a:solidFill>
                  <a:srgbClr val="FF0000"/>
                </a:solidFill>
              </a:rPr>
              <a:t>是不同的。在</a:t>
            </a:r>
            <a:r>
              <a:rPr lang="en-US" altLang="zh-TW" dirty="0">
                <a:solidFill>
                  <a:srgbClr val="FF0000"/>
                </a:solidFill>
              </a:rPr>
              <a:t>models.py</a:t>
            </a:r>
            <a:r>
              <a:rPr lang="zh-TW" altLang="zh-TW" dirty="0">
                <a:solidFill>
                  <a:srgbClr val="FF0000"/>
                </a:solidFill>
              </a:rPr>
              <a:t>中自訂的</a:t>
            </a:r>
            <a:r>
              <a:rPr lang="en-US" altLang="zh-TW" dirty="0">
                <a:solidFill>
                  <a:srgbClr val="FF0000"/>
                </a:solidFill>
              </a:rPr>
              <a:t>User</a:t>
            </a:r>
            <a:r>
              <a:rPr lang="zh-TW" altLang="zh-TW" dirty="0">
                <a:solidFill>
                  <a:srgbClr val="FF0000"/>
                </a:solidFill>
              </a:rPr>
              <a:t>類別在</a:t>
            </a:r>
            <a:r>
              <a:rPr lang="en-US" altLang="zh-TW" dirty="0">
                <a:solidFill>
                  <a:srgbClr val="FF0000"/>
                </a:solidFill>
              </a:rPr>
              <a:t>views.py</a:t>
            </a:r>
            <a:r>
              <a:rPr lang="zh-TW" altLang="zh-TW" dirty="0">
                <a:solidFill>
                  <a:srgbClr val="FF0000"/>
                </a:solidFill>
              </a:rPr>
              <a:t>中是以</a:t>
            </a:r>
            <a:r>
              <a:rPr lang="en-US" altLang="zh-TW" dirty="0" err="1">
                <a:solidFill>
                  <a:srgbClr val="FF0000"/>
                </a:solidFill>
              </a:rPr>
              <a:t>models.User</a:t>
            </a:r>
            <a:r>
              <a:rPr lang="zh-TW" altLang="zh-TW" dirty="0">
                <a:solidFill>
                  <a:srgbClr val="FF0000"/>
                </a:solidFill>
              </a:rPr>
              <a:t>來操作，而在</a:t>
            </a:r>
            <a:r>
              <a:rPr lang="en-US" altLang="zh-TW" dirty="0" err="1">
                <a:solidFill>
                  <a:srgbClr val="FF0000"/>
                </a:solidFill>
              </a:rPr>
              <a:t>auth.models</a:t>
            </a:r>
            <a:r>
              <a:rPr lang="zh-TW" altLang="zh-TW" dirty="0">
                <a:solidFill>
                  <a:srgbClr val="FF0000"/>
                </a:solidFill>
              </a:rPr>
              <a:t>中的則是直接用</a:t>
            </a:r>
            <a:r>
              <a:rPr lang="en-US" altLang="zh-TW" dirty="0">
                <a:solidFill>
                  <a:srgbClr val="FF0000"/>
                </a:solidFill>
              </a:rPr>
              <a:t>User</a:t>
            </a:r>
            <a:r>
              <a:rPr lang="zh-TW" altLang="zh-TW" dirty="0">
                <a:solidFill>
                  <a:srgbClr val="FF0000"/>
                </a:solidFill>
              </a:rPr>
              <a:t>拿來使用。</a:t>
            </a:r>
            <a:endParaRPr lang="zh-TW" altLang="en-US" dirty="0">
              <a:solidFill>
                <a:srgbClr val="FF0000"/>
              </a:solidFill>
            </a:endParaRPr>
          </a:p>
        </p:txBody>
      </p:sp>
    </p:spTree>
    <p:extLst>
      <p:ext uri="{BB962C8B-B14F-4D97-AF65-F5344CB8AC3E}">
        <p14:creationId xmlns:p14="http://schemas.microsoft.com/office/powerpoint/2010/main" val="3081456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程式內運</a:t>
            </a:r>
            <a:r>
              <a:rPr lang="zh-TW" altLang="zh-TW" dirty="0"/>
              <a:t>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41</a:t>
            </a:fld>
            <a:endParaRPr lang="zh-TW" altLang="en-US"/>
          </a:p>
        </p:txBody>
      </p:sp>
      <p:sp>
        <p:nvSpPr>
          <p:cNvPr id="4" name="內容版面配置區 3"/>
          <p:cNvSpPr>
            <a:spLocks noGrp="1"/>
          </p:cNvSpPr>
          <p:nvPr>
            <p:ph sz="quarter" idx="1"/>
          </p:nvPr>
        </p:nvSpPr>
        <p:spPr>
          <a:xfrm>
            <a:off x="301752" y="1527048"/>
            <a:ext cx="8534400" cy="4854280"/>
          </a:xfrm>
        </p:spPr>
        <p:txBody>
          <a:bodyPr>
            <a:normAutofit fontScale="92500" lnSpcReduction="10000"/>
          </a:bodyPr>
          <a:lstStyle/>
          <a:p>
            <a:r>
              <a:rPr lang="en-US" altLang="zh-TW" dirty="0" err="1"/>
              <a:t>django.contrib.auth</a:t>
            </a:r>
            <a:r>
              <a:rPr lang="zh-TW" altLang="zh-TW" dirty="0"/>
              <a:t>中提供了</a:t>
            </a:r>
            <a:r>
              <a:rPr lang="en-US" altLang="zh-TW" dirty="0"/>
              <a:t>3</a:t>
            </a:r>
            <a:r>
              <a:rPr lang="zh-TW" altLang="zh-TW" dirty="0"/>
              <a:t>個主要的函數</a:t>
            </a:r>
            <a:endParaRPr lang="en-US" altLang="zh-TW" dirty="0"/>
          </a:p>
          <a:p>
            <a:pPr lvl="1"/>
            <a:r>
              <a:rPr lang="en-US" altLang="zh-TW" dirty="0"/>
              <a:t>Authenticate</a:t>
            </a:r>
          </a:p>
          <a:p>
            <a:pPr lvl="1"/>
            <a:r>
              <a:rPr lang="en-US" altLang="zh-TW" dirty="0"/>
              <a:t>login</a:t>
            </a:r>
          </a:p>
          <a:p>
            <a:pPr lvl="1"/>
            <a:r>
              <a:rPr lang="en-US" altLang="zh-TW" dirty="0"/>
              <a:t>logout</a:t>
            </a:r>
          </a:p>
          <a:p>
            <a:r>
              <a:rPr lang="zh-TW" altLang="en-US" dirty="0"/>
              <a:t>利用</a:t>
            </a:r>
            <a:r>
              <a:rPr lang="en-US" altLang="zh-TW" dirty="0"/>
              <a:t>Django</a:t>
            </a:r>
            <a:r>
              <a:rPr lang="zh-TW" altLang="en-US" dirty="0"/>
              <a:t>的</a:t>
            </a:r>
            <a:r>
              <a:rPr lang="en-US" altLang="zh-TW" dirty="0" err="1"/>
              <a:t>auth</a:t>
            </a:r>
            <a:r>
              <a:rPr lang="zh-TW" altLang="en-US" dirty="0"/>
              <a:t>機制，</a:t>
            </a:r>
            <a:r>
              <a:rPr lang="en-US" altLang="zh-TW" dirty="0" err="1"/>
              <a:t>views.login</a:t>
            </a:r>
            <a:r>
              <a:rPr lang="zh-TW" altLang="en-US" dirty="0"/>
              <a:t>的內容修改為如下：</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from </a:t>
            </a:r>
            <a:r>
              <a:rPr lang="en-US" altLang="zh-TW" dirty="0" err="1">
                <a:solidFill>
                  <a:srgbClr val="FF0000"/>
                </a:solidFill>
                <a:latin typeface="Courier New" panose="02070309020205020404" pitchFamily="49" charset="0"/>
                <a:cs typeface="Courier New" panose="02070309020205020404" pitchFamily="49" charset="0"/>
              </a:rPr>
              <a:t>django.contrib.auth</a:t>
            </a:r>
            <a:r>
              <a:rPr lang="en-US" altLang="zh-TW" dirty="0">
                <a:solidFill>
                  <a:srgbClr val="FF0000"/>
                </a:solidFill>
                <a:latin typeface="Courier New" panose="02070309020205020404" pitchFamily="49" charset="0"/>
                <a:cs typeface="Courier New" panose="02070309020205020404" pitchFamily="49" charset="0"/>
              </a:rPr>
              <a:t> import authenticate</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from </a:t>
            </a:r>
            <a:r>
              <a:rPr lang="en-US" altLang="zh-TW" dirty="0" err="1">
                <a:solidFill>
                  <a:srgbClr val="FF0000"/>
                </a:solidFill>
                <a:latin typeface="Courier New" panose="02070309020205020404" pitchFamily="49" charset="0"/>
                <a:cs typeface="Courier New" panose="02070309020205020404" pitchFamily="49" charset="0"/>
              </a:rPr>
              <a:t>django.contrib</a:t>
            </a:r>
            <a:r>
              <a:rPr lang="en-US" altLang="zh-TW" dirty="0">
                <a:solidFill>
                  <a:srgbClr val="FF0000"/>
                </a:solidFill>
                <a:latin typeface="Courier New" panose="02070309020205020404" pitchFamily="49" charset="0"/>
                <a:cs typeface="Courier New" panose="02070309020205020404" pitchFamily="49" charset="0"/>
              </a:rPr>
              <a:t> import </a:t>
            </a:r>
            <a:r>
              <a:rPr lang="en-US" altLang="zh-TW" dirty="0" err="1">
                <a:solidFill>
                  <a:srgbClr val="FF0000"/>
                </a:solidFill>
                <a:latin typeface="Courier New" panose="02070309020205020404" pitchFamily="49" charset="0"/>
                <a:cs typeface="Courier New" panose="02070309020205020404" pitchFamily="49" charset="0"/>
              </a:rPr>
              <a:t>auth</a:t>
            </a:r>
            <a:endParaRPr lang="en-US"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from </a:t>
            </a:r>
            <a:r>
              <a:rPr lang="en-US" altLang="zh-TW" dirty="0" err="1">
                <a:solidFill>
                  <a:srgbClr val="FF0000"/>
                </a:solidFill>
                <a:latin typeface="Courier New" panose="02070309020205020404" pitchFamily="49" charset="0"/>
                <a:cs typeface="Courier New" panose="02070309020205020404" pitchFamily="49" charset="0"/>
              </a:rPr>
              <a:t>django.contrib.auth.decorators</a:t>
            </a:r>
            <a:r>
              <a:rPr lang="en-US" altLang="zh-TW" dirty="0">
                <a:solidFill>
                  <a:srgbClr val="FF0000"/>
                </a:solidFill>
                <a:latin typeface="Courier New" panose="02070309020205020404" pitchFamily="49" charset="0"/>
                <a:cs typeface="Courier New" panose="02070309020205020404" pitchFamily="49" charset="0"/>
              </a:rPr>
              <a:t> import </a:t>
            </a:r>
            <a:r>
              <a:rPr lang="en-US" altLang="zh-TW" dirty="0" err="1">
                <a:solidFill>
                  <a:srgbClr val="FF0000"/>
                </a:solidFill>
                <a:latin typeface="Courier New" panose="02070309020205020404" pitchFamily="49" charset="0"/>
                <a:cs typeface="Courier New" panose="02070309020205020404" pitchFamily="49" charset="0"/>
              </a:rPr>
              <a:t>login_required</a:t>
            </a:r>
            <a:endParaRPr lang="en-US" altLang="zh-TW" dirty="0">
              <a:solidFill>
                <a:srgbClr val="FF0000"/>
              </a:solidFill>
              <a:latin typeface="Courier New" panose="02070309020205020404" pitchFamily="49" charset="0"/>
              <a:cs typeface="Courier New" panose="02070309020205020404" pitchFamily="49" charset="0"/>
            </a:endParaRPr>
          </a:p>
          <a:p>
            <a:pPr marL="274320" lvl="1" indent="0">
              <a:buNone/>
            </a:pPr>
            <a:endParaRPr lang="en-US"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def login(request):</a:t>
            </a:r>
          </a:p>
          <a:p>
            <a:pPr marL="274320" lvl="1" indent="0">
              <a:buNone/>
            </a:pPr>
            <a:r>
              <a:rPr lang="en-US" altLang="zh-TW" dirty="0">
                <a:latin typeface="Courier New" panose="02070309020205020404" pitchFamily="49" charset="0"/>
                <a:cs typeface="Courier New" panose="02070309020205020404" pitchFamily="49" charset="0"/>
              </a:rPr>
              <a:t>    if </a:t>
            </a:r>
            <a:r>
              <a:rPr lang="en-US" altLang="zh-TW" dirty="0" err="1">
                <a:latin typeface="Courier New" panose="02070309020205020404" pitchFamily="49" charset="0"/>
                <a:cs typeface="Courier New" panose="02070309020205020404" pitchFamily="49" charset="0"/>
              </a:rPr>
              <a:t>request.method</a:t>
            </a:r>
            <a:r>
              <a:rPr lang="en-US" altLang="zh-TW" dirty="0">
                <a:latin typeface="Courier New" panose="02070309020205020404" pitchFamily="49" charset="0"/>
                <a:cs typeface="Courier New" panose="02070309020205020404" pitchFamily="49" charset="0"/>
              </a:rPr>
              <a:t> == 'POST':</a:t>
            </a: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login_form</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forms.LoginForm</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request.POST</a:t>
            </a:r>
            <a:r>
              <a:rPr lang="en-US" altLang="zh-TW" dirty="0">
                <a:latin typeface="Courier New" panose="02070309020205020404" pitchFamily="49" charset="0"/>
                <a:cs typeface="Courier New" panose="02070309020205020404" pitchFamily="49" charset="0"/>
              </a:rPr>
              <a:t>)</a:t>
            </a:r>
          </a:p>
          <a:p>
            <a:endParaRPr lang="zh-TW" altLang="en-US" dirty="0"/>
          </a:p>
        </p:txBody>
      </p:sp>
    </p:spTree>
    <p:extLst>
      <p:ext uri="{BB962C8B-B14F-4D97-AF65-F5344CB8AC3E}">
        <p14:creationId xmlns:p14="http://schemas.microsoft.com/office/powerpoint/2010/main" val="18524628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42</a:t>
            </a:fld>
            <a:endParaRPr lang="zh-TW" altLang="en-US"/>
          </a:p>
        </p:txBody>
      </p:sp>
      <p:sp>
        <p:nvSpPr>
          <p:cNvPr id="4" name="內容版面配置區 3"/>
          <p:cNvSpPr>
            <a:spLocks noGrp="1"/>
          </p:cNvSpPr>
          <p:nvPr>
            <p:ph sz="quarter" idx="1"/>
          </p:nvPr>
        </p:nvSpPr>
        <p:spPr>
          <a:xfrm>
            <a:off x="301752" y="1527048"/>
            <a:ext cx="8842248" cy="5718376"/>
          </a:xfrm>
        </p:spPr>
        <p:txBody>
          <a:bodyPr>
            <a:normAutofit fontScale="70000" lnSpcReduction="20000"/>
          </a:bodyPr>
          <a:lstStyle/>
          <a:p>
            <a:pPr marL="274320" lvl="1" indent="0">
              <a:buNone/>
            </a:pPr>
            <a:r>
              <a:rPr lang="en-US" altLang="zh-TW" dirty="0">
                <a:latin typeface="Courier New" panose="02070309020205020404" pitchFamily="49" charset="0"/>
                <a:cs typeface="Courier New" panose="02070309020205020404" pitchFamily="49" charset="0"/>
              </a:rPr>
              <a:t>if </a:t>
            </a:r>
            <a:r>
              <a:rPr lang="en-US" altLang="zh-TW" dirty="0" err="1">
                <a:latin typeface="Courier New" panose="02070309020205020404" pitchFamily="49" charset="0"/>
                <a:cs typeface="Courier New" panose="02070309020205020404" pitchFamily="49" charset="0"/>
              </a:rPr>
              <a:t>login_form.is_valid</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login_name</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request.POST</a:t>
            </a:r>
            <a:r>
              <a:rPr lang="en-US" altLang="zh-TW" dirty="0">
                <a:latin typeface="Courier New" panose="02070309020205020404" pitchFamily="49" charset="0"/>
                <a:cs typeface="Courier New" panose="02070309020205020404" pitchFamily="49" charset="0"/>
              </a:rPr>
              <a:t>['username'].strip()</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login_password</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request.POST</a:t>
            </a:r>
            <a:r>
              <a:rPr lang="en-US" altLang="zh-TW" dirty="0">
                <a:latin typeface="Courier New" panose="02070309020205020404" pitchFamily="49" charset="0"/>
                <a:cs typeface="Courier New" panose="02070309020205020404" pitchFamily="49" charset="0"/>
              </a:rPr>
              <a:t>['password']</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            user = authenticate(username=</a:t>
            </a:r>
            <a:r>
              <a:rPr lang="en-US" altLang="zh-TW" dirty="0" err="1">
                <a:solidFill>
                  <a:srgbClr val="FF0000"/>
                </a:solidFill>
                <a:latin typeface="Courier New" panose="02070309020205020404" pitchFamily="49" charset="0"/>
                <a:cs typeface="Courier New" panose="02070309020205020404" pitchFamily="49" charset="0"/>
              </a:rPr>
              <a:t>login_name</a:t>
            </a:r>
            <a:r>
              <a:rPr lang="en-US" altLang="zh-TW" dirty="0">
                <a:solidFill>
                  <a:srgbClr val="FF0000"/>
                </a:solidFill>
                <a:latin typeface="Courier New" panose="02070309020205020404" pitchFamily="49" charset="0"/>
                <a:cs typeface="Courier New" panose="02070309020205020404" pitchFamily="49" charset="0"/>
              </a:rPr>
              <a:t>, password=</a:t>
            </a:r>
            <a:r>
              <a:rPr lang="en-US" altLang="zh-TW" dirty="0" err="1">
                <a:solidFill>
                  <a:srgbClr val="FF0000"/>
                </a:solidFill>
                <a:latin typeface="Courier New" panose="02070309020205020404" pitchFamily="49" charset="0"/>
                <a:cs typeface="Courier New" panose="02070309020205020404" pitchFamily="49" charset="0"/>
              </a:rPr>
              <a:t>login_password</a:t>
            </a:r>
            <a:r>
              <a:rPr lang="en-US" altLang="zh-TW" dirty="0">
                <a:solidFill>
                  <a:srgbClr val="FF0000"/>
                </a:solidFill>
                <a:latin typeface="Courier New" panose="02070309020205020404" pitchFamily="49" charset="0"/>
                <a:cs typeface="Courier New" panose="02070309020205020404" pitchFamily="49" charset="0"/>
              </a:rPr>
              <a:t>)</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user is not None: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a:t>
            </a:r>
            <a:r>
              <a:rPr lang="en-US" altLang="zh-TW" dirty="0" err="1">
                <a:latin typeface="Courier New" panose="02070309020205020404" pitchFamily="49" charset="0"/>
                <a:cs typeface="Courier New" panose="02070309020205020404" pitchFamily="49" charset="0"/>
              </a:rPr>
              <a:t>user.is_active</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solidFill>
                  <a:srgbClr val="FF0000"/>
                </a:solidFill>
                <a:latin typeface="Courier New" panose="02070309020205020404" pitchFamily="49" charset="0"/>
                <a:cs typeface="Courier New" panose="02070309020205020404" pitchFamily="49" charset="0"/>
              </a:rPr>
              <a:t>auth.login</a:t>
            </a:r>
            <a:r>
              <a:rPr lang="en-US" altLang="zh-TW" dirty="0">
                <a:solidFill>
                  <a:srgbClr val="FF0000"/>
                </a:solidFill>
                <a:latin typeface="Courier New" panose="02070309020205020404" pitchFamily="49" charset="0"/>
                <a:cs typeface="Courier New" panose="02070309020205020404" pitchFamily="49" charset="0"/>
              </a:rPr>
              <a:t>(request, user)</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			</a:t>
            </a:r>
            <a:r>
              <a:rPr lang="en-US" altLang="zh-TW" dirty="0">
                <a:latin typeface="Courier New" panose="02070309020205020404" pitchFamily="49" charset="0"/>
                <a:cs typeface="Courier New" panose="02070309020205020404" pitchFamily="49" charset="0"/>
              </a:rPr>
              <a:t>print("success")</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a:t>
            </a:r>
            <a:r>
              <a:rPr lang="en-US" altLang="zh-TW" dirty="0" err="1">
                <a:latin typeface="Courier New" panose="02070309020205020404" pitchFamily="49" charset="0"/>
                <a:cs typeface="Courier New" panose="02070309020205020404" pitchFamily="49" charset="0"/>
              </a:rPr>
              <a:t>messages.SUCCESS</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成功登入了</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a:t>
            </a:r>
            <a:r>
              <a:rPr lang="en-US" altLang="zh-TW" dirty="0" err="1">
                <a:latin typeface="Courier New" panose="02070309020205020404" pitchFamily="49" charset="0"/>
                <a:cs typeface="Courier New" panose="02070309020205020404" pitchFamily="49" charset="0"/>
              </a:rPr>
              <a:t>messages.WARNING</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帳號尚未啟用</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a:t>
            </a:r>
            <a:r>
              <a:rPr lang="en-US" altLang="zh-TW" dirty="0" err="1">
                <a:latin typeface="Courier New" panose="02070309020205020404" pitchFamily="49" charset="0"/>
                <a:cs typeface="Courier New" panose="02070309020205020404" pitchFamily="49" charset="0"/>
              </a:rPr>
              <a:t>messages.WARNING</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登入失敗</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messages.INFO,'</a:t>
            </a:r>
            <a:r>
              <a:rPr lang="zh-TW" altLang="zh-TW" dirty="0">
                <a:latin typeface="Courier New" panose="02070309020205020404" pitchFamily="49" charset="0"/>
                <a:cs typeface="Courier New" panose="02070309020205020404" pitchFamily="49" charset="0"/>
              </a:rPr>
              <a:t>請檢查輸入的欄位內容</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login_form</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forms.LoginForm</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render(request, 'login.html', locals())</a:t>
            </a:r>
            <a:endParaRPr lang="zh-TW" altLang="zh-TW"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127593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43</a:t>
            </a:fld>
            <a:endParaRPr lang="zh-TW" altLang="en-US"/>
          </a:p>
        </p:txBody>
      </p:sp>
      <p:sp>
        <p:nvSpPr>
          <p:cNvPr id="4" name="內容版面配置區 3"/>
          <p:cNvSpPr>
            <a:spLocks noGrp="1"/>
          </p:cNvSpPr>
          <p:nvPr>
            <p:ph sz="quarter" idx="1"/>
          </p:nvPr>
        </p:nvSpPr>
        <p:spPr>
          <a:xfrm>
            <a:off x="301752" y="1527048"/>
            <a:ext cx="8534400" cy="5070304"/>
          </a:xfrm>
        </p:spPr>
        <p:txBody>
          <a:bodyPr/>
          <a:lstStyle/>
          <a:p>
            <a:r>
              <a:rPr lang="zh-TW" altLang="en-US" dirty="0"/>
              <a:t>上述程式重點處理步驟：</a:t>
            </a:r>
            <a:endParaRPr lang="en-US" altLang="zh-TW" dirty="0"/>
          </a:p>
          <a:p>
            <a:pPr lvl="1"/>
            <a:r>
              <a:rPr lang="zh-TW" altLang="zh-TW" dirty="0"/>
              <a:t>把從表單中取得的</a:t>
            </a:r>
            <a:r>
              <a:rPr lang="en-US" altLang="zh-TW" dirty="0" err="1"/>
              <a:t>login_name</a:t>
            </a:r>
            <a:r>
              <a:rPr lang="zh-TW" altLang="zh-TW" dirty="0"/>
              <a:t>和</a:t>
            </a:r>
            <a:r>
              <a:rPr lang="en-US" altLang="zh-TW" dirty="0" err="1"/>
              <a:t>login_password</a:t>
            </a:r>
            <a:endParaRPr lang="en-US" altLang="zh-TW" dirty="0"/>
          </a:p>
          <a:p>
            <a:pPr lvl="1"/>
            <a:r>
              <a:rPr lang="zh-TW" altLang="zh-TW" dirty="0">
                <a:solidFill>
                  <a:srgbClr val="FF0000"/>
                </a:solidFill>
              </a:rPr>
              <a:t>透過</a:t>
            </a:r>
            <a:r>
              <a:rPr lang="en-US" altLang="zh-TW" dirty="0">
                <a:solidFill>
                  <a:srgbClr val="FF0000"/>
                </a:solidFill>
              </a:rPr>
              <a:t>authenticate</a:t>
            </a:r>
            <a:r>
              <a:rPr lang="zh-TW" altLang="zh-TW" dirty="0">
                <a:solidFill>
                  <a:srgbClr val="FF0000"/>
                </a:solidFill>
              </a:rPr>
              <a:t>進行驗證的工作</a:t>
            </a:r>
            <a:endParaRPr lang="en-US" altLang="zh-TW" dirty="0">
              <a:solidFill>
                <a:srgbClr val="FF0000"/>
              </a:solidFill>
            </a:endParaRPr>
          </a:p>
          <a:p>
            <a:pPr lvl="1"/>
            <a:r>
              <a:rPr lang="zh-TW" altLang="zh-TW" dirty="0"/>
              <a:t>驗證成功此函數會</a:t>
            </a:r>
            <a:r>
              <a:rPr lang="zh-TW" altLang="zh-TW" dirty="0">
                <a:solidFill>
                  <a:srgbClr val="FF0000"/>
                </a:solidFill>
              </a:rPr>
              <a:t>傳回該使用者的資料放在</a:t>
            </a:r>
            <a:r>
              <a:rPr lang="en-US" altLang="zh-TW" dirty="0">
                <a:solidFill>
                  <a:srgbClr val="FF0000"/>
                </a:solidFill>
              </a:rPr>
              <a:t>user</a:t>
            </a:r>
            <a:r>
              <a:rPr lang="zh-TW" altLang="zh-TW" dirty="0">
                <a:solidFill>
                  <a:srgbClr val="FF0000"/>
                </a:solidFill>
              </a:rPr>
              <a:t>變</a:t>
            </a:r>
            <a:r>
              <a:rPr lang="zh-TW" altLang="en-US" dirty="0">
                <a:solidFill>
                  <a:srgbClr val="FF0000"/>
                </a:solidFill>
              </a:rPr>
              <a:t>數</a:t>
            </a:r>
            <a:endParaRPr lang="en-US" altLang="zh-TW" dirty="0">
              <a:solidFill>
                <a:srgbClr val="FF0000"/>
              </a:solidFill>
            </a:endParaRPr>
          </a:p>
          <a:p>
            <a:pPr lvl="1"/>
            <a:r>
              <a:rPr lang="zh-TW" altLang="en-US" dirty="0"/>
              <a:t>驗證失敗</a:t>
            </a:r>
            <a:r>
              <a:rPr lang="zh-TW" altLang="zh-TW" dirty="0"/>
              <a:t>則</a:t>
            </a:r>
            <a:r>
              <a:rPr lang="zh-TW" altLang="en-US" dirty="0"/>
              <a:t>回傳</a:t>
            </a:r>
            <a:r>
              <a:rPr lang="en-US" altLang="zh-TW" dirty="0"/>
              <a:t>None</a:t>
            </a:r>
          </a:p>
          <a:p>
            <a:pPr lvl="1"/>
            <a:r>
              <a:rPr lang="zh-TW" altLang="zh-TW" dirty="0"/>
              <a:t>成功登入之後可以再使用</a:t>
            </a:r>
            <a:r>
              <a:rPr lang="en-US" altLang="zh-TW" dirty="0" err="1">
                <a:solidFill>
                  <a:srgbClr val="FF0000"/>
                </a:solidFill>
              </a:rPr>
              <a:t>user.is_active</a:t>
            </a:r>
            <a:r>
              <a:rPr lang="zh-TW" altLang="zh-TW" dirty="0">
                <a:solidFill>
                  <a:srgbClr val="FF0000"/>
                </a:solidFill>
              </a:rPr>
              <a:t>來檢查此帳號是否有效</a:t>
            </a:r>
            <a:endParaRPr lang="en-US" altLang="zh-TW" dirty="0">
              <a:solidFill>
                <a:srgbClr val="FF0000"/>
              </a:solidFill>
            </a:endParaRPr>
          </a:p>
          <a:p>
            <a:pPr lvl="1"/>
            <a:r>
              <a:rPr lang="zh-TW" altLang="zh-TW" dirty="0"/>
              <a:t>如果一切都通過，使用</a:t>
            </a:r>
            <a:r>
              <a:rPr lang="en-US" altLang="zh-TW" dirty="0" err="1"/>
              <a:t>auth.login</a:t>
            </a:r>
            <a:r>
              <a:rPr lang="en-US" altLang="zh-TW" dirty="0"/>
              <a:t>(request, user)</a:t>
            </a:r>
            <a:r>
              <a:rPr lang="zh-TW" altLang="zh-TW" dirty="0">
                <a:solidFill>
                  <a:srgbClr val="FF0000"/>
                </a:solidFill>
              </a:rPr>
              <a:t>把此使用者的資料存入</a:t>
            </a:r>
            <a:r>
              <a:rPr lang="en-US" altLang="zh-TW" dirty="0">
                <a:solidFill>
                  <a:srgbClr val="FF0000"/>
                </a:solidFill>
              </a:rPr>
              <a:t>Session</a:t>
            </a:r>
            <a:r>
              <a:rPr lang="zh-TW" altLang="zh-TW" dirty="0">
                <a:solidFill>
                  <a:srgbClr val="FF0000"/>
                </a:solidFill>
              </a:rPr>
              <a:t>中</a:t>
            </a:r>
            <a:r>
              <a:rPr lang="zh-TW" altLang="zh-TW" dirty="0"/>
              <a:t>，</a:t>
            </a:r>
            <a:r>
              <a:rPr lang="zh-TW" altLang="zh-TW" dirty="0">
                <a:solidFill>
                  <a:srgbClr val="FF0000"/>
                </a:solidFill>
              </a:rPr>
              <a:t>供接下來其它網頁中使用</a:t>
            </a:r>
            <a:endParaRPr lang="en-US" altLang="zh-TW" dirty="0">
              <a:solidFill>
                <a:srgbClr val="FF0000"/>
              </a:solidFill>
            </a:endParaRPr>
          </a:p>
          <a:p>
            <a:pPr lvl="2"/>
            <a:endParaRPr lang="en-US" altLang="zh-TW" sz="1600" dirty="0">
              <a:solidFill>
                <a:srgbClr val="FF0000"/>
              </a:solidFill>
            </a:endParaRPr>
          </a:p>
          <a:p>
            <a:pPr lvl="2"/>
            <a:r>
              <a:rPr lang="en-US" altLang="zh-TW" sz="1600" dirty="0">
                <a:solidFill>
                  <a:srgbClr val="FF0000"/>
                </a:solidFill>
              </a:rPr>
              <a:t>(</a:t>
            </a:r>
            <a:r>
              <a:rPr lang="zh-TW" altLang="en-US" sz="1600" dirty="0">
                <a:solidFill>
                  <a:srgbClr val="FF0000"/>
                </a:solidFill>
              </a:rPr>
              <a:t>註：在</a:t>
            </a:r>
            <a:r>
              <a:rPr lang="en-US" altLang="zh-TW" sz="1600" dirty="0">
                <a:solidFill>
                  <a:srgbClr val="FF0000"/>
                </a:solidFill>
              </a:rPr>
              <a:t>views.py</a:t>
            </a:r>
            <a:r>
              <a:rPr lang="zh-TW" altLang="en-US" sz="1600" dirty="0">
                <a:solidFill>
                  <a:srgbClr val="FF0000"/>
                </a:solidFill>
              </a:rPr>
              <a:t>中使用了</a:t>
            </a:r>
            <a:r>
              <a:rPr lang="en-US" altLang="zh-TW" sz="1600" dirty="0">
                <a:solidFill>
                  <a:srgbClr val="FF0000"/>
                </a:solidFill>
              </a:rPr>
              <a:t>login</a:t>
            </a:r>
            <a:r>
              <a:rPr lang="zh-TW" altLang="en-US" sz="1600" dirty="0">
                <a:solidFill>
                  <a:srgbClr val="FF0000"/>
                </a:solidFill>
              </a:rPr>
              <a:t>以及</a:t>
            </a:r>
            <a:r>
              <a:rPr lang="en-US" altLang="zh-TW" sz="1600" dirty="0">
                <a:solidFill>
                  <a:srgbClr val="FF0000"/>
                </a:solidFill>
              </a:rPr>
              <a:t>logout</a:t>
            </a:r>
            <a:r>
              <a:rPr lang="zh-TW" altLang="en-US" sz="1600" dirty="0">
                <a:solidFill>
                  <a:srgbClr val="FF0000"/>
                </a:solidFill>
              </a:rPr>
              <a:t>這兩個自訂函數名稱，為了避免和</a:t>
            </a:r>
            <a:r>
              <a:rPr lang="en-US" altLang="zh-TW" sz="1600" dirty="0" err="1">
                <a:solidFill>
                  <a:srgbClr val="FF0000"/>
                </a:solidFill>
              </a:rPr>
              <a:t>auth</a:t>
            </a:r>
            <a:r>
              <a:rPr lang="zh-TW" altLang="en-US" sz="1600" dirty="0">
                <a:solidFill>
                  <a:srgbClr val="FF0000"/>
                </a:solidFill>
              </a:rPr>
              <a:t>中的兩個同名函數衝突，在這裡使用</a:t>
            </a:r>
            <a:r>
              <a:rPr lang="en-US" altLang="zh-TW" sz="1600" dirty="0" err="1">
                <a:solidFill>
                  <a:srgbClr val="FF0000"/>
                </a:solidFill>
              </a:rPr>
              <a:t>auth.login</a:t>
            </a:r>
            <a:r>
              <a:rPr lang="zh-TW" altLang="en-US" sz="1600" dirty="0">
                <a:solidFill>
                  <a:srgbClr val="FF0000"/>
                </a:solidFill>
              </a:rPr>
              <a:t>以及</a:t>
            </a:r>
            <a:r>
              <a:rPr lang="en-US" altLang="zh-TW" sz="1600" dirty="0" err="1">
                <a:solidFill>
                  <a:srgbClr val="FF0000"/>
                </a:solidFill>
              </a:rPr>
              <a:t>auth.logout</a:t>
            </a:r>
            <a:r>
              <a:rPr lang="en-US" altLang="zh-TW" sz="1600" dirty="0">
                <a:solidFill>
                  <a:srgbClr val="FF0000"/>
                </a:solidFill>
              </a:rPr>
              <a:t>)</a:t>
            </a:r>
            <a:endParaRPr lang="zh-TW" altLang="en-US" sz="1600" dirty="0">
              <a:solidFill>
                <a:srgbClr val="FF0000"/>
              </a:solidFill>
            </a:endParaRPr>
          </a:p>
        </p:txBody>
      </p:sp>
    </p:spTree>
    <p:extLst>
      <p:ext uri="{BB962C8B-B14F-4D97-AF65-F5344CB8AC3E}">
        <p14:creationId xmlns:p14="http://schemas.microsoft.com/office/powerpoint/2010/main" val="28559163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44</a:t>
            </a:fld>
            <a:endParaRPr lang="zh-TW" altLang="en-US"/>
          </a:p>
        </p:txBody>
      </p:sp>
      <p:sp>
        <p:nvSpPr>
          <p:cNvPr id="4" name="內容版面配置區 3"/>
          <p:cNvSpPr>
            <a:spLocks noGrp="1"/>
          </p:cNvSpPr>
          <p:nvPr>
            <p:ph sz="quarter" idx="1"/>
          </p:nvPr>
        </p:nvSpPr>
        <p:spPr/>
        <p:txBody>
          <a:bodyPr/>
          <a:lstStyle/>
          <a:p>
            <a:pPr latinLnBrk="1"/>
            <a:r>
              <a:rPr lang="zh-TW" altLang="zh-TW" dirty="0"/>
              <a:t>在</a:t>
            </a:r>
            <a:r>
              <a:rPr lang="en-US" altLang="zh-TW" dirty="0" err="1"/>
              <a:t>views.index</a:t>
            </a:r>
            <a:r>
              <a:rPr lang="zh-TW" altLang="zh-TW" dirty="0"/>
              <a:t>函數中使用</a:t>
            </a:r>
            <a:r>
              <a:rPr lang="en-US" altLang="zh-TW" dirty="0" err="1">
                <a:solidFill>
                  <a:srgbClr val="C00000"/>
                </a:solidFill>
              </a:rPr>
              <a:t>is</a:t>
            </a:r>
            <a:r>
              <a:rPr lang="en-US" altLang="zh-TW" dirty="0" err="1">
                <a:solidFill>
                  <a:srgbClr val="FF0000"/>
                </a:solidFill>
              </a:rPr>
              <a:t>_authenticated</a:t>
            </a:r>
            <a:r>
              <a:rPr lang="zh-TW" altLang="zh-TW" dirty="0"/>
              <a:t>來檢查使用者是否有登入，如下所示：</a:t>
            </a:r>
          </a:p>
          <a:p>
            <a:pPr marL="274320" lvl="1" indent="0">
              <a:buNone/>
            </a:pPr>
            <a:r>
              <a:rPr lang="en-US" altLang="zh-TW" sz="2000" dirty="0" err="1">
                <a:latin typeface="Courier New" panose="02070309020205020404" pitchFamily="49" charset="0"/>
                <a:cs typeface="Courier New" panose="02070309020205020404" pitchFamily="49" charset="0"/>
              </a:rPr>
              <a:t>def</a:t>
            </a:r>
            <a:r>
              <a:rPr lang="en-US" altLang="zh-TW" sz="2000" dirty="0">
                <a:latin typeface="Courier New" panose="02070309020205020404" pitchFamily="49" charset="0"/>
                <a:cs typeface="Courier New" panose="02070309020205020404" pitchFamily="49" charset="0"/>
              </a:rPr>
              <a:t> index(request, </a:t>
            </a:r>
            <a:r>
              <a:rPr lang="en-US" altLang="zh-TW" sz="2000" dirty="0" err="1">
                <a:latin typeface="Courier New" panose="02070309020205020404" pitchFamily="49" charset="0"/>
                <a:cs typeface="Courier New" panose="02070309020205020404" pitchFamily="49" charset="0"/>
              </a:rPr>
              <a:t>pid</a:t>
            </a:r>
            <a:r>
              <a:rPr lang="en-US" altLang="zh-TW" sz="2000" dirty="0">
                <a:latin typeface="Courier New" panose="02070309020205020404" pitchFamily="49" charset="0"/>
                <a:cs typeface="Courier New" panose="02070309020205020404" pitchFamily="49" charset="0"/>
              </a:rPr>
              <a:t>=None, </a:t>
            </a:r>
            <a:r>
              <a:rPr lang="en-US" altLang="zh-TW" sz="2000" dirty="0" err="1">
                <a:latin typeface="Courier New" panose="02070309020205020404" pitchFamily="49" charset="0"/>
                <a:cs typeface="Courier New" panose="02070309020205020404" pitchFamily="49" charset="0"/>
              </a:rPr>
              <a:t>del_pass</a:t>
            </a:r>
            <a:r>
              <a:rPr lang="en-US" altLang="zh-TW" sz="2000" dirty="0">
                <a:latin typeface="Courier New" panose="02070309020205020404" pitchFamily="49" charset="0"/>
                <a:cs typeface="Courier New" panose="02070309020205020404" pitchFamily="49" charset="0"/>
              </a:rPr>
              <a:t>=None):</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if </a:t>
            </a:r>
            <a:r>
              <a:rPr lang="en-US" altLang="zh-TW" sz="2000" dirty="0" err="1">
                <a:solidFill>
                  <a:srgbClr val="FF0000"/>
                </a:solidFill>
                <a:latin typeface="Courier New" panose="02070309020205020404" pitchFamily="49" charset="0"/>
                <a:cs typeface="Courier New" panose="02070309020205020404" pitchFamily="49" charset="0"/>
              </a:rPr>
              <a:t>request.user.is_authenticated</a:t>
            </a:r>
            <a:r>
              <a:rPr lang="en-US" altLang="zh-TW" sz="2000" dirty="0">
                <a:latin typeface="Courier New" panose="02070309020205020404" pitchFamily="49" charset="0"/>
                <a:cs typeface="Courier New" panose="02070309020205020404" pitchFamily="49" charset="0"/>
              </a:rPr>
              <a:t>:</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username = </a:t>
            </a:r>
            <a:r>
              <a:rPr lang="en-US" altLang="zh-TW" sz="2000" dirty="0" err="1">
                <a:latin typeface="Courier New" panose="02070309020205020404" pitchFamily="49" charset="0"/>
                <a:cs typeface="Courier New" panose="02070309020205020404" pitchFamily="49" charset="0"/>
              </a:rPr>
              <a:t>request.user.username</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a:t>
            </a:r>
            <a:r>
              <a:rPr lang="en-US" altLang="zh-TW" sz="2000" dirty="0" err="1">
                <a:latin typeface="Courier New" panose="02070309020205020404" pitchFamily="49" charset="0"/>
                <a:cs typeface="Courier New" panose="02070309020205020404" pitchFamily="49" charset="0"/>
              </a:rPr>
              <a:t>messages.get_messages</a:t>
            </a:r>
            <a:r>
              <a:rPr lang="en-US" altLang="zh-TW" sz="2000" dirty="0">
                <a:latin typeface="Courier New" panose="02070309020205020404" pitchFamily="49" charset="0"/>
                <a:cs typeface="Courier New" panose="02070309020205020404" pitchFamily="49" charset="0"/>
              </a:rPr>
              <a:t>(request)</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return render(request, 'index.html', locals())</a:t>
            </a:r>
            <a:endParaRPr lang="zh-TW" altLang="zh-TW" sz="2000"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4706540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a:t>使用</a:t>
            </a:r>
            <a:r>
              <a:rPr lang="en-US" altLang="zh-TW"/>
              <a:t>Django</a:t>
            </a:r>
            <a:r>
              <a:rPr lang="zh-TW" altLang="zh-TW"/>
              <a:t>的使用者驗證系統</a:t>
            </a:r>
            <a:endParaRPr lang="zh-TW" altLang="en-US"/>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45</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顯示個人資料的部份，</a:t>
            </a:r>
            <a:r>
              <a:rPr lang="en-US" altLang="zh-TW" dirty="0" err="1"/>
              <a:t>views.userinfo</a:t>
            </a:r>
            <a:r>
              <a:rPr lang="zh-TW" altLang="zh-TW" dirty="0"/>
              <a:t>的內容如下：</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login_required</a:t>
            </a:r>
            <a:r>
              <a:rPr lang="en-US" altLang="zh-TW" dirty="0">
                <a:solidFill>
                  <a:srgbClr val="FF0000"/>
                </a:solidFill>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login_url</a:t>
            </a:r>
            <a:r>
              <a:rPr lang="en-US" altLang="zh-TW" dirty="0">
                <a:solidFill>
                  <a:srgbClr val="FF0000"/>
                </a:solidFill>
                <a:latin typeface="Courier New" panose="02070309020205020404" pitchFamily="49" charset="0"/>
                <a:cs typeface="Courier New" panose="02070309020205020404" pitchFamily="49" charset="0"/>
              </a:rPr>
              <a:t>='/login/')</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a:t>
            </a:r>
            <a:r>
              <a:rPr lang="en-US" altLang="zh-TW" dirty="0" err="1">
                <a:solidFill>
                  <a:srgbClr val="FF0000"/>
                </a:solidFill>
                <a:latin typeface="Courier New" panose="02070309020205020404" pitchFamily="49" charset="0"/>
                <a:cs typeface="Courier New" panose="02070309020205020404" pitchFamily="49" charset="0"/>
              </a:rPr>
              <a:t>request.user.is_authenticated</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username = </a:t>
            </a:r>
            <a:r>
              <a:rPr lang="en-US" altLang="zh-TW" dirty="0" err="1">
                <a:latin typeface="Courier New" panose="02070309020205020404" pitchFamily="49" charset="0"/>
                <a:cs typeface="Courier New" panose="02070309020205020404" pitchFamily="49" charset="0"/>
              </a:rPr>
              <a:t>request.user.username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try:</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User.objects.get</a:t>
            </a:r>
            <a:r>
              <a:rPr lang="en-US" altLang="zh-TW" dirty="0">
                <a:latin typeface="Courier New" panose="02070309020205020404" pitchFamily="49" charset="0"/>
                <a:cs typeface="Courier New" panose="02070309020205020404" pitchFamily="49" charset="0"/>
              </a:rPr>
              <a:t>(username=username)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except: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pass</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render(request, 'userinfo.html', locals())</a:t>
            </a:r>
            <a:endParaRPr lang="zh-TW" altLang="zh-TW"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11407362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46</a:t>
            </a:fld>
            <a:endParaRPr lang="zh-TW" altLang="en-US"/>
          </a:p>
        </p:txBody>
      </p:sp>
      <p:sp>
        <p:nvSpPr>
          <p:cNvPr id="4" name="內容版面配置區 3"/>
          <p:cNvSpPr>
            <a:spLocks noGrp="1"/>
          </p:cNvSpPr>
          <p:nvPr>
            <p:ph sz="quarter" idx="1"/>
          </p:nvPr>
        </p:nvSpPr>
        <p:spPr/>
        <p:txBody>
          <a:bodyPr/>
          <a:lstStyle/>
          <a:p>
            <a:r>
              <a:rPr lang="zh-TW" altLang="en-US" dirty="0"/>
              <a:t>上述程式碼第一行</a:t>
            </a:r>
            <a:r>
              <a:rPr lang="zh-TW" altLang="zh-TW" dirty="0"/>
              <a:t>的</a:t>
            </a:r>
            <a:r>
              <a:rPr lang="en-US" altLang="zh-TW" dirty="0"/>
              <a:t>decorator @</a:t>
            </a:r>
            <a:r>
              <a:rPr lang="en-US" altLang="zh-TW" dirty="0" err="1"/>
              <a:t>login_required</a:t>
            </a:r>
            <a:r>
              <a:rPr lang="zh-TW" altLang="zh-TW" dirty="0"/>
              <a:t>是</a:t>
            </a:r>
            <a:r>
              <a:rPr lang="en-US" altLang="zh-TW" dirty="0" err="1"/>
              <a:t>auth</a:t>
            </a:r>
            <a:r>
              <a:rPr lang="zh-TW" altLang="zh-TW" dirty="0"/>
              <a:t>驗證機制提供的一個非常方便的用法，用來告訴</a:t>
            </a:r>
            <a:r>
              <a:rPr lang="en-US" altLang="zh-TW" dirty="0"/>
              <a:t>Django</a:t>
            </a:r>
            <a:r>
              <a:rPr lang="zh-TW" altLang="zh-TW" dirty="0"/>
              <a:t>接下來的這個處理函數的內容是需要登入過才能夠</a:t>
            </a:r>
            <a:r>
              <a:rPr lang="zh-TW" altLang="zh-TW"/>
              <a:t>瀏覽的</a:t>
            </a:r>
            <a:endParaRPr lang="en-US" altLang="zh-TW"/>
          </a:p>
          <a:p>
            <a:r>
              <a:rPr lang="zh-TW" altLang="zh-TW"/>
              <a:t>如果還沒有</a:t>
            </a:r>
            <a:r>
              <a:rPr lang="zh-TW" altLang="en-US"/>
              <a:t>登入</a:t>
            </a:r>
            <a:r>
              <a:rPr lang="zh-TW" altLang="zh-TW"/>
              <a:t>就想要</a:t>
            </a:r>
            <a:r>
              <a:rPr lang="zh-TW" altLang="en-US"/>
              <a:t>瀏覽</a:t>
            </a:r>
            <a:r>
              <a:rPr lang="zh-TW" altLang="zh-TW"/>
              <a:t>這一</a:t>
            </a:r>
            <a:r>
              <a:rPr lang="zh-TW" altLang="zh-TW" dirty="0"/>
              <a:t>頁，</a:t>
            </a:r>
            <a:r>
              <a:rPr lang="zh-TW" altLang="zh-TW"/>
              <a:t>請先</a:t>
            </a:r>
            <a:r>
              <a:rPr lang="zh-TW" altLang="en-US"/>
              <a:t>到</a:t>
            </a:r>
            <a:r>
              <a:rPr lang="zh-TW" altLang="zh-TW"/>
              <a:t>括弧</a:t>
            </a:r>
            <a:r>
              <a:rPr lang="zh-TW" altLang="zh-TW" dirty="0"/>
              <a:t>中指定的</a:t>
            </a:r>
            <a:r>
              <a:rPr lang="en-US" altLang="zh-TW" dirty="0" err="1"/>
              <a:t>login_url</a:t>
            </a:r>
            <a:r>
              <a:rPr lang="zh-TW" altLang="zh-TW" dirty="0"/>
              <a:t>登入網址先做過</a:t>
            </a:r>
            <a:r>
              <a:rPr lang="zh-TW" altLang="zh-TW"/>
              <a:t>登入再</a:t>
            </a:r>
            <a:r>
              <a:rPr lang="zh-TW" altLang="en-US"/>
              <a:t>回來</a:t>
            </a:r>
            <a:r>
              <a:rPr lang="zh-TW" altLang="zh-TW"/>
              <a:t>。</a:t>
            </a:r>
            <a:endParaRPr lang="zh-TW" altLang="en-US" dirty="0"/>
          </a:p>
        </p:txBody>
      </p:sp>
    </p:spTree>
    <p:extLst>
      <p:ext uri="{BB962C8B-B14F-4D97-AF65-F5344CB8AC3E}">
        <p14:creationId xmlns:p14="http://schemas.microsoft.com/office/powerpoint/2010/main" val="4333626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8" name="圖片 7" descr="一張含有 文字 的圖片&#10;&#10;自動產生的描述">
            <a:extLst>
              <a:ext uri="{FF2B5EF4-FFF2-40B4-BE49-F238E27FC236}">
                <a16:creationId xmlns:a16="http://schemas.microsoft.com/office/drawing/2014/main" id="{A0329FF2-67B2-C7F3-A5B2-3A10DA0844D6}"/>
              </a:ext>
            </a:extLst>
          </p:cNvPr>
          <p:cNvPicPr>
            <a:picLocks noChangeAspect="1"/>
          </p:cNvPicPr>
          <p:nvPr/>
        </p:nvPicPr>
        <p:blipFill>
          <a:blip r:embed="rId2"/>
          <a:stretch>
            <a:fillRect/>
          </a:stretch>
        </p:blipFill>
        <p:spPr>
          <a:xfrm>
            <a:off x="249559" y="2045890"/>
            <a:ext cx="8608306" cy="4112509"/>
          </a:xfrm>
          <a:prstGeom prst="rect">
            <a:avLst/>
          </a:prstGeom>
        </p:spPr>
      </p:pic>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47</a:t>
            </a:fld>
            <a:endParaRPr lang="zh-TW" altLang="en-US"/>
          </a:p>
        </p:txBody>
      </p:sp>
      <p:sp>
        <p:nvSpPr>
          <p:cNvPr id="4" name="內容版面配置區 3"/>
          <p:cNvSpPr>
            <a:spLocks noGrp="1"/>
          </p:cNvSpPr>
          <p:nvPr>
            <p:ph sz="quarter" idx="1"/>
          </p:nvPr>
        </p:nvSpPr>
        <p:spPr/>
        <p:txBody>
          <a:bodyPr/>
          <a:lstStyle/>
          <a:p>
            <a:r>
              <a:rPr lang="zh-TW" altLang="zh-TW" dirty="0"/>
              <a:t>在未登入的情況下使用網址直接瀏覽</a:t>
            </a:r>
            <a:r>
              <a:rPr lang="en-US" altLang="zh-TW" dirty="0" err="1"/>
              <a:t>userinfo</a:t>
            </a:r>
            <a:r>
              <a:rPr lang="zh-TW" altLang="zh-TW" dirty="0"/>
              <a:t>的情形</a:t>
            </a:r>
            <a:endParaRPr lang="zh-TW" altLang="en-US" dirty="0"/>
          </a:p>
        </p:txBody>
      </p:sp>
      <p:sp>
        <p:nvSpPr>
          <p:cNvPr id="6" name="矩形 5"/>
          <p:cNvSpPr/>
          <p:nvPr/>
        </p:nvSpPr>
        <p:spPr>
          <a:xfrm>
            <a:off x="2843808" y="2348880"/>
            <a:ext cx="1296144" cy="3600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p:cNvSpPr txBox="1"/>
          <p:nvPr/>
        </p:nvSpPr>
        <p:spPr>
          <a:xfrm>
            <a:off x="4854289" y="2871216"/>
            <a:ext cx="3429738" cy="646331"/>
          </a:xfrm>
          <a:prstGeom prst="rect">
            <a:avLst/>
          </a:prstGeom>
          <a:noFill/>
        </p:spPr>
        <p:txBody>
          <a:bodyPr wrap="square" rtlCol="0">
            <a:spAutoFit/>
          </a:bodyPr>
          <a:lstStyle/>
          <a:p>
            <a:r>
              <a:rPr lang="zh-TW" altLang="zh-TW" dirty="0">
                <a:solidFill>
                  <a:srgbClr val="FF0000"/>
                </a:solidFill>
              </a:rPr>
              <a:t>方便我們在完成登入動作之後再導回原來使用者想要看的網頁</a:t>
            </a:r>
            <a:endParaRPr lang="zh-TW" altLang="en-US" dirty="0">
              <a:solidFill>
                <a:srgbClr val="FF0000"/>
              </a:solidFill>
            </a:endParaRPr>
          </a:p>
        </p:txBody>
      </p:sp>
      <p:cxnSp>
        <p:nvCxnSpPr>
          <p:cNvPr id="9" name="直線單箭頭接點 8"/>
          <p:cNvCxnSpPr/>
          <p:nvPr/>
        </p:nvCxnSpPr>
        <p:spPr>
          <a:xfrm flipH="1" flipV="1">
            <a:off x="4300921" y="2741796"/>
            <a:ext cx="492601" cy="14401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95877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48</a:t>
            </a:fld>
            <a:endParaRPr lang="zh-TW" altLang="en-US"/>
          </a:p>
        </p:txBody>
      </p:sp>
      <p:sp>
        <p:nvSpPr>
          <p:cNvPr id="4" name="內容版面配置區 3"/>
          <p:cNvSpPr>
            <a:spLocks noGrp="1"/>
          </p:cNvSpPr>
          <p:nvPr>
            <p:ph sz="quarter" idx="1"/>
          </p:nvPr>
        </p:nvSpPr>
        <p:spPr/>
        <p:txBody>
          <a:bodyPr/>
          <a:lstStyle/>
          <a:p>
            <a:r>
              <a:rPr lang="zh-TW" altLang="zh-TW" dirty="0"/>
              <a:t>使用這個使用者驗證機制，要登出就非常簡單了，如下所示：</a:t>
            </a:r>
          </a:p>
          <a:p>
            <a:pPr marL="274320" lvl="1" indent="0">
              <a:buNone/>
            </a:pPr>
            <a:r>
              <a:rPr lang="en-US" altLang="zh-TW" dirty="0">
                <a:latin typeface="Courier New" panose="02070309020205020404" pitchFamily="49" charset="0"/>
                <a:cs typeface="Courier New" panose="02070309020205020404" pitchFamily="49" charset="0"/>
              </a:rPr>
              <a:t>def logout(request):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auth.logout</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messages.INFO, "</a:t>
            </a:r>
            <a:r>
              <a:rPr lang="zh-TW" altLang="zh-TW" dirty="0">
                <a:latin typeface="Courier New" panose="02070309020205020404" pitchFamily="49" charset="0"/>
                <a:cs typeface="Courier New" panose="02070309020205020404" pitchFamily="49" charset="0"/>
              </a:rPr>
              <a:t>成功登出了</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a:t>
            </a:r>
            <a:endParaRPr lang="zh-TW" altLang="zh-TW"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4750658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49</a:t>
            </a:fld>
            <a:endParaRPr lang="zh-TW" altLang="en-US"/>
          </a:p>
        </p:txBody>
      </p:sp>
      <p:sp>
        <p:nvSpPr>
          <p:cNvPr id="4" name="內容版面配置區 3"/>
          <p:cNvSpPr>
            <a:spLocks noGrp="1"/>
          </p:cNvSpPr>
          <p:nvPr>
            <p:ph sz="quarter" idx="1"/>
          </p:nvPr>
        </p:nvSpPr>
        <p:spPr/>
        <p:txBody>
          <a:bodyPr/>
          <a:lstStyle/>
          <a:p>
            <a:r>
              <a:rPr lang="zh-TW" altLang="zh-TW" dirty="0"/>
              <a:t>前一節介紹的，在</a:t>
            </a:r>
            <a:r>
              <a:rPr lang="en-US" altLang="zh-TW" dirty="0" err="1"/>
              <a:t>auth.User</a:t>
            </a:r>
            <a:r>
              <a:rPr lang="zh-TW" altLang="zh-TW" dirty="0"/>
              <a:t>中預設的欄位只有</a:t>
            </a:r>
            <a:r>
              <a:rPr lang="en-US" altLang="zh-TW" dirty="0"/>
              <a:t>username, password, email, </a:t>
            </a:r>
            <a:r>
              <a:rPr lang="en-US" altLang="zh-TW" dirty="0" err="1"/>
              <a:t>first_name</a:t>
            </a:r>
            <a:r>
              <a:rPr lang="en-US" altLang="zh-TW" dirty="0"/>
              <a:t>, </a:t>
            </a:r>
            <a:r>
              <a:rPr lang="zh-TW" altLang="zh-TW" dirty="0"/>
              <a:t>以及</a:t>
            </a:r>
            <a:r>
              <a:rPr lang="en-US" altLang="zh-TW" dirty="0" err="1"/>
              <a:t>last_name</a:t>
            </a:r>
            <a:r>
              <a:rPr lang="zh-TW" altLang="zh-TW" dirty="0"/>
              <a:t>等</a:t>
            </a:r>
            <a:r>
              <a:rPr lang="en-US" altLang="zh-TW" dirty="0"/>
              <a:t>5</a:t>
            </a:r>
            <a:r>
              <a:rPr lang="zh-TW" altLang="zh-TW" dirty="0"/>
              <a:t>個</a:t>
            </a:r>
            <a:endParaRPr lang="en-US" altLang="zh-TW" dirty="0"/>
          </a:p>
          <a:p>
            <a:r>
              <a:rPr lang="zh-TW" altLang="zh-TW" dirty="0"/>
              <a:t>就一般網站的應用上是不足的</a:t>
            </a:r>
            <a:endParaRPr lang="en-US" altLang="zh-TW" dirty="0"/>
          </a:p>
          <a:p>
            <a:r>
              <a:rPr lang="zh-TW" altLang="en-US" dirty="0"/>
              <a:t>解決方法：</a:t>
            </a:r>
            <a:endParaRPr lang="en-US" altLang="zh-TW" dirty="0"/>
          </a:p>
          <a:p>
            <a:pPr lvl="1"/>
            <a:r>
              <a:rPr lang="zh-TW" altLang="zh-TW" dirty="0"/>
              <a:t>在</a:t>
            </a:r>
            <a:r>
              <a:rPr lang="en-US" altLang="zh-TW" dirty="0"/>
              <a:t>models</a:t>
            </a:r>
            <a:r>
              <a:rPr lang="zh-TW" altLang="zh-TW" dirty="0"/>
              <a:t>中建立一個新的</a:t>
            </a:r>
            <a:r>
              <a:rPr lang="en-US" altLang="zh-TW" dirty="0"/>
              <a:t>Model</a:t>
            </a:r>
            <a:r>
              <a:rPr lang="zh-TW" altLang="zh-TW" dirty="0"/>
              <a:t>，然後把</a:t>
            </a:r>
            <a:r>
              <a:rPr lang="en-US" altLang="zh-TW" dirty="0"/>
              <a:t>User</a:t>
            </a:r>
            <a:r>
              <a:rPr lang="zh-TW" altLang="zh-TW" dirty="0"/>
              <a:t>使用</a:t>
            </a:r>
            <a:r>
              <a:rPr lang="zh-TW" altLang="zh-TW" dirty="0">
                <a:solidFill>
                  <a:srgbClr val="FF0000"/>
                </a:solidFill>
              </a:rPr>
              <a:t>一對一</a:t>
            </a:r>
            <a:r>
              <a:rPr lang="zh-TW" altLang="zh-TW" dirty="0"/>
              <a:t>的對應連結在一起</a:t>
            </a:r>
            <a:endParaRPr lang="zh-TW" altLang="en-US" dirty="0"/>
          </a:p>
        </p:txBody>
      </p:sp>
    </p:spTree>
    <p:extLst>
      <p:ext uri="{BB962C8B-B14F-4D97-AF65-F5344CB8AC3E}">
        <p14:creationId xmlns:p14="http://schemas.microsoft.com/office/powerpoint/2010/main" val="5874727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50</a:t>
            </a:fld>
            <a:endParaRPr lang="zh-TW" altLang="en-US"/>
          </a:p>
        </p:txBody>
      </p:sp>
      <p:sp>
        <p:nvSpPr>
          <p:cNvPr id="4" name="內容版面配置區 3"/>
          <p:cNvSpPr>
            <a:spLocks noGrp="1"/>
          </p:cNvSpPr>
          <p:nvPr>
            <p:ph sz="quarter" idx="1"/>
          </p:nvPr>
        </p:nvSpPr>
        <p:spPr>
          <a:xfrm>
            <a:off x="301752" y="1527048"/>
            <a:ext cx="8662736" cy="5214320"/>
          </a:xfrm>
        </p:spPr>
        <p:txBody>
          <a:bodyPr>
            <a:normAutofit lnSpcReduction="10000"/>
          </a:bodyPr>
          <a:lstStyle/>
          <a:p>
            <a:r>
              <a:rPr lang="zh-TW" altLang="zh-TW" dirty="0"/>
              <a:t>假設我們要創建一個使用者類別叫做</a:t>
            </a:r>
            <a:r>
              <a:rPr lang="en-US" altLang="zh-TW" dirty="0"/>
              <a:t>Profile</a:t>
            </a:r>
            <a:r>
              <a:rPr lang="zh-TW" altLang="zh-TW" dirty="0"/>
              <a:t>，並要增加身高、性別以及網站等</a:t>
            </a:r>
            <a:r>
              <a:rPr lang="en-US" altLang="zh-TW" dirty="0"/>
              <a:t>3</a:t>
            </a:r>
            <a:r>
              <a:rPr lang="zh-TW" altLang="zh-TW" dirty="0"/>
              <a:t>個欄位，那麼在</a:t>
            </a:r>
            <a:r>
              <a:rPr lang="en-US" altLang="zh-TW" dirty="0"/>
              <a:t>models.py</a:t>
            </a:r>
            <a:r>
              <a:rPr lang="zh-TW" altLang="zh-TW" dirty="0"/>
              <a:t>中可以這樣定義</a:t>
            </a:r>
            <a:r>
              <a:rPr lang="zh-TW" altLang="en-US" dirty="0"/>
              <a:t>：</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django.db</a:t>
            </a:r>
            <a:r>
              <a:rPr lang="en-US" altLang="zh-TW" sz="1800" kern="100" dirty="0">
                <a:effectLst/>
                <a:latin typeface="Courier New" panose="02070309020205020404" pitchFamily="49" charset="0"/>
                <a:ea typeface="標楷體" panose="03000509000000000000" pitchFamily="65" charset="-120"/>
              </a:rPr>
              <a:t> import models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django.contrib</a:t>
            </a:r>
            <a:r>
              <a:rPr lang="en-US" altLang="zh-TW" sz="1800" kern="100" dirty="0">
                <a:effectLst/>
                <a:latin typeface="Courier New" panose="02070309020205020404" pitchFamily="49" charset="0"/>
                <a:ea typeface="標楷體" panose="03000509000000000000" pitchFamily="65" charset="-120"/>
              </a:rPr>
              <a:t> import auth</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class Profile(</a:t>
            </a:r>
            <a:r>
              <a:rPr lang="en-US" altLang="zh-TW" sz="1800" kern="100" dirty="0" err="1">
                <a:effectLst/>
                <a:latin typeface="Courier New" panose="02070309020205020404" pitchFamily="49" charset="0"/>
                <a:ea typeface="標楷體" panose="03000509000000000000" pitchFamily="65" charset="-120"/>
              </a:rPr>
              <a:t>models.Model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C00000"/>
                </a:solidFill>
                <a:effectLst/>
                <a:latin typeface="Courier New" panose="02070309020205020404" pitchFamily="49" charset="0"/>
                <a:ea typeface="標楷體" panose="03000509000000000000" pitchFamily="65" charset="-120"/>
              </a:rPr>
              <a:t>user = </a:t>
            </a:r>
            <a:r>
              <a:rPr lang="en-US" altLang="zh-TW" sz="1800" kern="100" dirty="0" err="1">
                <a:solidFill>
                  <a:srgbClr val="C00000"/>
                </a:solidFill>
                <a:effectLst/>
                <a:latin typeface="Courier New" panose="02070309020205020404" pitchFamily="49" charset="0"/>
                <a:ea typeface="標楷體" panose="03000509000000000000" pitchFamily="65" charset="-120"/>
              </a:rPr>
              <a:t>models.OneToOneField</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kern="100" dirty="0" err="1">
                <a:solidFill>
                  <a:srgbClr val="C00000"/>
                </a:solidFill>
                <a:effectLst/>
                <a:latin typeface="Courier New" panose="02070309020205020404" pitchFamily="49" charset="0"/>
                <a:ea typeface="標楷體" panose="03000509000000000000" pitchFamily="65" charset="-120"/>
              </a:rPr>
              <a:t>auth.models.User</a:t>
            </a: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on_delete</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kern="100" dirty="0" err="1">
                <a:solidFill>
                  <a:srgbClr val="C00000"/>
                </a:solidFill>
                <a:effectLst/>
                <a:latin typeface="Courier New" panose="02070309020205020404" pitchFamily="49" charset="0"/>
                <a:ea typeface="標楷體" panose="03000509000000000000" pitchFamily="65" charset="-120"/>
              </a:rPr>
              <a:t>models.CASCADE</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height = </a:t>
            </a:r>
            <a:r>
              <a:rPr lang="en-US" altLang="zh-TW" sz="1800" kern="100" dirty="0" err="1">
                <a:effectLst/>
                <a:latin typeface="Courier New" panose="02070309020205020404" pitchFamily="49" charset="0"/>
                <a:ea typeface="標楷體" panose="03000509000000000000" pitchFamily="65" charset="-120"/>
              </a:rPr>
              <a:t>models.PositiveIntegerField</a:t>
            </a:r>
            <a:r>
              <a:rPr lang="en-US" altLang="zh-TW" sz="1800" kern="100" dirty="0">
                <a:effectLst/>
                <a:latin typeface="Courier New" panose="02070309020205020404" pitchFamily="49" charset="0"/>
                <a:ea typeface="標楷體" panose="03000509000000000000" pitchFamily="65" charset="-120"/>
              </a:rPr>
              <a:t>(default=160)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male = </a:t>
            </a:r>
            <a:r>
              <a:rPr lang="en-US" altLang="zh-TW" sz="1800" kern="100" dirty="0" err="1">
                <a:effectLst/>
                <a:latin typeface="Courier New" panose="02070309020205020404" pitchFamily="49" charset="0"/>
                <a:ea typeface="標楷體" panose="03000509000000000000" pitchFamily="65" charset="-120"/>
              </a:rPr>
              <a:t>models.BooleanField</a:t>
            </a:r>
            <a:r>
              <a:rPr lang="en-US" altLang="zh-TW" sz="1800" kern="100" dirty="0">
                <a:effectLst/>
                <a:latin typeface="Courier New" panose="02070309020205020404" pitchFamily="49" charset="0"/>
                <a:ea typeface="標楷體" panose="03000509000000000000" pitchFamily="65" charset="-120"/>
              </a:rPr>
              <a:t>(default=False)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website = </a:t>
            </a:r>
            <a:r>
              <a:rPr lang="en-US" altLang="zh-TW" sz="1800" kern="100" dirty="0" err="1">
                <a:effectLst/>
                <a:latin typeface="Courier New" panose="02070309020205020404" pitchFamily="49" charset="0"/>
                <a:ea typeface="標楷體" panose="03000509000000000000" pitchFamily="65" charset="-120"/>
              </a:rPr>
              <a:t>models.URLField</a:t>
            </a:r>
            <a:r>
              <a:rPr lang="en-US" altLang="zh-TW" sz="1800" kern="100" dirty="0">
                <a:effectLst/>
                <a:latin typeface="Courier New" panose="02070309020205020404" pitchFamily="49" charset="0"/>
                <a:ea typeface="標楷體" panose="03000509000000000000" pitchFamily="65" charset="-120"/>
              </a:rPr>
              <a:t>(null=True)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def __str__(self):</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a:t>
            </a:r>
            <a:r>
              <a:rPr lang="en-US" altLang="zh-TW" sz="1800" kern="100" dirty="0" err="1">
                <a:effectLst/>
                <a:latin typeface="Courier New" panose="02070309020205020404" pitchFamily="49" charset="0"/>
                <a:ea typeface="標楷體" panose="03000509000000000000" pitchFamily="65" charset="-120"/>
              </a:rPr>
              <a:t>self.user.username</a:t>
            </a:r>
            <a:endParaRPr lang="zh-TW" altLang="zh-TW" sz="1800" kern="100" dirty="0">
              <a:effectLst/>
              <a:latin typeface="Courier New" panose="02070309020205020404" pitchFamily="49" charset="0"/>
              <a:ea typeface="標楷體" panose="03000509000000000000" pitchFamily="65" charset="-120"/>
            </a:endParaRPr>
          </a:p>
          <a:p>
            <a:pPr lvl="1"/>
            <a:endParaRPr lang="zh-TW" altLang="en-US" dirty="0"/>
          </a:p>
        </p:txBody>
      </p:sp>
      <p:sp>
        <p:nvSpPr>
          <p:cNvPr id="5" name="文字方塊 4">
            <a:extLst>
              <a:ext uri="{FF2B5EF4-FFF2-40B4-BE49-F238E27FC236}">
                <a16:creationId xmlns:a16="http://schemas.microsoft.com/office/drawing/2014/main" id="{0F6FBF66-22BF-0221-71F1-E100EE5F13D7}"/>
              </a:ext>
            </a:extLst>
          </p:cNvPr>
          <p:cNvSpPr txBox="1"/>
          <p:nvPr/>
        </p:nvSpPr>
        <p:spPr>
          <a:xfrm>
            <a:off x="4873821" y="5746988"/>
            <a:ext cx="4297523" cy="369332"/>
          </a:xfrm>
          <a:prstGeom prst="rect">
            <a:avLst/>
          </a:prstGeom>
          <a:noFill/>
        </p:spPr>
        <p:txBody>
          <a:bodyPr wrap="none" rtlCol="0">
            <a:spAutoFit/>
          </a:bodyPr>
          <a:lstStyle/>
          <a:p>
            <a:r>
              <a:rPr lang="en-US" altLang="zh-TW" dirty="0"/>
              <a:t>python manage.py </a:t>
            </a:r>
            <a:r>
              <a:rPr lang="en-US" altLang="zh-TW" dirty="0" err="1"/>
              <a:t>makemigrations</a:t>
            </a:r>
            <a:endParaRPr lang="zh-TW" altLang="en-US" dirty="0"/>
          </a:p>
        </p:txBody>
      </p:sp>
      <p:sp>
        <p:nvSpPr>
          <p:cNvPr id="6" name="文字方塊 5">
            <a:extLst>
              <a:ext uri="{FF2B5EF4-FFF2-40B4-BE49-F238E27FC236}">
                <a16:creationId xmlns:a16="http://schemas.microsoft.com/office/drawing/2014/main" id="{35C25FEC-D0E1-FC6A-5FCD-E4A35E612090}"/>
              </a:ext>
            </a:extLst>
          </p:cNvPr>
          <p:cNvSpPr txBox="1"/>
          <p:nvPr/>
        </p:nvSpPr>
        <p:spPr>
          <a:xfrm>
            <a:off x="4873821" y="6241752"/>
            <a:ext cx="3335785" cy="369332"/>
          </a:xfrm>
          <a:prstGeom prst="rect">
            <a:avLst/>
          </a:prstGeom>
          <a:noFill/>
        </p:spPr>
        <p:txBody>
          <a:bodyPr wrap="none" rtlCol="0">
            <a:spAutoFit/>
          </a:bodyPr>
          <a:lstStyle/>
          <a:p>
            <a:r>
              <a:rPr lang="en-US" altLang="zh-TW" dirty="0"/>
              <a:t>python manage.py migrate</a:t>
            </a:r>
            <a:endParaRPr lang="zh-TW" altLang="en-US" dirty="0"/>
          </a:p>
        </p:txBody>
      </p:sp>
    </p:spTree>
    <p:extLst>
      <p:ext uri="{BB962C8B-B14F-4D97-AF65-F5344CB8AC3E}">
        <p14:creationId xmlns:p14="http://schemas.microsoft.com/office/powerpoint/2010/main" val="9467948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51</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t>admin.py</a:t>
            </a:r>
            <a:r>
              <a:rPr lang="zh-TW" altLang="zh-TW" dirty="0"/>
              <a:t>中加入管理網頁的登記作業，如下所示：</a:t>
            </a: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django.contrib</a:t>
            </a:r>
            <a:r>
              <a:rPr lang="en-US" altLang="zh-TW" sz="1800" kern="100" dirty="0">
                <a:effectLst/>
                <a:latin typeface="Courier New" panose="02070309020205020404" pitchFamily="49" charset="0"/>
                <a:ea typeface="標楷體" panose="03000509000000000000" pitchFamily="65" charset="-120"/>
              </a:rPr>
              <a:t> import admin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mysite</a:t>
            </a:r>
            <a:r>
              <a:rPr lang="en-US" altLang="zh-TW" sz="1800" kern="100" dirty="0">
                <a:effectLst/>
                <a:latin typeface="Courier New" panose="02070309020205020404" pitchFamily="49" charset="0"/>
                <a:ea typeface="標楷體" panose="03000509000000000000" pitchFamily="65" charset="-120"/>
              </a:rPr>
              <a:t> import models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solidFill>
                  <a:srgbClr val="FF0000"/>
                </a:solidFill>
                <a:effectLst/>
                <a:latin typeface="Courier New" panose="02070309020205020404" pitchFamily="49" charset="0"/>
                <a:ea typeface="標楷體" panose="03000509000000000000" pitchFamily="65" charset="-120"/>
              </a:rPr>
              <a:t>admin.site.register</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models.Profile</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endParaRPr lang="zh-TW" altLang="en-US" dirty="0"/>
          </a:p>
        </p:txBody>
      </p:sp>
      <p:pic>
        <p:nvPicPr>
          <p:cNvPr id="6" name="圖片 5">
            <a:extLst>
              <a:ext uri="{FF2B5EF4-FFF2-40B4-BE49-F238E27FC236}">
                <a16:creationId xmlns:a16="http://schemas.microsoft.com/office/drawing/2014/main" id="{A6507936-27A0-4E82-9F14-A25AA90FEA30}"/>
              </a:ext>
            </a:extLst>
          </p:cNvPr>
          <p:cNvPicPr>
            <a:picLocks noChangeAspect="1"/>
          </p:cNvPicPr>
          <p:nvPr/>
        </p:nvPicPr>
        <p:blipFill>
          <a:blip r:embed="rId3"/>
          <a:stretch>
            <a:fillRect/>
          </a:stretch>
        </p:blipFill>
        <p:spPr>
          <a:xfrm>
            <a:off x="1205912" y="2996952"/>
            <a:ext cx="6768752" cy="3737768"/>
          </a:xfrm>
          <a:prstGeom prst="rect">
            <a:avLst/>
          </a:prstGeom>
        </p:spPr>
      </p:pic>
    </p:spTree>
    <p:extLst>
      <p:ext uri="{BB962C8B-B14F-4D97-AF65-F5344CB8AC3E}">
        <p14:creationId xmlns:p14="http://schemas.microsoft.com/office/powerpoint/2010/main" val="102331638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r>
              <a:rPr lang="en-US" altLang="zh-TW" dirty="0"/>
              <a:t>-</a:t>
            </a:r>
            <a:r>
              <a:rPr lang="zh-TW" altLang="en-US" dirty="0"/>
              <a:t>說明為何要設定一對一</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52</a:t>
            </a:fld>
            <a:endParaRPr lang="zh-TW" altLang="en-US"/>
          </a:p>
        </p:txBody>
      </p:sp>
      <p:sp>
        <p:nvSpPr>
          <p:cNvPr id="4" name="內容版面配置區 3"/>
          <p:cNvSpPr>
            <a:spLocks noGrp="1"/>
          </p:cNvSpPr>
          <p:nvPr>
            <p:ph sz="quarter" idx="1"/>
          </p:nvPr>
        </p:nvSpPr>
        <p:spPr/>
        <p:txBody>
          <a:bodyPr/>
          <a:lstStyle/>
          <a:p>
            <a:r>
              <a:rPr lang="zh-TW" altLang="zh-TW" dirty="0"/>
              <a:t>因為</a:t>
            </a:r>
            <a:r>
              <a:rPr lang="en-US" altLang="zh-TW" dirty="0" err="1"/>
              <a:t>OneToOneField</a:t>
            </a:r>
            <a:r>
              <a:rPr lang="zh-TW" altLang="zh-TW" dirty="0"/>
              <a:t>設定之後，不允許</a:t>
            </a:r>
            <a:r>
              <a:rPr lang="zh-TW" altLang="zh-TW" dirty="0">
                <a:solidFill>
                  <a:srgbClr val="FF0000"/>
                </a:solidFill>
              </a:rPr>
              <a:t>建立重覆的</a:t>
            </a:r>
            <a:r>
              <a:rPr lang="en-US" altLang="zh-TW" dirty="0">
                <a:solidFill>
                  <a:srgbClr val="FF0000"/>
                </a:solidFill>
              </a:rPr>
              <a:t>Profile</a:t>
            </a:r>
            <a:endParaRPr lang="zh-TW" altLang="en-US" dirty="0">
              <a:solidFill>
                <a:srgbClr val="FF0000"/>
              </a:solidFill>
            </a:endParaRPr>
          </a:p>
        </p:txBody>
      </p:sp>
      <p:pic>
        <p:nvPicPr>
          <p:cNvPr id="6" name="圖片 5">
            <a:extLst>
              <a:ext uri="{FF2B5EF4-FFF2-40B4-BE49-F238E27FC236}">
                <a16:creationId xmlns:a16="http://schemas.microsoft.com/office/drawing/2014/main" id="{4BC3A2AD-D97B-2015-58CC-0CEBD837B702}"/>
              </a:ext>
            </a:extLst>
          </p:cNvPr>
          <p:cNvPicPr>
            <a:picLocks noChangeAspect="1"/>
          </p:cNvPicPr>
          <p:nvPr/>
        </p:nvPicPr>
        <p:blipFill>
          <a:blip r:embed="rId2"/>
          <a:stretch>
            <a:fillRect/>
          </a:stretch>
        </p:blipFill>
        <p:spPr>
          <a:xfrm>
            <a:off x="1043608" y="2420888"/>
            <a:ext cx="7056784" cy="4107114"/>
          </a:xfrm>
          <a:prstGeom prst="rect">
            <a:avLst/>
          </a:prstGeom>
        </p:spPr>
      </p:pic>
    </p:spTree>
    <p:extLst>
      <p:ext uri="{BB962C8B-B14F-4D97-AF65-F5344CB8AC3E}">
        <p14:creationId xmlns:p14="http://schemas.microsoft.com/office/powerpoint/2010/main" val="5426290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53</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92500" lnSpcReduction="10000"/>
          </a:bodyPr>
          <a:lstStyle/>
          <a:p>
            <a:r>
              <a:rPr lang="zh-TW" altLang="zh-TW" dirty="0"/>
              <a:t>利用</a:t>
            </a:r>
            <a:r>
              <a:rPr lang="en-US" altLang="zh-TW" dirty="0"/>
              <a:t>Profile</a:t>
            </a:r>
            <a:r>
              <a:rPr lang="zh-TW" altLang="zh-TW" dirty="0"/>
              <a:t>在</a:t>
            </a:r>
            <a:r>
              <a:rPr lang="en-US" altLang="zh-TW" dirty="0"/>
              <a:t>User</a:t>
            </a:r>
            <a:r>
              <a:rPr lang="zh-TW" altLang="zh-TW" dirty="0"/>
              <a:t>資料表增加了新的欄位，當使用者順利登入網站之後，在</a:t>
            </a:r>
            <a:r>
              <a:rPr lang="en-US" altLang="zh-TW" dirty="0"/>
              <a:t>localhost:8000/</a:t>
            </a:r>
            <a:r>
              <a:rPr lang="en-US" altLang="zh-TW" dirty="0" err="1"/>
              <a:t>userinfo</a:t>
            </a:r>
            <a:r>
              <a:rPr lang="zh-TW" altLang="zh-TW" dirty="0"/>
              <a:t>中應該要顯示更多的資料</a:t>
            </a:r>
            <a:endParaRPr lang="en-US" altLang="zh-TW" dirty="0"/>
          </a:p>
          <a:p>
            <a:r>
              <a:rPr lang="zh-TW" altLang="zh-TW" dirty="0"/>
              <a:t>找到</a:t>
            </a:r>
            <a:r>
              <a:rPr lang="en-US" altLang="zh-TW" dirty="0"/>
              <a:t>user</a:t>
            </a:r>
            <a:r>
              <a:rPr lang="zh-TW" altLang="zh-TW" dirty="0"/>
              <a:t>，然後再以此找出</a:t>
            </a:r>
            <a:r>
              <a:rPr lang="en-US" altLang="zh-TW" dirty="0"/>
              <a:t>Profile</a:t>
            </a:r>
            <a:r>
              <a:rPr lang="zh-TW" altLang="zh-TW" dirty="0"/>
              <a:t>，</a:t>
            </a:r>
            <a:r>
              <a:rPr lang="en-US" altLang="zh-TW" dirty="0" err="1"/>
              <a:t>views.userinfo</a:t>
            </a:r>
            <a:r>
              <a:rPr lang="zh-TW" altLang="zh-TW" dirty="0"/>
              <a:t>的內容如下：</a:t>
            </a:r>
          </a:p>
          <a:p>
            <a:pPr marL="0" indent="0">
              <a:buNone/>
            </a:pPr>
            <a:r>
              <a:rPr lang="en-US" altLang="zh-TW" sz="1800" kern="100" dirty="0">
                <a:effectLst/>
                <a:latin typeface="Courier New" panose="02070309020205020404" pitchFamily="49" charset="0"/>
                <a:ea typeface="標楷體" panose="03000509000000000000" pitchFamily="65" charset="-120"/>
              </a:rPr>
              <a:t>@login_required(login_url='/login/')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def </a:t>
            </a:r>
            <a:r>
              <a:rPr lang="en-US" altLang="zh-TW" sz="1800" kern="100" dirty="0" err="1">
                <a:effectLst/>
                <a:latin typeface="Courier New" panose="02070309020205020404" pitchFamily="49" charset="0"/>
                <a:ea typeface="標楷體" panose="03000509000000000000" pitchFamily="65" charset="-120"/>
              </a:rPr>
              <a:t>userinfo</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request.user.is_authenticated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username = </a:t>
            </a:r>
            <a:r>
              <a:rPr lang="en-US" altLang="zh-TW" sz="1800" kern="100" dirty="0" err="1">
                <a:effectLst/>
                <a:latin typeface="Courier New" panose="02070309020205020404" pitchFamily="49" charset="0"/>
                <a:ea typeface="標楷體" panose="03000509000000000000" pitchFamily="65" charset="-120"/>
              </a:rPr>
              <a:t>request.user.username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try: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user = </a:t>
            </a:r>
            <a:r>
              <a:rPr lang="en-US" altLang="zh-TW" sz="1800" kern="100" dirty="0" err="1">
                <a:solidFill>
                  <a:srgbClr val="FF0000"/>
                </a:solidFill>
                <a:effectLst/>
                <a:latin typeface="Courier New" panose="02070309020205020404" pitchFamily="49" charset="0"/>
                <a:ea typeface="標楷體" panose="03000509000000000000" pitchFamily="65" charset="-120"/>
              </a:rPr>
              <a:t>User.objects.get</a:t>
            </a:r>
            <a:r>
              <a:rPr lang="en-US" altLang="zh-TW" sz="1800" kern="100" dirty="0">
                <a:solidFill>
                  <a:srgbClr val="FF0000"/>
                </a:solidFill>
                <a:effectLst/>
                <a:latin typeface="Courier New" panose="02070309020205020404" pitchFamily="49" charset="0"/>
                <a:ea typeface="標楷體" panose="03000509000000000000" pitchFamily="65" charset="-120"/>
              </a:rPr>
              <a:t>(username=username)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userinfo</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models.Profile.objects.get</a:t>
            </a:r>
            <a:r>
              <a:rPr lang="en-US" altLang="zh-TW" sz="1800" kern="100" dirty="0">
                <a:solidFill>
                  <a:srgbClr val="FF0000"/>
                </a:solidFill>
                <a:effectLst/>
                <a:latin typeface="Courier New" panose="02070309020205020404" pitchFamily="49" charset="0"/>
                <a:ea typeface="標楷體" panose="03000509000000000000" pitchFamily="65" charset="-120"/>
              </a:rPr>
              <a:t>(user=user)</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except: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pass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"userinfo.html", locals())</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11634898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54</a:t>
            </a:fld>
            <a:endParaRPr lang="zh-TW" altLang="en-US"/>
          </a:p>
        </p:txBody>
      </p:sp>
      <p:sp>
        <p:nvSpPr>
          <p:cNvPr id="4" name="內容版面配置區 3"/>
          <p:cNvSpPr>
            <a:spLocks noGrp="1"/>
          </p:cNvSpPr>
          <p:nvPr>
            <p:ph sz="quarter" idx="1"/>
          </p:nvPr>
        </p:nvSpPr>
        <p:spPr/>
        <p:txBody>
          <a:bodyPr>
            <a:normAutofit/>
          </a:bodyPr>
          <a:lstStyle/>
          <a:p>
            <a:r>
              <a:rPr lang="en-US" altLang="zh-TW" dirty="0"/>
              <a:t>userinfo.html</a:t>
            </a:r>
            <a:r>
              <a:rPr lang="zh-TW" altLang="zh-TW" dirty="0"/>
              <a:t>則如下所示：</a:t>
            </a:r>
          </a:p>
          <a:p>
            <a:pPr marL="0" indent="0">
              <a:buNone/>
            </a:pPr>
            <a:r>
              <a:rPr lang="en-US" altLang="zh-TW" sz="1800" kern="100">
                <a:effectLst/>
                <a:latin typeface="Courier New" panose="02070309020205020404" pitchFamily="49" charset="0"/>
                <a:ea typeface="標楷體" panose="03000509000000000000" pitchFamily="65" charset="-120"/>
              </a:rPr>
              <a:t>{% extends "base.html"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title %}</a:t>
            </a:r>
            <a:r>
              <a:rPr lang="zh-TW" altLang="zh-TW" sz="1800" kern="100">
                <a:effectLst/>
                <a:latin typeface="Courier New" panose="02070309020205020404" pitchFamily="49" charset="0"/>
                <a:ea typeface="標楷體" panose="03000509000000000000" pitchFamily="65" charset="-120"/>
              </a:rPr>
              <a:t>分享日記</a:t>
            </a: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content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class='container'&gt;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使用者資訊</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17857998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增加顯示新增加的</a:t>
            </a:r>
            <a:r>
              <a:rPr lang="en-US" altLang="zh-TW" dirty="0"/>
              <a:t>User</a:t>
            </a:r>
            <a:r>
              <a:rPr lang="zh-TW" altLang="zh-TW" dirty="0"/>
              <a:t>欄位</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55</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a:bodyPr>
          <a:lstStyle/>
          <a:p>
            <a:pPr marL="0" indent="0">
              <a:buNone/>
            </a:pPr>
            <a:r>
              <a:rPr lang="en-US" altLang="zh-TW" sz="2000" kern="100">
                <a:effectLst/>
                <a:latin typeface="Courier New" panose="02070309020205020404" pitchFamily="49" charset="0"/>
                <a:ea typeface="標楷體" panose="03000509000000000000" pitchFamily="65" charset="-120"/>
              </a:rPr>
              <a:t>&lt;p&gt;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姓名：</a:t>
            </a:r>
            <a:r>
              <a:rPr lang="en-US" altLang="zh-TW" sz="2000" kern="100">
                <a:effectLst/>
                <a:latin typeface="Courier New" panose="02070309020205020404" pitchFamily="49" charset="0"/>
                <a:ea typeface="標楷體" panose="03000509000000000000" pitchFamily="65" charset="-120"/>
              </a:rPr>
              <a:t>{{ userinfo.user.username }}&lt;br/&gt;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電子郵件：</a:t>
            </a:r>
            <a:r>
              <a:rPr lang="en-US" altLang="zh-TW" sz="2000" kern="100">
                <a:effectLst/>
                <a:latin typeface="Courier New" panose="02070309020205020404" pitchFamily="49" charset="0"/>
                <a:ea typeface="標楷體" panose="03000509000000000000" pitchFamily="65" charset="-120"/>
              </a:rPr>
              <a:t>{{ userinfo.user.email }}&lt;br/&gt;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身高：</a:t>
            </a:r>
            <a:r>
              <a:rPr lang="en-US" altLang="zh-TW" sz="2000" kern="100">
                <a:effectLst/>
                <a:latin typeface="Courier New" panose="02070309020205020404" pitchFamily="49" charset="0"/>
                <a:ea typeface="標楷體" panose="03000509000000000000" pitchFamily="65" charset="-120"/>
              </a:rPr>
              <a:t>{{ </a:t>
            </a:r>
            <a:r>
              <a:rPr lang="en-US" altLang="zh-TW" sz="2000" kern="100">
                <a:solidFill>
                  <a:srgbClr val="C00000"/>
                </a:solidFill>
                <a:effectLst/>
                <a:latin typeface="Courier New" panose="02070309020205020404" pitchFamily="49" charset="0"/>
                <a:ea typeface="標楷體" panose="03000509000000000000" pitchFamily="65" charset="-120"/>
              </a:rPr>
              <a:t>userinfo.height </a:t>
            </a:r>
            <a:r>
              <a:rPr lang="en-US" altLang="zh-TW" sz="2000" kern="100">
                <a:effectLst/>
                <a:latin typeface="Courier New" panose="02070309020205020404" pitchFamily="49" charset="0"/>
                <a:ea typeface="標楷體" panose="03000509000000000000" pitchFamily="65" charset="-120"/>
              </a:rPr>
              <a:t>}} cm&lt;br/&gt;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性別：</a:t>
            </a:r>
            <a:r>
              <a:rPr lang="en-US" altLang="zh-TW" sz="2000" kern="100">
                <a:effectLst/>
                <a:latin typeface="Courier New" panose="02070309020205020404" pitchFamily="49" charset="0"/>
                <a:ea typeface="標楷體" panose="03000509000000000000" pitchFamily="65" charset="-120"/>
              </a:rPr>
              <a:t>{{ </a:t>
            </a:r>
            <a:r>
              <a:rPr lang="en-US" altLang="zh-TW" sz="2000" kern="100">
                <a:solidFill>
                  <a:srgbClr val="C00000"/>
                </a:solidFill>
                <a:effectLst/>
                <a:latin typeface="Courier New" panose="02070309020205020404" pitchFamily="49" charset="0"/>
                <a:ea typeface="標楷體" panose="03000509000000000000" pitchFamily="65" charset="-120"/>
              </a:rPr>
              <a:t>userinfo.male </a:t>
            </a:r>
            <a:r>
              <a:rPr lang="en-US" altLang="zh-TW" sz="2000" kern="100">
                <a:effectLst/>
                <a:latin typeface="Courier New" panose="02070309020205020404" pitchFamily="49" charset="0"/>
                <a:ea typeface="標楷體" panose="03000509000000000000" pitchFamily="65" charset="-120"/>
              </a:rPr>
              <a:t>| yesno:"</a:t>
            </a:r>
            <a:r>
              <a:rPr lang="zh-TW" altLang="zh-TW" sz="2000" kern="100">
                <a:effectLst/>
                <a:latin typeface="Courier New" panose="02070309020205020404" pitchFamily="49" charset="0"/>
                <a:ea typeface="標楷體" panose="03000509000000000000" pitchFamily="65" charset="-120"/>
              </a:rPr>
              <a:t>男生</a:t>
            </a:r>
            <a:r>
              <a:rPr lang="en-US" altLang="zh-TW" sz="2000" kern="100">
                <a:effectLst/>
                <a:latin typeface="Courier New" panose="02070309020205020404" pitchFamily="49" charset="0"/>
                <a:ea typeface="標楷體" panose="03000509000000000000" pitchFamily="65" charset="-120"/>
              </a:rPr>
              <a:t>,</a:t>
            </a:r>
            <a:r>
              <a:rPr lang="zh-TW" altLang="zh-TW" sz="2000" kern="100">
                <a:effectLst/>
                <a:latin typeface="Courier New" panose="02070309020205020404" pitchFamily="49" charset="0"/>
                <a:ea typeface="標楷體" panose="03000509000000000000" pitchFamily="65" charset="-120"/>
              </a:rPr>
              <a:t>女生</a:t>
            </a:r>
            <a:r>
              <a:rPr lang="en-US" altLang="zh-TW" sz="2000" kern="100">
                <a:effectLst/>
                <a:latin typeface="Courier New" panose="02070309020205020404" pitchFamily="49" charset="0"/>
                <a:ea typeface="標楷體" panose="03000509000000000000" pitchFamily="65" charset="-120"/>
              </a:rPr>
              <a: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&lt;/p&gt;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&lt;/div&gt;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endblock %}</a:t>
            </a:r>
            <a:endParaRPr lang="zh-TW" altLang="zh-TW" sz="2000" kern="10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8118181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56</a:t>
            </a:fld>
            <a:endParaRPr lang="zh-TW" altLang="en-US"/>
          </a:p>
        </p:txBody>
      </p:sp>
      <p:sp>
        <p:nvSpPr>
          <p:cNvPr id="4" name="內容版面配置區 3"/>
          <p:cNvSpPr>
            <a:spLocks noGrp="1"/>
          </p:cNvSpPr>
          <p:nvPr>
            <p:ph sz="quarter" idx="1"/>
          </p:nvPr>
        </p:nvSpPr>
        <p:spPr/>
        <p:txBody>
          <a:bodyPr/>
          <a:lstStyle/>
          <a:p>
            <a:r>
              <a:rPr lang="zh-TW" altLang="zh-TW" dirty="0"/>
              <a:t>新版的使用者資訊網頁內容</a:t>
            </a:r>
            <a:endParaRPr lang="zh-TW" altLang="en-US" dirty="0"/>
          </a:p>
        </p:txBody>
      </p:sp>
      <p:pic>
        <p:nvPicPr>
          <p:cNvPr id="6" name="圖片 5" descr="一張含有 文字 的圖片&#10;&#10;自動產生的描述">
            <a:extLst>
              <a:ext uri="{FF2B5EF4-FFF2-40B4-BE49-F238E27FC236}">
                <a16:creationId xmlns:a16="http://schemas.microsoft.com/office/drawing/2014/main" id="{FC2EB0D6-E355-8326-01FA-3F9B0E1C765D}"/>
              </a:ext>
            </a:extLst>
          </p:cNvPr>
          <p:cNvPicPr>
            <a:picLocks noChangeAspect="1"/>
          </p:cNvPicPr>
          <p:nvPr/>
        </p:nvPicPr>
        <p:blipFill>
          <a:blip r:embed="rId3"/>
          <a:stretch>
            <a:fillRect/>
          </a:stretch>
        </p:blipFill>
        <p:spPr>
          <a:xfrm>
            <a:off x="683568" y="2276872"/>
            <a:ext cx="7990410" cy="3554756"/>
          </a:xfrm>
          <a:prstGeom prst="rect">
            <a:avLst/>
          </a:prstGeom>
        </p:spPr>
      </p:pic>
    </p:spTree>
    <p:extLst>
      <p:ext uri="{BB962C8B-B14F-4D97-AF65-F5344CB8AC3E}">
        <p14:creationId xmlns:p14="http://schemas.microsoft.com/office/powerpoint/2010/main" val="1566167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57</a:t>
            </a:fld>
            <a:endParaRPr lang="zh-TW" altLang="en-US"/>
          </a:p>
        </p:txBody>
      </p:sp>
      <p:sp>
        <p:nvSpPr>
          <p:cNvPr id="4" name="內容版面配置區 3"/>
          <p:cNvSpPr>
            <a:spLocks noGrp="1"/>
          </p:cNvSpPr>
          <p:nvPr>
            <p:ph sz="quarter" idx="1"/>
          </p:nvPr>
        </p:nvSpPr>
        <p:spPr/>
        <p:txBody>
          <a:bodyPr/>
          <a:lstStyle/>
          <a:p>
            <a:r>
              <a:rPr lang="en-US" altLang="zh-TW" dirty="0"/>
              <a:t>User</a:t>
            </a:r>
            <a:r>
              <a:rPr lang="zh-TW" altLang="zh-TW" dirty="0"/>
              <a:t>和</a:t>
            </a:r>
            <a:r>
              <a:rPr lang="en-US" altLang="zh-TW" dirty="0"/>
              <a:t>Profile</a:t>
            </a:r>
            <a:r>
              <a:rPr lang="zh-TW" altLang="zh-TW" dirty="0"/>
              <a:t>資料表的關係</a:t>
            </a:r>
            <a:endParaRPr lang="zh-TW" altLang="en-US" dirty="0"/>
          </a:p>
        </p:txBody>
      </p:sp>
      <p:pic>
        <p:nvPicPr>
          <p:cNvPr id="5" name="圖片 4"/>
          <p:cNvPicPr/>
          <p:nvPr/>
        </p:nvPicPr>
        <p:blipFill>
          <a:blip r:embed="rId2">
            <a:extLst>
              <a:ext uri="{28A0092B-C50C-407E-A947-70E740481C1C}">
                <a14:useLocalDpi xmlns:a14="http://schemas.microsoft.com/office/drawing/2010/main" val="0"/>
              </a:ext>
            </a:extLst>
          </a:blip>
          <a:stretch>
            <a:fillRect/>
          </a:stretch>
        </p:blipFill>
        <p:spPr>
          <a:xfrm>
            <a:off x="2123728" y="2060848"/>
            <a:ext cx="4896544" cy="4248472"/>
          </a:xfrm>
          <a:prstGeom prst="rect">
            <a:avLst/>
          </a:prstGeom>
        </p:spPr>
      </p:pic>
    </p:spTree>
    <p:extLst>
      <p:ext uri="{BB962C8B-B14F-4D97-AF65-F5344CB8AC3E}">
        <p14:creationId xmlns:p14="http://schemas.microsoft.com/office/powerpoint/2010/main" val="1551372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58</a:t>
            </a:fld>
            <a:endParaRPr lang="zh-TW" altLang="en-US"/>
          </a:p>
        </p:txBody>
      </p:sp>
      <p:sp>
        <p:nvSpPr>
          <p:cNvPr id="4" name="內容版面配置區 3"/>
          <p:cNvSpPr>
            <a:spLocks noGrp="1"/>
          </p:cNvSpPr>
          <p:nvPr>
            <p:ph sz="quarter" idx="1"/>
          </p:nvPr>
        </p:nvSpPr>
        <p:spPr/>
        <p:txBody>
          <a:bodyPr/>
          <a:lstStyle/>
          <a:p>
            <a:r>
              <a:rPr lang="zh-TW" altLang="zh-TW" dirty="0"/>
              <a:t>更進一步地運用</a:t>
            </a:r>
            <a:r>
              <a:rPr lang="en-US" altLang="zh-TW" dirty="0" err="1"/>
              <a:t>auth.User</a:t>
            </a:r>
            <a:r>
              <a:rPr lang="zh-TW" altLang="zh-TW" dirty="0"/>
              <a:t>的驗證，新增另外一張資料庫用來儲存更多的內容，並完成本堂課的分享日記範例檔案的初步程式</a:t>
            </a:r>
            <a:r>
              <a:rPr lang="zh-TW" altLang="en-US" dirty="0"/>
              <a:t>，</a:t>
            </a:r>
            <a:r>
              <a:rPr lang="zh-TW" altLang="zh-TW" dirty="0"/>
              <a:t>基本功能</a:t>
            </a:r>
            <a:r>
              <a:rPr lang="zh-TW" altLang="en-US" dirty="0"/>
              <a:t>如下：</a:t>
            </a:r>
            <a:endParaRPr lang="en-US" altLang="zh-TW" dirty="0"/>
          </a:p>
          <a:p>
            <a:pPr lvl="1"/>
            <a:r>
              <a:rPr lang="zh-TW" altLang="zh-TW" dirty="0"/>
              <a:t>使用者登入</a:t>
            </a:r>
            <a:endParaRPr lang="en-US" altLang="zh-TW" dirty="0"/>
          </a:p>
          <a:p>
            <a:pPr lvl="1"/>
            <a:r>
              <a:rPr lang="zh-TW" altLang="zh-TW" dirty="0"/>
              <a:t>登入之後，可以張貼自己的日記</a:t>
            </a:r>
            <a:endParaRPr lang="en-US" altLang="zh-TW" dirty="0"/>
          </a:p>
          <a:p>
            <a:r>
              <a:rPr lang="zh-TW" altLang="zh-TW" dirty="0"/>
              <a:t>因此需要有一張記錄每天日記的資料表</a:t>
            </a:r>
            <a:r>
              <a:rPr lang="en-US" altLang="zh-TW" dirty="0"/>
              <a:t>Diary</a:t>
            </a:r>
            <a:r>
              <a:rPr lang="zh-TW" altLang="zh-TW" dirty="0"/>
              <a:t>，它和</a:t>
            </a:r>
            <a:r>
              <a:rPr lang="en-US" altLang="zh-TW" dirty="0"/>
              <a:t>User</a:t>
            </a:r>
            <a:r>
              <a:rPr lang="zh-TW" altLang="zh-TW" dirty="0"/>
              <a:t>以及</a:t>
            </a:r>
            <a:r>
              <a:rPr lang="en-US" altLang="zh-TW" dirty="0"/>
              <a:t>Profile</a:t>
            </a:r>
            <a:r>
              <a:rPr lang="zh-TW" altLang="zh-TW" dirty="0"/>
              <a:t>的關係如</a:t>
            </a:r>
            <a:r>
              <a:rPr lang="zh-TW" altLang="en-US" dirty="0"/>
              <a:t>下</a:t>
            </a:r>
            <a:r>
              <a:rPr lang="zh-TW" altLang="zh-TW" dirty="0"/>
              <a:t>圖</a:t>
            </a:r>
            <a:endParaRPr lang="en-US" altLang="zh-TW" dirty="0"/>
          </a:p>
          <a:p>
            <a:pPr lvl="1"/>
            <a:endParaRPr lang="zh-TW" altLang="en-US" dirty="0"/>
          </a:p>
        </p:txBody>
      </p:sp>
    </p:spTree>
    <p:extLst>
      <p:ext uri="{BB962C8B-B14F-4D97-AF65-F5344CB8AC3E}">
        <p14:creationId xmlns:p14="http://schemas.microsoft.com/office/powerpoint/2010/main" val="4080793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59</a:t>
            </a:fld>
            <a:endParaRPr lang="zh-TW" altLang="en-US"/>
          </a:p>
        </p:txBody>
      </p:sp>
      <p:sp>
        <p:nvSpPr>
          <p:cNvPr id="4" name="內容版面配置區 3"/>
          <p:cNvSpPr>
            <a:spLocks noGrp="1"/>
          </p:cNvSpPr>
          <p:nvPr>
            <p:ph sz="quarter" idx="1"/>
          </p:nvPr>
        </p:nvSpPr>
        <p:spPr/>
        <p:txBody>
          <a:bodyPr/>
          <a:lstStyle/>
          <a:p>
            <a:r>
              <a:rPr lang="en-US" altLang="zh-TW" dirty="0"/>
              <a:t>Diary</a:t>
            </a:r>
            <a:r>
              <a:rPr lang="zh-TW" altLang="zh-TW" dirty="0"/>
              <a:t>、</a:t>
            </a:r>
            <a:r>
              <a:rPr lang="en-US" altLang="zh-TW" dirty="0"/>
              <a:t> User</a:t>
            </a:r>
            <a:r>
              <a:rPr lang="zh-TW" altLang="zh-TW" dirty="0"/>
              <a:t>和</a:t>
            </a:r>
            <a:r>
              <a:rPr lang="en-US" altLang="zh-TW" dirty="0"/>
              <a:t>Profile</a:t>
            </a:r>
            <a:r>
              <a:rPr lang="zh-TW" altLang="zh-TW" dirty="0"/>
              <a:t>之間的關係</a:t>
            </a:r>
            <a:endParaRPr lang="zh-TW" altLang="en-US" dirty="0"/>
          </a:p>
        </p:txBody>
      </p:sp>
      <p:pic>
        <p:nvPicPr>
          <p:cNvPr id="5" name="圖片 4"/>
          <p:cNvPicPr/>
          <p:nvPr/>
        </p:nvPicPr>
        <p:blipFill>
          <a:blip r:embed="rId2">
            <a:extLst>
              <a:ext uri="{28A0092B-C50C-407E-A947-70E740481C1C}">
                <a14:useLocalDpi xmlns:a14="http://schemas.microsoft.com/office/drawing/2010/main" val="0"/>
              </a:ext>
            </a:extLst>
          </a:blip>
          <a:stretch>
            <a:fillRect/>
          </a:stretch>
        </p:blipFill>
        <p:spPr>
          <a:xfrm>
            <a:off x="1295636" y="2132856"/>
            <a:ext cx="6552728" cy="4248472"/>
          </a:xfrm>
          <a:prstGeom prst="rect">
            <a:avLst/>
          </a:prstGeom>
        </p:spPr>
      </p:pic>
    </p:spTree>
    <p:extLst>
      <p:ext uri="{BB962C8B-B14F-4D97-AF65-F5344CB8AC3E}">
        <p14:creationId xmlns:p14="http://schemas.microsoft.com/office/powerpoint/2010/main" val="42460971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60</a:t>
            </a:fld>
            <a:endParaRPr lang="zh-TW" altLang="en-US"/>
          </a:p>
        </p:txBody>
      </p:sp>
      <p:sp>
        <p:nvSpPr>
          <p:cNvPr id="4" name="內容版面配置區 3"/>
          <p:cNvSpPr>
            <a:spLocks noGrp="1"/>
          </p:cNvSpPr>
          <p:nvPr>
            <p:ph sz="quarter" idx="1"/>
          </p:nvPr>
        </p:nvSpPr>
        <p:spPr/>
        <p:txBody>
          <a:bodyPr>
            <a:normAutofit/>
          </a:bodyPr>
          <a:lstStyle/>
          <a:p>
            <a:r>
              <a:rPr lang="zh-TW" altLang="zh-TW" dirty="0"/>
              <a:t>在</a:t>
            </a:r>
            <a:r>
              <a:rPr lang="en-US" altLang="zh-TW" dirty="0"/>
              <a:t>models.py</a:t>
            </a:r>
            <a:r>
              <a:rPr lang="zh-TW" altLang="zh-TW" dirty="0"/>
              <a:t>中建立一個新的模型</a:t>
            </a:r>
            <a:r>
              <a:rPr lang="en-US" altLang="zh-TW" dirty="0"/>
              <a:t>Diary</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class Diary(</a:t>
            </a:r>
            <a:r>
              <a:rPr lang="en-US" altLang="zh-TW" sz="1800" kern="100" dirty="0" err="1">
                <a:effectLst/>
                <a:latin typeface="Courier New" panose="02070309020205020404" pitchFamily="49" charset="0"/>
                <a:ea typeface="標楷體" panose="03000509000000000000" pitchFamily="65" charset="-120"/>
              </a:rPr>
              <a:t>models.Model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 = </a:t>
            </a:r>
            <a:r>
              <a:rPr lang="en-US" altLang="zh-TW" sz="1800" kern="100" dirty="0" err="1">
                <a:effectLst/>
                <a:latin typeface="Courier New" panose="02070309020205020404" pitchFamily="49" charset="0"/>
                <a:ea typeface="標楷體" panose="03000509000000000000" pitchFamily="65" charset="-120"/>
              </a:rPr>
              <a:t>models.ForeignKey</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auth.models.User</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on_delete</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models.CASCADE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budget = </a:t>
            </a:r>
            <a:r>
              <a:rPr lang="en-US" altLang="zh-TW" sz="1800" kern="100" dirty="0" err="1">
                <a:effectLst/>
                <a:latin typeface="Courier New" panose="02070309020205020404" pitchFamily="49" charset="0"/>
                <a:ea typeface="標楷體" panose="03000509000000000000" pitchFamily="65" charset="-120"/>
              </a:rPr>
              <a:t>models.FloatField</a:t>
            </a:r>
            <a:r>
              <a:rPr lang="en-US" altLang="zh-TW" sz="1800" kern="100" dirty="0">
                <a:effectLst/>
                <a:latin typeface="Courier New" panose="02070309020205020404" pitchFamily="49" charset="0"/>
                <a:ea typeface="標楷體" panose="03000509000000000000" pitchFamily="65" charset="-120"/>
              </a:rPr>
              <a:t>(default=0)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weight = </a:t>
            </a:r>
            <a:r>
              <a:rPr lang="en-US" altLang="zh-TW" sz="1800" kern="100" dirty="0" err="1">
                <a:effectLst/>
                <a:latin typeface="Courier New" panose="02070309020205020404" pitchFamily="49" charset="0"/>
                <a:ea typeface="標楷體" panose="03000509000000000000" pitchFamily="65" charset="-120"/>
              </a:rPr>
              <a:t>models.FloatField</a:t>
            </a:r>
            <a:r>
              <a:rPr lang="en-US" altLang="zh-TW" sz="1800" kern="100" dirty="0">
                <a:effectLst/>
                <a:latin typeface="Courier New" panose="02070309020205020404" pitchFamily="49" charset="0"/>
                <a:ea typeface="標楷體" panose="03000509000000000000" pitchFamily="65" charset="-120"/>
              </a:rPr>
              <a:t>(default=0)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note = </a:t>
            </a:r>
            <a:r>
              <a:rPr lang="en-US" altLang="zh-TW" sz="1800" kern="100" dirty="0" err="1">
                <a:effectLst/>
                <a:latin typeface="Courier New" panose="02070309020205020404" pitchFamily="49" charset="0"/>
                <a:ea typeface="標楷體" panose="03000509000000000000" pitchFamily="65" charset="-120"/>
              </a:rPr>
              <a:t>models.TextField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ddate</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models.DateField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def __str__(self):</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"{}({})".format(</a:t>
            </a:r>
            <a:r>
              <a:rPr lang="en-US" altLang="zh-TW" sz="1800" kern="100" dirty="0" err="1">
                <a:effectLst/>
                <a:latin typeface="Courier New" panose="02070309020205020404" pitchFamily="49" charset="0"/>
                <a:ea typeface="標楷體" panose="03000509000000000000" pitchFamily="65" charset="-120"/>
              </a:rPr>
              <a:t>self.ddate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self.user</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32332982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61</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a:bodyPr>
          <a:lstStyle/>
          <a:p>
            <a:r>
              <a:rPr lang="zh-TW" altLang="zh-TW" dirty="0"/>
              <a:t>寫日記需要使用表單才能夠輸入到資料庫中，因此使用</a:t>
            </a:r>
            <a:r>
              <a:rPr lang="en-US" altLang="zh-TW" dirty="0" err="1"/>
              <a:t>ModelForm</a:t>
            </a:r>
            <a:r>
              <a:rPr lang="zh-TW" altLang="en-US" dirty="0"/>
              <a:t>，</a:t>
            </a:r>
            <a:r>
              <a:rPr lang="zh-TW" altLang="zh-TW" dirty="0"/>
              <a:t>在</a:t>
            </a:r>
            <a:r>
              <a:rPr lang="en-US" altLang="zh-TW" dirty="0"/>
              <a:t>forms.py</a:t>
            </a:r>
            <a:r>
              <a:rPr lang="zh-TW" altLang="zh-TW" dirty="0"/>
              <a:t>中編寫，其內容如下：</a:t>
            </a: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class </a:t>
            </a:r>
            <a:r>
              <a:rPr lang="en-US" altLang="zh-TW" sz="1800" kern="100" dirty="0" err="1">
                <a:solidFill>
                  <a:srgbClr val="FF0000"/>
                </a:solidFill>
                <a:effectLst/>
                <a:latin typeface="Courier New" panose="02070309020205020404" pitchFamily="49" charset="0"/>
                <a:ea typeface="標楷體" panose="03000509000000000000" pitchFamily="65" charset="-120"/>
              </a:rPr>
              <a:t>DateInput</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forms.DateInput</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input_type</a:t>
            </a:r>
            <a:r>
              <a:rPr lang="en-US" altLang="zh-TW" sz="1800" kern="100" dirty="0">
                <a:solidFill>
                  <a:srgbClr val="FF0000"/>
                </a:solidFill>
                <a:effectLst/>
                <a:latin typeface="Courier New" panose="02070309020205020404" pitchFamily="49" charset="0"/>
                <a:ea typeface="標楷體" panose="03000509000000000000" pitchFamily="65" charset="-120"/>
              </a:rPr>
              <a:t> = 'date'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class </a:t>
            </a:r>
            <a:r>
              <a:rPr lang="en-US" altLang="zh-TW" sz="1800" kern="100" dirty="0" err="1">
                <a:effectLst/>
                <a:latin typeface="Courier New" panose="02070309020205020404" pitchFamily="49" charset="0"/>
                <a:ea typeface="標楷體" panose="03000509000000000000" pitchFamily="65" charset="-120"/>
              </a:rPr>
              <a:t>DiaryForm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forms.ModelForm</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class Meta: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model = </a:t>
            </a:r>
            <a:r>
              <a:rPr lang="en-US" altLang="zh-TW" sz="1800" kern="100" dirty="0" err="1">
                <a:effectLst/>
                <a:latin typeface="Courier New" panose="02070309020205020404" pitchFamily="49" charset="0"/>
                <a:ea typeface="標楷體" panose="03000509000000000000" pitchFamily="65" charset="-120"/>
              </a:rPr>
              <a:t>models.Diary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fields = ['budget', 'weight', 'note', </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ddate</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widgets =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2400" b="1" kern="100" dirty="0">
                <a:solidFill>
                  <a:srgbClr val="FF0000"/>
                </a:solidFill>
                <a:effectLst/>
                <a:latin typeface="Courier New" panose="02070309020205020404" pitchFamily="49" charset="0"/>
                <a:ea typeface="標楷體" panose="03000509000000000000" pitchFamily="65" charset="-120"/>
              </a:rPr>
              <a:t>'</a:t>
            </a:r>
            <a:r>
              <a:rPr lang="en-US" altLang="zh-TW" sz="2400" b="1" kern="100" dirty="0" err="1">
                <a:solidFill>
                  <a:srgbClr val="FF0000"/>
                </a:solidFill>
                <a:effectLst/>
                <a:latin typeface="Courier New" panose="02070309020205020404" pitchFamily="49" charset="0"/>
                <a:ea typeface="標楷體" panose="03000509000000000000" pitchFamily="65" charset="-120"/>
              </a:rPr>
              <a:t>ddate</a:t>
            </a:r>
            <a:r>
              <a:rPr lang="en-US" altLang="zh-TW" sz="2400" b="1"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DateInput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p>
          <a:p>
            <a:endParaRPr lang="zh-TW" altLang="en-US" dirty="0"/>
          </a:p>
        </p:txBody>
      </p:sp>
    </p:spTree>
    <p:extLst>
      <p:ext uri="{BB962C8B-B14F-4D97-AF65-F5344CB8AC3E}">
        <p14:creationId xmlns:p14="http://schemas.microsoft.com/office/powerpoint/2010/main" val="26932864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62</a:t>
            </a:fld>
            <a:endParaRPr lang="zh-TW" altLang="en-US"/>
          </a:p>
        </p:txBody>
      </p:sp>
      <p:sp>
        <p:nvSpPr>
          <p:cNvPr id="4" name="內容版面配置區 3"/>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 def __</a:t>
            </a:r>
            <a:r>
              <a:rPr lang="en-US" altLang="zh-TW" sz="1800" kern="100" dirty="0" err="1">
                <a:effectLst/>
                <a:latin typeface="Courier New" panose="02070309020205020404" pitchFamily="49" charset="0"/>
                <a:ea typeface="標楷體" panose="03000509000000000000" pitchFamily="65" charset="-120"/>
              </a:rPr>
              <a:t>init</a:t>
            </a:r>
            <a:r>
              <a:rPr lang="en-US" altLang="zh-TW" sz="1800" kern="100" dirty="0">
                <a:effectLst/>
                <a:latin typeface="Courier New" panose="02070309020205020404" pitchFamily="49" charset="0"/>
                <a:ea typeface="標楷體" panose="03000509000000000000" pitchFamily="65" charset="-120"/>
              </a:rPr>
              <a:t>__(self, *</a:t>
            </a:r>
            <a:r>
              <a:rPr lang="en-US" altLang="zh-TW" sz="1800" kern="100" dirty="0" err="1">
                <a:effectLst/>
                <a:latin typeface="Courier New" panose="02070309020205020404" pitchFamily="49" charset="0"/>
                <a:ea typeface="標楷體" panose="03000509000000000000" pitchFamily="65" charset="-120"/>
              </a:rPr>
              <a:t>args</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kwargs</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super(</a:t>
            </a:r>
            <a:r>
              <a:rPr lang="en-US" altLang="zh-TW" sz="1800" kern="100" dirty="0" err="1">
                <a:effectLst/>
                <a:latin typeface="Courier New" panose="02070309020205020404" pitchFamily="49" charset="0"/>
                <a:ea typeface="標楷體" panose="03000509000000000000" pitchFamily="65" charset="-120"/>
              </a:rPr>
              <a:t>DiaryForm</a:t>
            </a:r>
            <a:r>
              <a:rPr lang="en-US" altLang="zh-TW" sz="1800" kern="100" dirty="0">
                <a:effectLst/>
                <a:latin typeface="Courier New" panose="02070309020205020404" pitchFamily="49" charset="0"/>
                <a:ea typeface="標楷體" panose="03000509000000000000" pitchFamily="65" charset="-120"/>
              </a:rPr>
              <a:t>, self).__</a:t>
            </a:r>
            <a:r>
              <a:rPr lang="en-US" altLang="zh-TW" sz="1800" kern="100" dirty="0" err="1">
                <a:effectLst/>
                <a:latin typeface="Courier New" panose="02070309020205020404" pitchFamily="49" charset="0"/>
                <a:ea typeface="標楷體" panose="03000509000000000000" pitchFamily="65" charset="-120"/>
              </a:rPr>
              <a:t>init</a:t>
            </a:r>
            <a:r>
              <a:rPr lang="en-US" altLang="zh-TW" sz="1800" kern="100" dirty="0">
                <a:effectLst/>
                <a:latin typeface="Courier New" panose="02070309020205020404" pitchFamily="49" charset="0"/>
                <a:ea typeface="標楷體" panose="03000509000000000000" pitchFamily="65" charset="-120"/>
              </a:rPr>
              <a:t>__(*</a:t>
            </a:r>
            <a:r>
              <a:rPr lang="en-US" altLang="zh-TW" sz="1800" kern="100" dirty="0" err="1">
                <a:effectLst/>
                <a:latin typeface="Courier New" panose="02070309020205020404" pitchFamily="49" charset="0"/>
                <a:ea typeface="標楷體" panose="03000509000000000000" pitchFamily="65" charset="-120"/>
              </a:rPr>
              <a:t>args</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kwargs</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['budget'].label = '</a:t>
            </a:r>
            <a:r>
              <a:rPr lang="zh-TW" altLang="zh-TW" sz="1800" kern="100" dirty="0">
                <a:solidFill>
                  <a:srgbClr val="C00000"/>
                </a:solidFill>
                <a:effectLst/>
                <a:latin typeface="Courier New" panose="02070309020205020404" pitchFamily="49" charset="0"/>
                <a:ea typeface="標楷體" panose="03000509000000000000" pitchFamily="65" charset="-120"/>
              </a:rPr>
              <a:t>今日花費</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zh-TW" altLang="zh-TW" sz="1800" kern="100" dirty="0">
                <a:solidFill>
                  <a:srgbClr val="C00000"/>
                </a:solidFill>
                <a:effectLst/>
                <a:latin typeface="Courier New" panose="02070309020205020404" pitchFamily="49" charset="0"/>
                <a:ea typeface="標楷體" panose="03000509000000000000" pitchFamily="65" charset="-120"/>
              </a:rPr>
              <a:t>元</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['weight'].label = '</a:t>
            </a:r>
            <a:r>
              <a:rPr lang="zh-TW" altLang="zh-TW" sz="1800" kern="100" dirty="0">
                <a:solidFill>
                  <a:srgbClr val="C00000"/>
                </a:solidFill>
                <a:effectLst/>
                <a:latin typeface="Courier New" panose="02070309020205020404" pitchFamily="49" charset="0"/>
                <a:ea typeface="標楷體" panose="03000509000000000000" pitchFamily="65" charset="-120"/>
              </a:rPr>
              <a:t>今日體重</a:t>
            </a:r>
            <a:r>
              <a:rPr lang="en-US" altLang="zh-TW" sz="1800" kern="100" dirty="0">
                <a:solidFill>
                  <a:srgbClr val="C00000"/>
                </a:solidFill>
                <a:effectLst/>
                <a:latin typeface="Courier New" panose="02070309020205020404" pitchFamily="49" charset="0"/>
                <a:ea typeface="標楷體" panose="03000509000000000000" pitchFamily="65" charset="-120"/>
              </a:rPr>
              <a:t>(KG)'</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['note'].label = '</a:t>
            </a:r>
            <a:r>
              <a:rPr lang="zh-TW" altLang="zh-TW" sz="1800" kern="100" dirty="0">
                <a:solidFill>
                  <a:srgbClr val="C00000"/>
                </a:solidFill>
                <a:effectLst/>
                <a:latin typeface="Courier New" panose="02070309020205020404" pitchFamily="49" charset="0"/>
                <a:ea typeface="標楷體" panose="03000509000000000000" pitchFamily="65" charset="-120"/>
              </a:rPr>
              <a:t>心情留言</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b="1" kern="100" dirty="0">
                <a:solidFill>
                  <a:srgbClr val="FF0000"/>
                </a:solidFill>
                <a:effectLst/>
                <a:latin typeface="Courier New" panose="02070309020205020404" pitchFamily="49" charset="0"/>
                <a:ea typeface="標楷體" panose="03000509000000000000" pitchFamily="65" charset="-120"/>
              </a:rPr>
              <a:t>'</a:t>
            </a:r>
            <a:r>
              <a:rPr lang="en-US" altLang="zh-TW" sz="1800" b="1" kern="100" dirty="0" err="1">
                <a:solidFill>
                  <a:srgbClr val="FF0000"/>
                </a:solidFill>
                <a:effectLst/>
                <a:latin typeface="Courier New" panose="02070309020205020404" pitchFamily="49" charset="0"/>
                <a:ea typeface="標楷體" panose="03000509000000000000" pitchFamily="65" charset="-120"/>
              </a:rPr>
              <a:t>ddate</a:t>
            </a:r>
            <a:r>
              <a:rPr lang="en-US" altLang="zh-TW" sz="1800" b="1"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solidFill>
                  <a:srgbClr val="C00000"/>
                </a:solidFill>
                <a:effectLst/>
                <a:latin typeface="Courier New" panose="02070309020205020404" pitchFamily="49" charset="0"/>
                <a:ea typeface="標楷體" panose="03000509000000000000" pitchFamily="65" charset="-120"/>
              </a:rPr>
              <a:t>].label = '</a:t>
            </a:r>
            <a:r>
              <a:rPr lang="zh-TW" altLang="zh-TW" sz="1800" kern="100" dirty="0">
                <a:solidFill>
                  <a:srgbClr val="C00000"/>
                </a:solidFill>
                <a:effectLst/>
                <a:latin typeface="Courier New" panose="02070309020205020404" pitchFamily="49" charset="0"/>
                <a:ea typeface="標楷體" panose="03000509000000000000" pitchFamily="65" charset="-120"/>
              </a:rPr>
              <a:t>日期</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1326644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63</a:t>
            </a:fld>
            <a:endParaRPr lang="zh-TW" altLang="en-US"/>
          </a:p>
        </p:txBody>
      </p:sp>
      <p:sp>
        <p:nvSpPr>
          <p:cNvPr id="4" name="內容版面配置區 3"/>
          <p:cNvSpPr>
            <a:spLocks noGrp="1"/>
          </p:cNvSpPr>
          <p:nvPr>
            <p:ph sz="quarter" idx="1"/>
          </p:nvPr>
        </p:nvSpPr>
        <p:spPr/>
        <p:txBody>
          <a:bodyPr/>
          <a:lstStyle/>
          <a:p>
            <a:r>
              <a:rPr lang="en-US" altLang="zh-TW" dirty="0" err="1"/>
              <a:t>DateInput</a:t>
            </a:r>
            <a:r>
              <a:rPr lang="zh-TW" altLang="zh-TW" dirty="0"/>
              <a:t>的入介面</a:t>
            </a:r>
            <a:endParaRPr lang="zh-TW" altLang="en-US" dirty="0"/>
          </a:p>
        </p:txBody>
      </p:sp>
      <p:pic>
        <p:nvPicPr>
          <p:cNvPr id="6" name="圖片 5">
            <a:extLst>
              <a:ext uri="{FF2B5EF4-FFF2-40B4-BE49-F238E27FC236}">
                <a16:creationId xmlns:a16="http://schemas.microsoft.com/office/drawing/2014/main" id="{501B1AC6-B4D0-003A-AFFA-E2DE52B77E38}"/>
              </a:ext>
            </a:extLst>
          </p:cNvPr>
          <p:cNvPicPr>
            <a:picLocks noChangeAspect="1"/>
          </p:cNvPicPr>
          <p:nvPr/>
        </p:nvPicPr>
        <p:blipFill>
          <a:blip r:embed="rId2"/>
          <a:stretch>
            <a:fillRect/>
          </a:stretch>
        </p:blipFill>
        <p:spPr>
          <a:xfrm>
            <a:off x="1043608" y="2051745"/>
            <a:ext cx="7344816" cy="4380304"/>
          </a:xfrm>
          <a:prstGeom prst="rect">
            <a:avLst/>
          </a:prstGeom>
        </p:spPr>
      </p:pic>
    </p:spTree>
    <p:extLst>
      <p:ext uri="{BB962C8B-B14F-4D97-AF65-F5344CB8AC3E}">
        <p14:creationId xmlns:p14="http://schemas.microsoft.com/office/powerpoint/2010/main" val="33583349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64</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err="1"/>
              <a:t>DiaryForm</a:t>
            </a:r>
            <a:r>
              <a:rPr lang="zh-TW" altLang="zh-TW" dirty="0"/>
              <a:t>增加</a:t>
            </a:r>
            <a:r>
              <a:rPr lang="en-US" altLang="zh-TW" dirty="0"/>
              <a:t>user</a:t>
            </a:r>
            <a:r>
              <a:rPr lang="zh-TW" altLang="zh-TW" dirty="0"/>
              <a:t>欄位的結果</a:t>
            </a:r>
            <a:endParaRPr lang="zh-TW" altLang="en-US" dirty="0"/>
          </a:p>
        </p:txBody>
      </p:sp>
      <p:pic>
        <p:nvPicPr>
          <p:cNvPr id="5" name="圖片 4">
            <a:extLst>
              <a:ext uri="{FF2B5EF4-FFF2-40B4-BE49-F238E27FC236}">
                <a16:creationId xmlns:a16="http://schemas.microsoft.com/office/drawing/2014/main" id="{9C0F177D-EEF5-5F56-2030-D2AC30D75364}"/>
              </a:ext>
            </a:extLst>
          </p:cNvPr>
          <p:cNvPicPr>
            <a:picLocks noChangeAspect="1"/>
          </p:cNvPicPr>
          <p:nvPr/>
        </p:nvPicPr>
        <p:blipFill>
          <a:blip r:embed="rId2"/>
          <a:stretch>
            <a:fillRect/>
          </a:stretch>
        </p:blipFill>
        <p:spPr>
          <a:xfrm>
            <a:off x="971599" y="2204864"/>
            <a:ext cx="6881775" cy="4104456"/>
          </a:xfrm>
          <a:prstGeom prst="rect">
            <a:avLst/>
          </a:prstGeom>
        </p:spPr>
      </p:pic>
    </p:spTree>
    <p:extLst>
      <p:ext uri="{BB962C8B-B14F-4D97-AF65-F5344CB8AC3E}">
        <p14:creationId xmlns:p14="http://schemas.microsoft.com/office/powerpoint/2010/main" val="29295626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65</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fontScale="92500" lnSpcReduction="10000"/>
          </a:bodyPr>
          <a:lstStyle/>
          <a:p>
            <a:r>
              <a:rPr lang="zh-TW" altLang="zh-TW" dirty="0"/>
              <a:t>如箭頭所指的地方所示，要張貼自己的日記，卻還可以選擇張貼人，這不是一件很奇怪的事嗎？因此</a:t>
            </a:r>
            <a:r>
              <a:rPr lang="zh-TW" altLang="zh-TW" dirty="0">
                <a:solidFill>
                  <a:srgbClr val="FF0000"/>
                </a:solidFill>
              </a:rPr>
              <a:t>在</a:t>
            </a:r>
            <a:r>
              <a:rPr lang="en-US" altLang="zh-TW" dirty="0" err="1">
                <a:solidFill>
                  <a:srgbClr val="FF0000"/>
                </a:solidFill>
              </a:rPr>
              <a:t>DiaryForm</a:t>
            </a:r>
            <a:r>
              <a:rPr lang="zh-TW" altLang="zh-TW" dirty="0">
                <a:solidFill>
                  <a:srgbClr val="FF0000"/>
                </a:solidFill>
              </a:rPr>
              <a:t>中不需要增加</a:t>
            </a:r>
            <a:r>
              <a:rPr lang="en-US" altLang="zh-TW" dirty="0">
                <a:solidFill>
                  <a:srgbClr val="FF0000"/>
                </a:solidFill>
              </a:rPr>
              <a:t>user</a:t>
            </a:r>
            <a:r>
              <a:rPr lang="zh-TW" altLang="zh-TW" dirty="0">
                <a:solidFill>
                  <a:srgbClr val="FF0000"/>
                </a:solidFill>
              </a:rPr>
              <a:t>這個欄位</a:t>
            </a:r>
            <a:r>
              <a:rPr lang="zh-TW" altLang="zh-TW" dirty="0"/>
              <a:t>，這個欄位是要在</a:t>
            </a:r>
            <a:r>
              <a:rPr lang="en-US" altLang="zh-TW" dirty="0" err="1"/>
              <a:t>views.posting</a:t>
            </a:r>
            <a:r>
              <a:rPr lang="zh-TW" altLang="zh-TW" dirty="0"/>
              <a:t>函數中接到表單之後再加上去的（因為</a:t>
            </a:r>
            <a:r>
              <a:rPr lang="en-US" altLang="zh-TW" dirty="0"/>
              <a:t>user</a:t>
            </a:r>
            <a:r>
              <a:rPr lang="zh-TW" altLang="zh-TW" dirty="0"/>
              <a:t>在登入之後即為已知）</a:t>
            </a:r>
            <a:endParaRPr lang="en-US" altLang="zh-TW" dirty="0"/>
          </a:p>
          <a:p>
            <a:r>
              <a:rPr lang="en-US" altLang="zh-TW" dirty="0"/>
              <a:t>posting.html</a:t>
            </a:r>
            <a:r>
              <a:rPr lang="zh-TW" altLang="zh-TW" dirty="0"/>
              <a:t>中如何顯示「寫日記」的網頁顯示：</a:t>
            </a:r>
          </a:p>
          <a:p>
            <a:pPr marL="0" indent="0">
              <a:buNone/>
            </a:pPr>
            <a:r>
              <a:rPr lang="en-US" altLang="zh-TW" sz="1800" kern="100" dirty="0">
                <a:effectLst/>
                <a:latin typeface="Courier New" panose="02070309020205020404" pitchFamily="49" charset="0"/>
                <a:ea typeface="標楷體" panose="03000509000000000000" pitchFamily="65" charset="-120"/>
              </a:rPr>
              <a:t>&lt;!-- posting.html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我有話要說</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for message in messages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a:t>
            </a:r>
            <a:r>
              <a:rPr lang="en-US" altLang="zh-TW" sz="1800" kern="100" dirty="0" err="1">
                <a:effectLst/>
                <a:latin typeface="Courier New" panose="02070309020205020404" pitchFamily="49" charset="0"/>
                <a:ea typeface="標楷體" panose="03000509000000000000" pitchFamily="65" charset="-120"/>
              </a:rPr>
              <a:t>message.tags</a:t>
            </a:r>
            <a:r>
              <a:rPr lang="en-US" altLang="zh-TW" sz="1800" kern="100" dirty="0">
                <a:effectLst/>
                <a:latin typeface="Courier New" panose="02070309020205020404" pitchFamily="49" charset="0"/>
                <a:ea typeface="標楷體" panose="03000509000000000000" pitchFamily="65" charset="-120"/>
              </a:rPr>
              <a:t>}}'&gt;{{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18288397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66</a:t>
            </a:fld>
            <a:endParaRPr lang="zh-TW" altLang="en-US"/>
          </a:p>
        </p:txBody>
      </p:sp>
      <p:sp>
        <p:nvSpPr>
          <p:cNvPr id="4" name="內容版面配置區 3"/>
          <p:cNvSpPr>
            <a:spLocks noGrp="1"/>
          </p:cNvSpPr>
          <p:nvPr>
            <p:ph sz="quarter" idx="1"/>
          </p:nvPr>
        </p:nvSpPr>
        <p:spPr/>
        <p:txBody>
          <a:bodyPr/>
          <a:lstStyle/>
          <a:p>
            <a:pPr marL="0" indent="0">
              <a:buNone/>
            </a:pPr>
            <a:r>
              <a:rPr lang="en-US" altLang="zh-TW" sz="1800" kern="100">
                <a:effectLst/>
                <a:latin typeface="Courier New" panose="02070309020205020404" pitchFamily="49" charset="0"/>
                <a:ea typeface="標楷體" panose="03000509000000000000" pitchFamily="65" charset="-120"/>
              </a:rPr>
              <a:t>&lt;form name='my form' action='.' method='POST'&gt;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csrf_token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post_form.as_table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&lt;input type='submit' value='</a:t>
            </a:r>
            <a:r>
              <a:rPr lang="zh-TW" altLang="zh-TW" sz="1800" kern="100">
                <a:effectLst/>
                <a:latin typeface="Courier New" panose="02070309020205020404" pitchFamily="49" charset="0"/>
                <a:ea typeface="標楷體" panose="03000509000000000000" pitchFamily="65" charset="-120"/>
              </a:rPr>
              <a:t>張貼</a:t>
            </a:r>
            <a:r>
              <a:rPr lang="en-US" altLang="zh-TW" sz="1800" kern="100">
                <a:effectLst/>
                <a:latin typeface="Courier New" panose="02070309020205020404" pitchFamily="49" charset="0"/>
                <a:ea typeface="標楷體" panose="03000509000000000000" pitchFamily="65" charset="-120"/>
              </a:rPr>
              <a: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&lt;input type='reset' value='</a:t>
            </a:r>
            <a:r>
              <a:rPr lang="zh-TW" altLang="zh-TW" sz="1800" kern="100">
                <a:effectLst/>
                <a:latin typeface="Courier New" panose="02070309020205020404" pitchFamily="49" charset="0"/>
                <a:ea typeface="標楷體" panose="03000509000000000000" pitchFamily="65" charset="-120"/>
              </a:rPr>
              <a:t>清除重填</a:t>
            </a:r>
            <a:r>
              <a:rPr lang="en-US" altLang="zh-TW" sz="1800" kern="100">
                <a:effectLst/>
                <a:latin typeface="Courier New" panose="02070309020205020404" pitchFamily="49" charset="0"/>
                <a:ea typeface="標楷體" panose="03000509000000000000" pitchFamily="65" charset="-120"/>
              </a:rPr>
              <a: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&lt;/form&gt;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12323474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67</a:t>
            </a:fld>
            <a:endParaRPr lang="zh-TW" altLang="en-US"/>
          </a:p>
        </p:txBody>
      </p:sp>
      <p:sp>
        <p:nvSpPr>
          <p:cNvPr id="4" name="內容版面配置區 3"/>
          <p:cNvSpPr>
            <a:spLocks noGrp="1"/>
          </p:cNvSpPr>
          <p:nvPr>
            <p:ph sz="quarter" idx="1"/>
          </p:nvPr>
        </p:nvSpPr>
        <p:spPr>
          <a:xfrm>
            <a:off x="301752" y="1527048"/>
            <a:ext cx="8842248" cy="5070304"/>
          </a:xfrm>
        </p:spPr>
        <p:txBody>
          <a:bodyPr>
            <a:normAutofit/>
          </a:bodyPr>
          <a:lstStyle/>
          <a:p>
            <a:r>
              <a:rPr lang="en-US" altLang="zh-TW" dirty="0" err="1"/>
              <a:t>views.posting</a:t>
            </a:r>
            <a:r>
              <a:rPr lang="zh-TW" altLang="zh-TW" dirty="0"/>
              <a:t>中，如下所示：</a:t>
            </a:r>
          </a:p>
          <a:p>
            <a:pPr marL="0" indent="0">
              <a:buNone/>
            </a:pPr>
            <a:r>
              <a:rPr lang="en-US" altLang="zh-TW" sz="1800" kern="100" dirty="0">
                <a:effectLst/>
                <a:latin typeface="Courier New" panose="02070309020205020404" pitchFamily="49" charset="0"/>
                <a:ea typeface="標楷體" panose="03000509000000000000" pitchFamily="65" charset="-120"/>
              </a:rPr>
              <a:t>@login_required(login_url='/login/')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def posting(request):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request.user.is_authenticated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username = </a:t>
            </a:r>
            <a:r>
              <a:rPr lang="en-US" altLang="zh-TW" sz="1800" kern="100" dirty="0" err="1">
                <a:effectLst/>
                <a:latin typeface="Courier New" panose="02070309020205020404" pitchFamily="49" charset="0"/>
                <a:ea typeface="標楷體" panose="03000509000000000000" pitchFamily="65" charset="-120"/>
              </a:rPr>
              <a:t>request.user.username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useremail</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request.user.email</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messages.get_messages</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request.method</a:t>
            </a:r>
            <a:r>
              <a:rPr lang="en-US" altLang="zh-TW" sz="1800" kern="100" dirty="0">
                <a:effectLst/>
                <a:latin typeface="Courier New" panose="02070309020205020404" pitchFamily="49" charset="0"/>
                <a:ea typeface="標楷體" panose="03000509000000000000" pitchFamily="65" charset="-120"/>
              </a:rPr>
              <a:t> == 'POST':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C00000"/>
                </a:solidFill>
                <a:effectLst/>
                <a:latin typeface="Courier New" panose="02070309020205020404" pitchFamily="49" charset="0"/>
                <a:ea typeface="標楷體" panose="03000509000000000000" pitchFamily="65" charset="-120"/>
              </a:rPr>
              <a:t>user = </a:t>
            </a:r>
            <a:r>
              <a:rPr lang="en-US" altLang="zh-TW" sz="1800" kern="100" dirty="0" err="1">
                <a:solidFill>
                  <a:srgbClr val="C00000"/>
                </a:solidFill>
                <a:effectLst/>
                <a:latin typeface="Courier New" panose="02070309020205020404" pitchFamily="49" charset="0"/>
                <a:ea typeface="標楷體" panose="03000509000000000000" pitchFamily="65" charset="-120"/>
              </a:rPr>
              <a:t>User.objects.get</a:t>
            </a:r>
            <a:r>
              <a:rPr lang="en-US" altLang="zh-TW" sz="1800" kern="100" dirty="0">
                <a:solidFill>
                  <a:srgbClr val="C00000"/>
                </a:solidFill>
                <a:effectLst/>
                <a:latin typeface="Courier New" panose="02070309020205020404" pitchFamily="49" charset="0"/>
                <a:ea typeface="標楷體" panose="03000509000000000000" pitchFamily="65" charset="-120"/>
              </a:rPr>
              <a:t>(username=username)(</a:t>
            </a:r>
            <a:r>
              <a:rPr lang="zh-TW" altLang="en-US" sz="1800" kern="100" dirty="0">
                <a:solidFill>
                  <a:srgbClr val="C00000"/>
                </a:solidFill>
                <a:effectLst/>
                <a:latin typeface="Courier New" panose="02070309020205020404" pitchFamily="49" charset="0"/>
                <a:ea typeface="標楷體" panose="03000509000000000000" pitchFamily="65" charset="-120"/>
              </a:rPr>
              <a:t>在此取得即可</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diary = </a:t>
            </a:r>
            <a:r>
              <a:rPr lang="en-US" altLang="zh-TW" sz="1800" kern="100" dirty="0" err="1">
                <a:solidFill>
                  <a:srgbClr val="C00000"/>
                </a:solidFill>
                <a:effectLst/>
                <a:latin typeface="Courier New" panose="02070309020205020404" pitchFamily="49" charset="0"/>
                <a:ea typeface="標楷體" panose="03000509000000000000" pitchFamily="65" charset="-120"/>
              </a:rPr>
              <a:t>models.Diary</a:t>
            </a:r>
            <a:r>
              <a:rPr lang="en-US" altLang="zh-TW" sz="1800" kern="100" dirty="0">
                <a:solidFill>
                  <a:srgbClr val="C00000"/>
                </a:solidFill>
                <a:effectLst/>
                <a:latin typeface="Courier New" panose="02070309020205020404" pitchFamily="49" charset="0"/>
                <a:ea typeface="標楷體" panose="03000509000000000000" pitchFamily="65" charset="-120"/>
              </a:rPr>
              <a:t>(user=user)</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post_form</a:t>
            </a:r>
            <a:r>
              <a:rPr lang="en-US" altLang="zh-TW" sz="1800" kern="100" dirty="0">
                <a:solidFill>
                  <a:srgbClr val="C00000"/>
                </a:solidFill>
                <a:effectLst/>
                <a:latin typeface="Courier New" panose="02070309020205020404" pitchFamily="49" charset="0"/>
                <a:ea typeface="標楷體" panose="03000509000000000000" pitchFamily="65" charset="-120"/>
              </a:rPr>
              <a:t> = </a:t>
            </a:r>
            <a:r>
              <a:rPr lang="en-US" altLang="zh-TW" sz="1800" kern="100" dirty="0" err="1">
                <a:solidFill>
                  <a:srgbClr val="C00000"/>
                </a:solidFill>
                <a:effectLst/>
                <a:latin typeface="Courier New" panose="02070309020205020404" pitchFamily="49" charset="0"/>
                <a:ea typeface="標楷體" panose="03000509000000000000" pitchFamily="65" charset="-120"/>
              </a:rPr>
              <a:t>forms.DiaryForm</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kern="100" dirty="0" err="1">
                <a:solidFill>
                  <a:srgbClr val="C00000"/>
                </a:solidFill>
                <a:effectLst/>
                <a:latin typeface="Courier New" panose="02070309020205020404" pitchFamily="49" charset="0"/>
                <a:ea typeface="標楷體" panose="03000509000000000000" pitchFamily="65" charset="-120"/>
              </a:rPr>
              <a:t>request.POST</a:t>
            </a:r>
            <a:r>
              <a:rPr lang="en-US" altLang="zh-TW" sz="1800" kern="100" dirty="0">
                <a:solidFill>
                  <a:srgbClr val="C00000"/>
                </a:solidFill>
                <a:effectLst/>
                <a:latin typeface="Courier New" panose="02070309020205020404" pitchFamily="49" charset="0"/>
                <a:ea typeface="標楷體" panose="03000509000000000000" pitchFamily="65" charset="-120"/>
              </a:rPr>
              <a:t>, instance=diary)</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lvl="1"/>
            <a:endParaRPr lang="en-US" altLang="zh-TW" dirty="0"/>
          </a:p>
        </p:txBody>
      </p:sp>
    </p:spTree>
    <p:extLst>
      <p:ext uri="{BB962C8B-B14F-4D97-AF65-F5344CB8AC3E}">
        <p14:creationId xmlns:p14="http://schemas.microsoft.com/office/powerpoint/2010/main" val="29844997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68</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1800" kern="100" dirty="0">
                <a:effectLst/>
                <a:latin typeface="Courier New" panose="02070309020205020404" pitchFamily="49" charset="0"/>
                <a:ea typeface="標楷體" panose="03000509000000000000" pitchFamily="65" charset="-120"/>
              </a:rPr>
              <a:t>if </a:t>
            </a:r>
            <a:r>
              <a:rPr lang="en-US" altLang="zh-TW" sz="1800" kern="100" dirty="0" err="1">
                <a:effectLst/>
                <a:latin typeface="Courier New" panose="02070309020205020404" pitchFamily="49" charset="0"/>
                <a:ea typeface="標楷體" panose="03000509000000000000" pitchFamily="65" charset="-120"/>
              </a:rPr>
              <a:t>post_form.is_valid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messages.add_message</a:t>
            </a:r>
            <a:r>
              <a:rPr lang="en-US" altLang="zh-TW" sz="1800" kern="100" dirty="0">
                <a:effectLst/>
                <a:latin typeface="Courier New" panose="02070309020205020404" pitchFamily="49" charset="0"/>
                <a:ea typeface="標楷體" panose="03000509000000000000" pitchFamily="65" charset="-120"/>
              </a:rPr>
              <a:t>(request, messages.INFO, "</a:t>
            </a:r>
            <a:r>
              <a:rPr lang="zh-TW" altLang="zh-TW" sz="1800" kern="100" dirty="0">
                <a:effectLst/>
                <a:latin typeface="Courier New" panose="02070309020205020404" pitchFamily="49" charset="0"/>
                <a:ea typeface="標楷體" panose="03000509000000000000" pitchFamily="65" charset="-120"/>
              </a:rPr>
              <a:t>日記已儲存</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post_form.save</a:t>
            </a:r>
            <a:r>
              <a:rPr lang="en-US" altLang="zh-TW" sz="1800" kern="100" dirty="0">
                <a:solidFill>
                  <a:srgbClr val="C00000"/>
                </a:solidFill>
                <a:effectLst/>
                <a:latin typeface="Courier New" panose="02070309020205020404" pitchFamily="49" charset="0"/>
                <a:ea typeface="標楷體" panose="03000509000000000000" pitchFamily="65" charset="-120"/>
              </a:rPr>
              <a:t>()  </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a:t>
            </a:r>
            <a:r>
              <a:rPr lang="en-US" altLang="zh-TW" sz="1800" b="1" kern="100" dirty="0" err="1">
                <a:solidFill>
                  <a:srgbClr val="FF0000"/>
                </a:solidFill>
                <a:effectLst/>
                <a:latin typeface="Courier New" panose="02070309020205020404" pitchFamily="49" charset="0"/>
                <a:ea typeface="標楷體" panose="03000509000000000000" pitchFamily="65" charset="-120"/>
              </a:rPr>
              <a:t>HttpResponseRedirect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messages.add_message</a:t>
            </a:r>
            <a:r>
              <a:rPr lang="en-US" altLang="zh-TW" sz="1800" kern="100" dirty="0">
                <a:effectLst/>
                <a:latin typeface="Courier New" panose="02070309020205020404" pitchFamily="49" charset="0"/>
                <a:ea typeface="標楷體" panose="03000509000000000000" pitchFamily="65" charset="-120"/>
              </a:rPr>
              <a:t>(request, messages.INFO, '</a:t>
            </a:r>
            <a:r>
              <a:rPr lang="zh-TW" altLang="zh-TW" sz="1800" kern="100" dirty="0">
                <a:effectLst/>
                <a:latin typeface="Courier New" panose="02070309020205020404" pitchFamily="49" charset="0"/>
                <a:ea typeface="標楷體" panose="03000509000000000000" pitchFamily="65" charset="-120"/>
              </a:rPr>
              <a:t>要張貼日記，每一個欄位都要填</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post_form</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forms.DiaryForm</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messages.add_message</a:t>
            </a:r>
            <a:r>
              <a:rPr lang="en-US" altLang="zh-TW" sz="1800" kern="100" dirty="0">
                <a:effectLst/>
                <a:latin typeface="Courier New" panose="02070309020205020404" pitchFamily="49" charset="0"/>
                <a:ea typeface="標楷體" panose="03000509000000000000" pitchFamily="65" charset="-120"/>
              </a:rPr>
              <a:t>(request, messages.INFO, '</a:t>
            </a:r>
            <a:r>
              <a:rPr lang="zh-TW" altLang="zh-TW" sz="1800" kern="100" dirty="0">
                <a:effectLst/>
                <a:latin typeface="Courier New" panose="02070309020205020404" pitchFamily="49" charset="0"/>
                <a:ea typeface="標楷體" panose="03000509000000000000" pitchFamily="65" charset="-120"/>
              </a:rPr>
              <a:t>要張貼日記，每一個欄位都要填</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'posting.html', locals())</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171484855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69</a:t>
            </a:fld>
            <a:endParaRPr lang="zh-TW" altLang="en-US"/>
          </a:p>
        </p:txBody>
      </p:sp>
      <p:sp>
        <p:nvSpPr>
          <p:cNvPr id="4" name="內容版面配置區 3"/>
          <p:cNvSpPr>
            <a:spLocks noGrp="1"/>
          </p:cNvSpPr>
          <p:nvPr>
            <p:ph sz="quarter" idx="1"/>
          </p:nvPr>
        </p:nvSpPr>
        <p:spPr/>
        <p:txBody>
          <a:bodyPr>
            <a:normAutofit/>
          </a:bodyPr>
          <a:lstStyle/>
          <a:p>
            <a:r>
              <a:rPr lang="zh-TW" altLang="zh-TW" dirty="0"/>
              <a:t>在</a:t>
            </a:r>
            <a:r>
              <a:rPr lang="en-US" altLang="zh-TW" dirty="0"/>
              <a:t>index.html</a:t>
            </a:r>
            <a:r>
              <a:rPr lang="zh-TW" altLang="zh-TW" dirty="0"/>
              <a:t>中就要能夠使用者登入之後把使用者自己的日記顯示在畫面上，因此</a:t>
            </a:r>
            <a:r>
              <a:rPr lang="en-US" altLang="zh-TW" dirty="0"/>
              <a:t>index.html</a:t>
            </a:r>
            <a:r>
              <a:rPr lang="zh-TW" altLang="zh-TW" dirty="0"/>
              <a:t>的內容就必須改寫如下：</a:t>
            </a:r>
          </a:p>
          <a:p>
            <a:pPr marL="0" indent="0">
              <a:buNone/>
            </a:pPr>
            <a:r>
              <a:rPr lang="en-US" altLang="zh-TW" sz="1800" kern="100" dirty="0">
                <a:effectLst/>
                <a:latin typeface="Courier New" panose="02070309020205020404" pitchFamily="49" charset="0"/>
                <a:ea typeface="標楷體" panose="03000509000000000000" pitchFamily="65" charset="-120"/>
              </a:rPr>
              <a:t>&lt;!-- index.html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分享日記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for message in messages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a:t>
            </a:r>
            <a:r>
              <a:rPr lang="en-US" altLang="zh-TW" sz="1800" kern="100" dirty="0" err="1">
                <a:effectLst/>
                <a:latin typeface="Courier New" panose="02070309020205020404" pitchFamily="49" charset="0"/>
                <a:ea typeface="標楷體" panose="03000509000000000000" pitchFamily="65" charset="-120"/>
              </a:rPr>
              <a:t>message.tags</a:t>
            </a:r>
            <a:r>
              <a:rPr lang="en-US" altLang="zh-TW" sz="1800" kern="100" dirty="0">
                <a:effectLst/>
                <a:latin typeface="Courier New" panose="02070309020205020404" pitchFamily="49" charset="0"/>
                <a:ea typeface="標楷體" panose="03000509000000000000" pitchFamily="65" charset="-120"/>
              </a:rPr>
              <a:t>}}'&gt;{{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27700153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70</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a:bodyPr>
          <a:lstStyle/>
          <a:p>
            <a:pPr marL="0" indent="0">
              <a:buNone/>
            </a:pPr>
            <a:r>
              <a:rPr lang="en-US" altLang="zh-TW" sz="1800" kern="100">
                <a:effectLst/>
                <a:latin typeface="Courier New" panose="02070309020205020404" pitchFamily="49" charset="0"/>
                <a:ea typeface="標楷體" panose="03000509000000000000" pitchFamily="65" charset="-120"/>
              </a:rPr>
              <a:t> &lt;div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 username | default:"</a:t>
            </a:r>
            <a:r>
              <a:rPr lang="zh-TW" altLang="zh-TW" sz="1800" kern="100">
                <a:effectLst/>
                <a:latin typeface="Courier New" panose="02070309020205020404" pitchFamily="49" charset="0"/>
                <a:ea typeface="標楷體" panose="03000509000000000000" pitchFamily="65" charset="-120"/>
              </a:rPr>
              <a:t>我</a:t>
            </a:r>
            <a:r>
              <a:rPr lang="en-US" altLang="zh-TW" sz="1800" kern="100">
                <a:effectLst/>
                <a:latin typeface="Courier New" panose="02070309020205020404" pitchFamily="49" charset="0"/>
                <a:ea typeface="標楷體" panose="03000509000000000000" pitchFamily="65" charset="-120"/>
              </a:rPr>
              <a:t>"}}</a:t>
            </a:r>
            <a:r>
              <a:rPr lang="zh-TW" altLang="zh-TW" sz="1800" kern="100">
                <a:effectLst/>
                <a:latin typeface="Courier New" panose="02070309020205020404" pitchFamily="49" charset="0"/>
                <a:ea typeface="標楷體" panose="03000509000000000000" pitchFamily="65" charset="-120"/>
              </a:rPr>
              <a:t>的私人日記</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for diary in diaries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cycle "&lt;div class='row'&gt;" "" ""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class='col-md-4'&gt;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class='card-header' align=center&gt;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diary.ddate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en-US" dirty="0"/>
          </a:p>
        </p:txBody>
      </p:sp>
    </p:spTree>
    <p:extLst>
      <p:ext uri="{BB962C8B-B14F-4D97-AF65-F5344CB8AC3E}">
        <p14:creationId xmlns:p14="http://schemas.microsoft.com/office/powerpoint/2010/main" val="38367638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71</a:t>
            </a:fld>
            <a:endParaRPr lang="zh-TW" altLang="en-US"/>
          </a:p>
        </p:txBody>
      </p:sp>
      <p:sp>
        <p:nvSpPr>
          <p:cNvPr id="4" name="內容版面配置區 3"/>
          <p:cNvSpPr>
            <a:spLocks noGrp="1"/>
          </p:cNvSpPr>
          <p:nvPr>
            <p:ph sz="quarter" idx="1"/>
          </p:nvPr>
        </p:nvSpPr>
        <p:spPr/>
        <p:txBody>
          <a:bodyPr>
            <a:normAutofit fontScale="92500" lnSpcReduction="20000"/>
          </a:bodyPr>
          <a:lstStyle/>
          <a:p>
            <a:pPr marL="0" indent="0">
              <a:buNone/>
            </a:pPr>
            <a:r>
              <a:rPr lang="en-US" altLang="zh-TW" sz="1800" kern="100">
                <a:effectLst/>
                <a:latin typeface="Courier New" panose="02070309020205020404" pitchFamily="49" charset="0"/>
                <a:ea typeface="標楷體" panose="03000509000000000000" pitchFamily="65" charset="-120"/>
              </a:rPr>
              <a:t> &lt;div class='card-body'&gt;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diary.note </a:t>
            </a:r>
            <a:r>
              <a:rPr lang="en-US" altLang="zh-TW" sz="1800" kern="100">
                <a:effectLst/>
                <a:latin typeface="Courier New" panose="02070309020205020404" pitchFamily="49" charset="0"/>
                <a:ea typeface="標楷體" panose="03000509000000000000" pitchFamily="65" charset="-120"/>
              </a:rPr>
              <a:t>| linebreaks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class='card-footer'&gt;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今日花費：</a:t>
            </a: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diary.budget </a:t>
            </a:r>
            <a:r>
              <a:rPr lang="en-US" altLang="zh-TW" sz="1800" kern="100">
                <a:effectLst/>
                <a:latin typeface="Courier New" panose="02070309020205020404" pitchFamily="49" charset="0"/>
                <a:ea typeface="標楷體" panose="03000509000000000000" pitchFamily="65" charset="-120"/>
              </a:rPr>
              <a:t>}}</a:t>
            </a:r>
            <a:r>
              <a:rPr lang="zh-TW" altLang="zh-TW" sz="1800" kern="100">
                <a:effectLst/>
                <a:latin typeface="Courier New" panose="02070309020205020404" pitchFamily="49" charset="0"/>
                <a:ea typeface="標楷體" panose="03000509000000000000" pitchFamily="65" charset="-120"/>
              </a:rPr>
              <a:t>元，體重：</a:t>
            </a:r>
            <a:r>
              <a:rPr lang="en-US" altLang="zh-TW" sz="1800" kern="100">
                <a:effectLst/>
                <a:latin typeface="Courier New" panose="02070309020205020404" pitchFamily="49" charset="0"/>
                <a:ea typeface="標楷體" panose="03000509000000000000" pitchFamily="65" charset="-120"/>
              </a:rPr>
              <a:t>{{ diary.weight }}</a:t>
            </a:r>
            <a:r>
              <a:rPr lang="zh-TW" altLang="zh-TW" sz="1800" kern="100">
                <a:effectLst/>
                <a:latin typeface="Courier New" panose="02070309020205020404" pitchFamily="49" charset="0"/>
                <a:ea typeface="標楷體" panose="03000509000000000000" pitchFamily="65" charset="-120"/>
              </a:rPr>
              <a:t>公斤</a:t>
            </a: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cycle "" "" "&lt;/div&gt;"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empty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&lt;h3&gt;&lt;em&gt;</a:t>
            </a:r>
            <a:r>
              <a:rPr lang="zh-TW" altLang="zh-TW" sz="1800" kern="100">
                <a:effectLst/>
                <a:latin typeface="Courier New" panose="02070309020205020404" pitchFamily="49" charset="0"/>
                <a:ea typeface="標楷體" panose="03000509000000000000" pitchFamily="65" charset="-120"/>
              </a:rPr>
              <a:t>目前沒有日記內容可供顯示，請登入網站或輸入日記內容</a:t>
            </a:r>
            <a:r>
              <a:rPr lang="en-US" altLang="zh-TW" sz="1800" kern="100">
                <a:effectLst/>
                <a:latin typeface="Courier New" panose="02070309020205020404" pitchFamily="49" charset="0"/>
                <a:ea typeface="標楷體" panose="03000509000000000000" pitchFamily="65" charset="-120"/>
              </a:rPr>
              <a:t>&lt;/em&gt;&lt;/h3&gt;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endfor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en-US" dirty="0"/>
          </a:p>
        </p:txBody>
      </p:sp>
    </p:spTree>
    <p:extLst>
      <p:ext uri="{BB962C8B-B14F-4D97-AF65-F5344CB8AC3E}">
        <p14:creationId xmlns:p14="http://schemas.microsoft.com/office/powerpoint/2010/main" val="194785746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72</a:t>
            </a:fld>
            <a:endParaRPr lang="zh-TW" altLang="en-US"/>
          </a:p>
        </p:txBody>
      </p:sp>
      <p:sp>
        <p:nvSpPr>
          <p:cNvPr id="4" name="內容版面配置區 3"/>
          <p:cNvSpPr>
            <a:spLocks noGrp="1"/>
          </p:cNvSpPr>
          <p:nvPr>
            <p:ph sz="quarter" idx="1"/>
          </p:nvPr>
        </p:nvSpPr>
        <p:spPr>
          <a:xfrm>
            <a:off x="301752" y="1527048"/>
            <a:ext cx="8734744" cy="5070304"/>
          </a:xfrm>
        </p:spPr>
        <p:txBody>
          <a:bodyPr>
            <a:normAutofit lnSpcReduction="10000"/>
          </a:bodyPr>
          <a:lstStyle/>
          <a:p>
            <a:r>
              <a:rPr lang="zh-TW" altLang="zh-TW" dirty="0"/>
              <a:t>上面的程式碼主要處理</a:t>
            </a:r>
            <a:r>
              <a:rPr lang="en-US" altLang="zh-TW" dirty="0"/>
              <a:t>diaries</a:t>
            </a:r>
            <a:r>
              <a:rPr lang="zh-TW" altLang="zh-TW" dirty="0"/>
              <a:t>這個變數的輸出，提供這個變數內容的則是在</a:t>
            </a:r>
            <a:r>
              <a:rPr lang="en-US" altLang="zh-TW" dirty="0" err="1"/>
              <a:t>views.index</a:t>
            </a:r>
            <a:r>
              <a:rPr lang="zh-TW" altLang="zh-TW" dirty="0"/>
              <a:t>，如下所示：</a:t>
            </a:r>
          </a:p>
          <a:p>
            <a:pPr marL="0" indent="0">
              <a:buNone/>
            </a:pPr>
            <a:r>
              <a:rPr lang="en-US" altLang="zh-TW" sz="1800" kern="100">
                <a:effectLst/>
                <a:latin typeface="Courier New" panose="02070309020205020404" pitchFamily="49" charset="0"/>
                <a:ea typeface="標楷體" panose="03000509000000000000" pitchFamily="65" charset="-120"/>
              </a:rPr>
              <a:t>def index(request):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if request.user.is_authenticated:</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username = request.user.username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useremail = request.user.email</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try:</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user = User.objects.get(username=username)</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solidFill>
                  <a:srgbClr val="C00000"/>
                </a:solidFill>
                <a:effectLst/>
                <a:latin typeface="Courier New" panose="02070309020205020404" pitchFamily="49" charset="0"/>
                <a:ea typeface="標楷體" panose="03000509000000000000" pitchFamily="65" charset="-120"/>
              </a:rPr>
              <a:t>            diaries = models.Diary.objects.filter(user=user).order_by('-ddate')</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except Exception as 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print(e)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pass</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messages.get_messages(request)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render(request, 'index.html', locals())</a:t>
            </a:r>
            <a:endParaRPr lang="zh-TW" altLang="zh-TW" sz="1800" kern="10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28600868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73</a:t>
            </a:fld>
            <a:endParaRPr lang="zh-TW" altLang="en-US"/>
          </a:p>
        </p:txBody>
      </p:sp>
      <p:sp>
        <p:nvSpPr>
          <p:cNvPr id="4" name="內容版面配置區 3"/>
          <p:cNvSpPr>
            <a:spLocks noGrp="1"/>
          </p:cNvSpPr>
          <p:nvPr>
            <p:ph sz="quarter" idx="1"/>
          </p:nvPr>
        </p:nvSpPr>
        <p:spPr/>
        <p:txBody>
          <a:bodyPr/>
          <a:lstStyle/>
          <a:p>
            <a:r>
              <a:rPr lang="zh-TW" altLang="zh-TW" dirty="0"/>
              <a:t>未登入帳號的首頁畫面</a:t>
            </a:r>
            <a:endParaRPr lang="zh-TW" altLang="en-US" dirty="0"/>
          </a:p>
        </p:txBody>
      </p:sp>
      <p:pic>
        <p:nvPicPr>
          <p:cNvPr id="6" name="圖片 5">
            <a:extLst>
              <a:ext uri="{FF2B5EF4-FFF2-40B4-BE49-F238E27FC236}">
                <a16:creationId xmlns:a16="http://schemas.microsoft.com/office/drawing/2014/main" id="{B0012EFF-08EA-6EBF-E88D-25F78D95CA96}"/>
              </a:ext>
            </a:extLst>
          </p:cNvPr>
          <p:cNvPicPr>
            <a:picLocks noChangeAspect="1"/>
          </p:cNvPicPr>
          <p:nvPr/>
        </p:nvPicPr>
        <p:blipFill>
          <a:blip r:embed="rId2"/>
          <a:stretch>
            <a:fillRect/>
          </a:stretch>
        </p:blipFill>
        <p:spPr>
          <a:xfrm>
            <a:off x="611560" y="2636912"/>
            <a:ext cx="8053887" cy="2952328"/>
          </a:xfrm>
          <a:prstGeom prst="rect">
            <a:avLst/>
          </a:prstGeom>
        </p:spPr>
      </p:pic>
    </p:spTree>
    <p:extLst>
      <p:ext uri="{BB962C8B-B14F-4D97-AF65-F5344CB8AC3E}">
        <p14:creationId xmlns:p14="http://schemas.microsoft.com/office/powerpoint/2010/main" val="4260629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74</a:t>
            </a:fld>
            <a:endParaRPr lang="zh-TW" altLang="en-US"/>
          </a:p>
        </p:txBody>
      </p:sp>
      <p:sp>
        <p:nvSpPr>
          <p:cNvPr id="4" name="內容版面配置區 3"/>
          <p:cNvSpPr>
            <a:spLocks noGrp="1"/>
          </p:cNvSpPr>
          <p:nvPr>
            <p:ph sz="quarter" idx="1"/>
          </p:nvPr>
        </p:nvSpPr>
        <p:spPr/>
        <p:txBody>
          <a:bodyPr/>
          <a:lstStyle/>
          <a:p>
            <a:r>
              <a:rPr lang="zh-TW" altLang="zh-TW" dirty="0"/>
              <a:t>已登入帳號之後的首頁畫面</a:t>
            </a:r>
            <a:endParaRPr lang="zh-TW" altLang="en-US" dirty="0"/>
          </a:p>
        </p:txBody>
      </p:sp>
      <p:pic>
        <p:nvPicPr>
          <p:cNvPr id="6" name="圖片 5">
            <a:extLst>
              <a:ext uri="{FF2B5EF4-FFF2-40B4-BE49-F238E27FC236}">
                <a16:creationId xmlns:a16="http://schemas.microsoft.com/office/drawing/2014/main" id="{53AAD022-9F8B-2558-8A81-863FB6A8610F}"/>
              </a:ext>
            </a:extLst>
          </p:cNvPr>
          <p:cNvPicPr>
            <a:picLocks noChangeAspect="1"/>
          </p:cNvPicPr>
          <p:nvPr/>
        </p:nvPicPr>
        <p:blipFill>
          <a:blip r:embed="rId2"/>
          <a:stretch>
            <a:fillRect/>
          </a:stretch>
        </p:blipFill>
        <p:spPr>
          <a:xfrm>
            <a:off x="809868" y="2167561"/>
            <a:ext cx="7560840" cy="3931487"/>
          </a:xfrm>
          <a:prstGeom prst="rect">
            <a:avLst/>
          </a:prstGeom>
        </p:spPr>
      </p:pic>
    </p:spTree>
    <p:extLst>
      <p:ext uri="{BB962C8B-B14F-4D97-AF65-F5344CB8AC3E}">
        <p14:creationId xmlns:p14="http://schemas.microsoft.com/office/powerpoint/2010/main" val="10611940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Django</a:t>
            </a:r>
            <a:r>
              <a:rPr lang="zh-TW" altLang="en-US"/>
              <a:t>提供的登入介面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75</a:t>
            </a:fld>
            <a:endParaRPr lang="zh-TW" altLang="en-US"/>
          </a:p>
        </p:txBody>
      </p:sp>
      <p:sp>
        <p:nvSpPr>
          <p:cNvPr id="4" name="內容版面配置區 3"/>
          <p:cNvSpPr>
            <a:spLocks noGrp="1"/>
          </p:cNvSpPr>
          <p:nvPr>
            <p:ph sz="quarter" idx="1"/>
          </p:nvPr>
        </p:nvSpPr>
        <p:spPr/>
        <p:txBody>
          <a:bodyPr>
            <a:normAutofit/>
          </a:bodyPr>
          <a:lstStyle/>
          <a:p>
            <a:r>
              <a:rPr lang="en-US" altLang="zh-TW" dirty="0"/>
              <a:t>Django</a:t>
            </a:r>
            <a:r>
              <a:rPr lang="zh-TW" altLang="en-US" dirty="0"/>
              <a:t>的系統登入介面網址是</a:t>
            </a:r>
            <a:r>
              <a:rPr lang="en-US" altLang="zh-TW" dirty="0"/>
              <a:t>/admin/login/</a:t>
            </a:r>
            <a:r>
              <a:rPr lang="zh-TW" altLang="en-US" dirty="0"/>
              <a:t>，把這個網址放在我們的選單（</a:t>
            </a:r>
            <a:r>
              <a:rPr lang="en-US" altLang="zh-TW" dirty="0"/>
              <a:t>header.html</a:t>
            </a:r>
            <a:r>
              <a:rPr lang="zh-TW" altLang="en-US" dirty="0"/>
              <a:t>）中：</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 &lt;li class="nav-item"&gt;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 class="nav-link"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="/admin/login</a:t>
            </a:r>
            <a:r>
              <a:rPr lang="en-US" altLang="zh-TW" sz="1800" kern="100" dirty="0">
                <a:solidFill>
                  <a:srgbClr val="FF0000"/>
                </a:solidFill>
                <a:effectLst/>
                <a:latin typeface="Courier New" panose="02070309020205020404" pitchFamily="49" charset="0"/>
                <a:ea typeface="標楷體" panose="03000509000000000000" pitchFamily="65" charset="-120"/>
              </a:rPr>
              <a:t>/?next=/</a:t>
            </a:r>
            <a:r>
              <a:rPr lang="en-US" altLang="zh-TW" sz="1800" kern="100" dirty="0">
                <a:effectLst/>
                <a:latin typeface="Courier New" panose="02070309020205020404" pitchFamily="49" charset="0"/>
                <a:ea typeface="標楷體" panose="03000509000000000000" pitchFamily="65" charset="-120"/>
              </a:rPr>
              <a:t>"&gt;Django</a:t>
            </a:r>
            <a:r>
              <a:rPr lang="zh-TW" altLang="zh-TW" sz="1800" kern="100" dirty="0">
                <a:effectLst/>
                <a:latin typeface="Courier New" panose="02070309020205020404" pitchFamily="49" charset="0"/>
                <a:ea typeface="標楷體" panose="03000509000000000000" pitchFamily="65" charset="-120"/>
              </a:rPr>
              <a:t>登入</a:t>
            </a:r>
            <a:r>
              <a:rPr lang="en-US" altLang="zh-TW" sz="1800" kern="100" dirty="0">
                <a:effectLst/>
                <a:latin typeface="Courier New" panose="02070309020205020404" pitchFamily="49" charset="0"/>
                <a:ea typeface="標楷體" panose="03000509000000000000" pitchFamily="65" charset="-120"/>
              </a:rPr>
              <a:t>&lt;/a&gt;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a:t>
            </a:r>
            <a:endParaRPr lang="zh-TW" altLang="zh-TW" sz="1800" kern="100" dirty="0">
              <a:effectLst/>
              <a:latin typeface="Courier New" panose="02070309020205020404" pitchFamily="49" charset="0"/>
              <a:ea typeface="標楷體" panose="03000509000000000000" pitchFamily="65" charset="-120"/>
            </a:endParaRPr>
          </a:p>
          <a:p>
            <a:r>
              <a:rPr lang="zh-TW" altLang="en-US" dirty="0"/>
              <a:t>在</a:t>
            </a:r>
            <a:r>
              <a:rPr lang="en-US" altLang="zh-TW" dirty="0">
                <a:solidFill>
                  <a:srgbClr val="FF0000"/>
                </a:solidFill>
              </a:rPr>
              <a:t>urls.py</a:t>
            </a:r>
            <a:r>
              <a:rPr lang="zh-TW" altLang="en-US" dirty="0"/>
              <a:t>中加入以下三行：</a:t>
            </a:r>
            <a:endParaRPr lang="en-US" altLang="zh-TW" dirty="0"/>
          </a:p>
          <a:p>
            <a:r>
              <a:rPr lang="zh-TW" altLang="en-US" dirty="0">
                <a:solidFill>
                  <a:srgbClr val="FF0000"/>
                </a:solidFill>
              </a:rPr>
              <a:t>要在</a:t>
            </a:r>
            <a:r>
              <a:rPr lang="en-US" altLang="zh-TW" dirty="0" err="1">
                <a:solidFill>
                  <a:srgbClr val="FF0000"/>
                </a:solidFill>
              </a:rPr>
              <a:t>urlpatterns</a:t>
            </a:r>
            <a:r>
              <a:rPr lang="en-US" altLang="zh-TW" dirty="0">
                <a:solidFill>
                  <a:srgbClr val="FF0000"/>
                </a:solidFill>
              </a:rPr>
              <a:t> = []</a:t>
            </a:r>
            <a:r>
              <a:rPr lang="zh-TW" altLang="en-US" dirty="0">
                <a:solidFill>
                  <a:srgbClr val="FF0000"/>
                </a:solidFill>
              </a:rPr>
              <a:t>的前面</a:t>
            </a:r>
            <a:endParaRPr lang="en-US" altLang="zh-TW" dirty="0">
              <a:solidFill>
                <a:srgbClr val="FF0000"/>
              </a:solidFill>
            </a:endParaRPr>
          </a:p>
          <a:p>
            <a:pPr marL="0" indent="0">
              <a:buNone/>
            </a:pPr>
            <a:r>
              <a:rPr lang="en-US" altLang="zh-TW" sz="1800" kern="100" dirty="0" err="1">
                <a:effectLst/>
                <a:latin typeface="Courier New" panose="02070309020205020404" pitchFamily="49" charset="0"/>
                <a:ea typeface="標楷體" panose="03000509000000000000" pitchFamily="65" charset="-120"/>
              </a:rPr>
              <a:t>admin.site.site_header</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admin.site.site_title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admin.site.index_title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我的私人日記後台</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76217895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Django</a:t>
            </a:r>
            <a:r>
              <a:rPr lang="zh-TW" altLang="en-US"/>
              <a:t>提供的登入介面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76</a:t>
            </a:fld>
            <a:endParaRPr lang="zh-TW" altLang="en-US"/>
          </a:p>
        </p:txBody>
      </p:sp>
      <p:sp>
        <p:nvSpPr>
          <p:cNvPr id="4" name="內容版面配置區 3"/>
          <p:cNvSpPr>
            <a:spLocks noGrp="1"/>
          </p:cNvSpPr>
          <p:nvPr>
            <p:ph sz="quarter" idx="1"/>
          </p:nvPr>
        </p:nvSpPr>
        <p:spPr/>
        <p:txBody>
          <a:bodyPr/>
          <a:lstStyle/>
          <a:p>
            <a:r>
              <a:rPr lang="zh-TW" altLang="en-US" dirty="0"/>
              <a:t>在</a:t>
            </a:r>
            <a:r>
              <a:rPr lang="en-US" altLang="zh-TW" dirty="0"/>
              <a:t>settings.py</a:t>
            </a:r>
            <a:r>
              <a:rPr lang="zh-TW" altLang="en-US" dirty="0"/>
              <a:t>中加入以下這行，用來變更預設的登入網址：</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 LOGIN_URL = "/admin/login/"</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5" name="圖片 4" descr="一張含有 文字 的圖片&#10;&#10;自動產生的描述">
            <a:extLst>
              <a:ext uri="{FF2B5EF4-FFF2-40B4-BE49-F238E27FC236}">
                <a16:creationId xmlns:a16="http://schemas.microsoft.com/office/drawing/2014/main" id="{1FF14913-E32F-D288-5560-E1CB6D3D1116}"/>
              </a:ext>
            </a:extLst>
          </p:cNvPr>
          <p:cNvPicPr>
            <a:picLocks noChangeAspect="1"/>
          </p:cNvPicPr>
          <p:nvPr/>
        </p:nvPicPr>
        <p:blipFill>
          <a:blip r:embed="rId2"/>
          <a:stretch>
            <a:fillRect/>
          </a:stretch>
        </p:blipFill>
        <p:spPr>
          <a:xfrm>
            <a:off x="683568" y="3051488"/>
            <a:ext cx="7606580" cy="3089439"/>
          </a:xfrm>
          <a:prstGeom prst="rect">
            <a:avLst/>
          </a:prstGeom>
        </p:spPr>
      </p:pic>
    </p:spTree>
    <p:extLst>
      <p:ext uri="{BB962C8B-B14F-4D97-AF65-F5344CB8AC3E}">
        <p14:creationId xmlns:p14="http://schemas.microsoft.com/office/powerpoint/2010/main" val="25774052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Django</a:t>
            </a:r>
            <a:r>
              <a:rPr lang="zh-TW" altLang="en-US"/>
              <a:t>提供的登入介面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77</a:t>
            </a:fld>
            <a:endParaRPr lang="zh-TW" altLang="en-US"/>
          </a:p>
        </p:txBody>
      </p:sp>
      <p:sp>
        <p:nvSpPr>
          <p:cNvPr id="4" name="內容版面配置區 3"/>
          <p:cNvSpPr>
            <a:spLocks noGrp="1"/>
          </p:cNvSpPr>
          <p:nvPr>
            <p:ph sz="quarter" idx="1"/>
          </p:nvPr>
        </p:nvSpPr>
        <p:spPr/>
        <p:txBody>
          <a:bodyPr/>
          <a:lstStyle/>
          <a:p>
            <a:r>
              <a:rPr lang="zh-TW" altLang="en-US"/>
              <a:t>後台的登入畫面，標題改了：</a:t>
            </a:r>
            <a:endParaRPr lang="zh-TW" altLang="zh-TW" sz="1800" kern="10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6" name="圖片 5">
            <a:extLst>
              <a:ext uri="{FF2B5EF4-FFF2-40B4-BE49-F238E27FC236}">
                <a16:creationId xmlns:a16="http://schemas.microsoft.com/office/drawing/2014/main" id="{3F6B748F-FDA8-296A-BCD7-EFE66BDC9CC8}"/>
              </a:ext>
            </a:extLst>
          </p:cNvPr>
          <p:cNvPicPr>
            <a:picLocks noChangeAspect="1"/>
          </p:cNvPicPr>
          <p:nvPr/>
        </p:nvPicPr>
        <p:blipFill>
          <a:blip r:embed="rId2"/>
          <a:stretch>
            <a:fillRect/>
          </a:stretch>
        </p:blipFill>
        <p:spPr>
          <a:xfrm>
            <a:off x="542466" y="2492896"/>
            <a:ext cx="8059068" cy="3490701"/>
          </a:xfrm>
          <a:prstGeom prst="rect">
            <a:avLst/>
          </a:prstGeom>
        </p:spPr>
      </p:pic>
    </p:spTree>
    <p:extLst>
      <p:ext uri="{BB962C8B-B14F-4D97-AF65-F5344CB8AC3E}">
        <p14:creationId xmlns:p14="http://schemas.microsoft.com/office/powerpoint/2010/main" val="24048803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繪製圖表：建立匯入</a:t>
            </a:r>
            <a:r>
              <a:rPr lang="en-US" altLang="zh-TW" dirty="0"/>
              <a:t>CSV</a:t>
            </a:r>
            <a:r>
              <a:rPr lang="zh-TW" altLang="en-US" dirty="0"/>
              <a:t>資料用的</a:t>
            </a:r>
            <a:r>
              <a:rPr lang="en-US" altLang="zh-TW" dirty="0"/>
              <a:t>Model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78</a:t>
            </a:fld>
            <a:endParaRPr lang="zh-TW" altLang="en-US"/>
          </a:p>
        </p:txBody>
      </p:sp>
      <p:sp>
        <p:nvSpPr>
          <p:cNvPr id="4" name="內容版面配置區 3"/>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class Vote(</a:t>
            </a:r>
            <a:r>
              <a:rPr lang="en-US" altLang="zh-TW" sz="1800" kern="100" dirty="0" err="1">
                <a:effectLst/>
                <a:latin typeface="Courier New" panose="02070309020205020404" pitchFamily="49" charset="0"/>
                <a:ea typeface="標楷體" panose="03000509000000000000" pitchFamily="65" charset="-120"/>
              </a:rPr>
              <a:t>models.Model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name = </a:t>
            </a:r>
            <a:r>
              <a:rPr lang="en-US" altLang="zh-TW" sz="1800" kern="100" dirty="0" err="1">
                <a:effectLst/>
                <a:latin typeface="Courier New" panose="02070309020205020404" pitchFamily="49" charset="0"/>
                <a:ea typeface="標楷體" panose="03000509000000000000" pitchFamily="65" charset="-120"/>
              </a:rPr>
              <a:t>models.CharField</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max_length</a:t>
            </a:r>
            <a:r>
              <a:rPr lang="en-US" altLang="zh-TW" sz="1800" kern="100" dirty="0">
                <a:effectLst/>
                <a:latin typeface="Courier New" panose="02070309020205020404" pitchFamily="49" charset="0"/>
                <a:ea typeface="標楷體" panose="03000509000000000000" pitchFamily="65" charset="-120"/>
              </a:rPr>
              <a:t>=20)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no = </a:t>
            </a:r>
            <a:r>
              <a:rPr lang="en-US" altLang="zh-TW" sz="1800" kern="100" dirty="0" err="1">
                <a:effectLst/>
                <a:latin typeface="Courier New" panose="02070309020205020404" pitchFamily="49" charset="0"/>
                <a:ea typeface="標楷體" panose="03000509000000000000" pitchFamily="65" charset="-120"/>
              </a:rPr>
              <a:t>models.IntegerField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sex = </a:t>
            </a:r>
            <a:r>
              <a:rPr lang="en-US" altLang="zh-TW" sz="1800" kern="100" dirty="0" err="1">
                <a:effectLst/>
                <a:latin typeface="Courier New" panose="02070309020205020404" pitchFamily="49" charset="0"/>
                <a:ea typeface="標楷體" panose="03000509000000000000" pitchFamily="65" charset="-120"/>
              </a:rPr>
              <a:t>models.BooleanField</a:t>
            </a:r>
            <a:r>
              <a:rPr lang="en-US" altLang="zh-TW" sz="1800" kern="100" dirty="0">
                <a:effectLst/>
                <a:latin typeface="Courier New" panose="02070309020205020404" pitchFamily="49" charset="0"/>
                <a:ea typeface="標楷體" panose="03000509000000000000" pitchFamily="65" charset="-120"/>
              </a:rPr>
              <a:t>(default=False)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byear</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models.IntegerField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party = </a:t>
            </a:r>
            <a:r>
              <a:rPr lang="en-US" altLang="zh-TW" sz="1800" kern="100" dirty="0" err="1">
                <a:effectLst/>
                <a:latin typeface="Courier New" panose="02070309020205020404" pitchFamily="49" charset="0"/>
                <a:ea typeface="標楷體" panose="03000509000000000000" pitchFamily="65" charset="-120"/>
              </a:rPr>
              <a:t>models.CharField</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max_length</a:t>
            </a:r>
            <a:r>
              <a:rPr lang="en-US" altLang="zh-TW" sz="1800" kern="100" dirty="0">
                <a:effectLst/>
                <a:latin typeface="Courier New" panose="02070309020205020404" pitchFamily="49" charset="0"/>
                <a:ea typeface="標楷體" panose="03000509000000000000" pitchFamily="65" charset="-120"/>
              </a:rPr>
              <a:t>=20)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votes = </a:t>
            </a:r>
            <a:r>
              <a:rPr lang="en-US" altLang="zh-TW" sz="1800" kern="100" dirty="0" err="1">
                <a:effectLst/>
                <a:latin typeface="Courier New" panose="02070309020205020404" pitchFamily="49" charset="0"/>
                <a:ea typeface="標楷體" panose="03000509000000000000" pitchFamily="65" charset="-120"/>
              </a:rPr>
              <a:t>models.IntegerField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def __str__(self):</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self.name</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zh-TW" altLang="en-US" sz="2400" b="1" kern="100" dirty="0">
                <a:solidFill>
                  <a:srgbClr val="FF0000"/>
                </a:solidFill>
                <a:effectLst/>
                <a:latin typeface="Courier New" panose="02070309020205020404" pitchFamily="49" charset="0"/>
                <a:ea typeface="標楷體" panose="03000509000000000000" pitchFamily="65" charset="-120"/>
              </a:rPr>
              <a:t>記得</a:t>
            </a:r>
            <a:r>
              <a:rPr lang="en-US" altLang="zh-TW" sz="2400" b="1" kern="100" dirty="0" err="1">
                <a:solidFill>
                  <a:srgbClr val="FF0000"/>
                </a:solidFill>
                <a:effectLst/>
                <a:latin typeface="Courier New" panose="02070309020205020404" pitchFamily="49" charset="0"/>
                <a:ea typeface="標楷體" panose="03000509000000000000" pitchFamily="65" charset="-120"/>
              </a:rPr>
              <a:t>makemigrations</a:t>
            </a:r>
            <a:r>
              <a:rPr lang="en-US" altLang="zh-TW" sz="2400" b="1" kern="100" dirty="0">
                <a:solidFill>
                  <a:srgbClr val="FF0000"/>
                </a:solidFill>
                <a:effectLst/>
                <a:latin typeface="Courier New" panose="02070309020205020404" pitchFamily="49" charset="0"/>
                <a:ea typeface="標楷體" panose="03000509000000000000" pitchFamily="65" charset="-120"/>
              </a:rPr>
              <a:t>/migrate</a:t>
            </a:r>
          </a:p>
          <a:p>
            <a:pPr marL="0" indent="0">
              <a:buNone/>
            </a:pPr>
            <a:r>
              <a:rPr lang="en-US" altLang="zh-TW" sz="1800" kern="100" dirty="0">
                <a:latin typeface="Courier New" panose="02070309020205020404" pitchFamily="49" charset="0"/>
                <a:ea typeface="標楷體" panose="03000509000000000000" pitchFamily="65" charset="-120"/>
              </a:rPr>
              <a:t>ADMIN</a:t>
            </a:r>
            <a:r>
              <a:rPr lang="zh-TW" altLang="en-US" sz="1800" kern="100" dirty="0">
                <a:latin typeface="Courier New" panose="02070309020205020404" pitchFamily="49" charset="0"/>
                <a:ea typeface="標楷體" panose="03000509000000000000" pitchFamily="65" charset="-120"/>
              </a:rPr>
              <a:t>後台註冊</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
        <p:nvSpPr>
          <p:cNvPr id="6" name="文字方塊 5">
            <a:extLst>
              <a:ext uri="{FF2B5EF4-FFF2-40B4-BE49-F238E27FC236}">
                <a16:creationId xmlns:a16="http://schemas.microsoft.com/office/drawing/2014/main" id="{33F2EA43-33AA-941D-CD07-A6202F401F43}"/>
              </a:ext>
            </a:extLst>
          </p:cNvPr>
          <p:cNvSpPr txBox="1"/>
          <p:nvPr/>
        </p:nvSpPr>
        <p:spPr>
          <a:xfrm>
            <a:off x="2771800" y="5558234"/>
            <a:ext cx="4572000" cy="1200329"/>
          </a:xfrm>
          <a:prstGeom prst="rect">
            <a:avLst/>
          </a:prstGeom>
          <a:noFill/>
        </p:spPr>
        <p:txBody>
          <a:bodyPr wrap="square">
            <a:spAutoFit/>
          </a:bodyPr>
          <a:lstStyle/>
          <a:p>
            <a:r>
              <a:rPr lang="en-US" altLang="zh-TW" dirty="0"/>
              <a:t>from </a:t>
            </a:r>
            <a:r>
              <a:rPr lang="en-US" altLang="zh-TW" dirty="0" err="1"/>
              <a:t>mysite.models</a:t>
            </a:r>
            <a:r>
              <a:rPr lang="en-US" altLang="zh-TW" dirty="0"/>
              <a:t> import Vote</a:t>
            </a:r>
          </a:p>
          <a:p>
            <a:endParaRPr lang="en-US" altLang="zh-TW" dirty="0"/>
          </a:p>
          <a:p>
            <a:r>
              <a:rPr lang="en-US" altLang="zh-TW" dirty="0"/>
              <a:t># Register your models here.</a:t>
            </a:r>
          </a:p>
          <a:p>
            <a:r>
              <a:rPr lang="en-US" altLang="zh-TW" dirty="0" err="1"/>
              <a:t>admin.site.register</a:t>
            </a:r>
            <a:r>
              <a:rPr lang="en-US" altLang="zh-TW" dirty="0"/>
              <a:t>(Vote)</a:t>
            </a:r>
            <a:endParaRPr lang="zh-TW" altLang="en-US" dirty="0"/>
          </a:p>
        </p:txBody>
      </p:sp>
    </p:spTree>
    <p:extLst>
      <p:ext uri="{BB962C8B-B14F-4D97-AF65-F5344CB8AC3E}">
        <p14:creationId xmlns:p14="http://schemas.microsoft.com/office/powerpoint/2010/main" val="29064266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建立匯入</a:t>
            </a:r>
            <a:r>
              <a:rPr lang="en-US" altLang="zh-TW" dirty="0"/>
              <a:t>CSV</a:t>
            </a:r>
            <a:r>
              <a:rPr lang="zh-TW" altLang="en-US" dirty="0"/>
              <a:t>資料的程式</a:t>
            </a:r>
            <a:r>
              <a:rPr lang="en-US" altLang="zh-TW" dirty="0">
                <a:solidFill>
                  <a:srgbClr val="FF0000"/>
                </a:solidFill>
              </a:rPr>
              <a:t>importdata.py</a:t>
            </a:r>
            <a:endParaRPr lang="zh-TW" altLang="en-US"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79</a:t>
            </a:fld>
            <a:endParaRPr lang="zh-TW" altLang="en-US"/>
          </a:p>
        </p:txBody>
      </p:sp>
      <p:sp>
        <p:nvSpPr>
          <p:cNvPr id="4" name="內容版面配置區 3"/>
          <p:cNvSpPr>
            <a:spLocks noGrp="1"/>
          </p:cNvSpPr>
          <p:nvPr>
            <p:ph sz="quarter" idx="1"/>
          </p:nvPr>
        </p:nvSpPr>
        <p:spPr/>
        <p:txBody>
          <a:bodyPr>
            <a:normAutofit fontScale="77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import </a:t>
            </a:r>
            <a:r>
              <a:rPr lang="en-US" altLang="zh-TW" sz="1800" kern="100" dirty="0" err="1">
                <a:effectLst/>
                <a:latin typeface="Courier New" panose="02070309020205020404" pitchFamily="49" charset="0"/>
                <a:ea typeface="標楷體" panose="03000509000000000000" pitchFamily="65" charset="-120"/>
              </a:rPr>
              <a:t>os</a:t>
            </a:r>
            <a:r>
              <a:rPr lang="en-US" altLang="zh-TW" sz="1800" kern="100" dirty="0">
                <a:effectLst/>
                <a:latin typeface="Courier New" panose="02070309020205020404" pitchFamily="49" charset="0"/>
                <a:ea typeface="標楷體" panose="03000509000000000000" pitchFamily="65" charset="-120"/>
              </a:rPr>
              <a:t>, csv, </a:t>
            </a:r>
            <a:r>
              <a:rPr lang="en-US" altLang="zh-TW" sz="1800" kern="100" dirty="0" err="1">
                <a:effectLst/>
                <a:latin typeface="Courier New" panose="02070309020205020404" pitchFamily="49" charset="0"/>
                <a:ea typeface="標楷體" panose="03000509000000000000" pitchFamily="65" charset="-120"/>
              </a:rPr>
              <a:t>django</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os.environ.setdefault</a:t>
            </a:r>
            <a:r>
              <a:rPr lang="en-US" altLang="zh-TW" sz="1800" kern="100" dirty="0">
                <a:effectLst/>
                <a:latin typeface="Courier New" panose="02070309020205020404" pitchFamily="49" charset="0"/>
                <a:ea typeface="標楷體" panose="03000509000000000000" pitchFamily="65" charset="-120"/>
              </a:rPr>
              <a:t>('DJANGO_SETTINGS_MODULE', '</a:t>
            </a:r>
            <a:r>
              <a:rPr lang="en-US" altLang="zh-TW" sz="1800" kern="100" dirty="0">
                <a:solidFill>
                  <a:srgbClr val="FF0000"/>
                </a:solidFill>
                <a:effectLst/>
                <a:latin typeface="Courier New" panose="02070309020205020404" pitchFamily="49" charset="0"/>
                <a:ea typeface="標楷體" panose="03000509000000000000" pitchFamily="65" charset="-120"/>
              </a:rPr>
              <a:t>dj4ch09</a:t>
            </a:r>
            <a:r>
              <a:rPr lang="en-US" altLang="zh-TW" sz="1800" kern="100" dirty="0">
                <a:effectLst/>
                <a:latin typeface="Courier New" panose="02070309020205020404" pitchFamily="49" charset="0"/>
                <a:ea typeface="標楷體" panose="03000509000000000000" pitchFamily="65" charset="-120"/>
              </a:rPr>
              <a:t>.settings')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django.setup</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mysite.models</a:t>
            </a:r>
            <a:r>
              <a:rPr lang="en-US" altLang="zh-TW" sz="1800" kern="100" dirty="0">
                <a:effectLst/>
                <a:latin typeface="Courier New" panose="02070309020205020404" pitchFamily="49" charset="0"/>
                <a:ea typeface="標楷體" panose="03000509000000000000" pitchFamily="65" charset="-120"/>
              </a:rPr>
              <a:t> import Vote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with open("votes.csv", "r", encoding="utf-8-sig") as </a:t>
            </a:r>
            <a:r>
              <a:rPr lang="en-US" altLang="zh-TW" sz="1800" kern="100" dirty="0" err="1">
                <a:effectLst/>
                <a:latin typeface="Courier New" panose="02070309020205020404" pitchFamily="49" charset="0"/>
                <a:ea typeface="標楷體" panose="03000509000000000000" pitchFamily="65" charset="-120"/>
              </a:rPr>
              <a:t>fp</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csvdata</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csv.DictReader</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fp</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 [item for item in </a:t>
            </a:r>
            <a:r>
              <a:rPr lang="en-US" altLang="zh-TW" sz="1800" kern="100" dirty="0" err="1">
                <a:effectLst/>
                <a:latin typeface="Courier New" panose="02070309020205020404" pitchFamily="49" charset="0"/>
                <a:ea typeface="標楷體" panose="03000509000000000000" pitchFamily="65" charset="-120"/>
              </a:rPr>
              <a:t>csvdata</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for item in data: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len</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Vote.objects.filter</a:t>
            </a:r>
            <a:r>
              <a:rPr lang="en-US" altLang="zh-TW" sz="1800" kern="100" dirty="0">
                <a:effectLst/>
                <a:latin typeface="Courier New" panose="02070309020205020404" pitchFamily="49" charset="0"/>
                <a:ea typeface="標楷體" panose="03000509000000000000" pitchFamily="65" charset="-120"/>
              </a:rPr>
              <a:t>(name=item['name'].strip()))==0: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rec = Vote(name=item['name'],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no=int(item['no']),</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sex=(True if item['sex']=="</a:t>
            </a:r>
            <a:r>
              <a:rPr lang="zh-TW" altLang="zh-TW" sz="1800" kern="100" dirty="0">
                <a:solidFill>
                  <a:srgbClr val="FF0000"/>
                </a:solidFill>
                <a:effectLst/>
                <a:latin typeface="Courier New" panose="02070309020205020404" pitchFamily="49" charset="0"/>
                <a:ea typeface="標楷體" panose="03000509000000000000" pitchFamily="65" charset="-120"/>
              </a:rPr>
              <a:t>男</a:t>
            </a:r>
            <a:r>
              <a:rPr lang="en-US" altLang="zh-TW" sz="1800" kern="100" dirty="0">
                <a:solidFill>
                  <a:srgbClr val="FF0000"/>
                </a:solidFill>
                <a:effectLst/>
                <a:latin typeface="Courier New" panose="02070309020205020404" pitchFamily="49" charset="0"/>
                <a:ea typeface="標楷體" panose="03000509000000000000" pitchFamily="65" charset="-120"/>
              </a:rPr>
              <a:t>" else False),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byear</a:t>
            </a:r>
            <a:r>
              <a:rPr lang="en-US" altLang="zh-TW" sz="1800" kern="100" dirty="0">
                <a:effectLst/>
                <a:latin typeface="Courier New" panose="02070309020205020404" pitchFamily="49" charset="0"/>
                <a:ea typeface="標楷體" panose="03000509000000000000" pitchFamily="65" charset="-120"/>
              </a:rPr>
              <a:t>=int(item['</a:t>
            </a:r>
            <a:r>
              <a:rPr lang="en-US" altLang="zh-TW" sz="1800" kern="100" dirty="0" err="1">
                <a:effectLst/>
                <a:latin typeface="Courier New" panose="02070309020205020404" pitchFamily="49" charset="0"/>
                <a:ea typeface="標楷體" panose="03000509000000000000" pitchFamily="65" charset="-120"/>
              </a:rPr>
              <a:t>byear</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party=item['party'],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votes=int(item['votes'])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rec.save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print("Done!")</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
        <p:nvSpPr>
          <p:cNvPr id="6" name="文字方塊 5">
            <a:extLst>
              <a:ext uri="{FF2B5EF4-FFF2-40B4-BE49-F238E27FC236}">
                <a16:creationId xmlns:a16="http://schemas.microsoft.com/office/drawing/2014/main" id="{E28878A9-7048-6646-CB97-E1F986936CD1}"/>
              </a:ext>
            </a:extLst>
          </p:cNvPr>
          <p:cNvSpPr txBox="1"/>
          <p:nvPr/>
        </p:nvSpPr>
        <p:spPr>
          <a:xfrm>
            <a:off x="2987824" y="6158618"/>
            <a:ext cx="4572000" cy="369332"/>
          </a:xfrm>
          <a:prstGeom prst="rect">
            <a:avLst/>
          </a:prstGeom>
          <a:noFill/>
        </p:spPr>
        <p:txBody>
          <a:bodyPr wrap="square">
            <a:spAutoFit/>
          </a:bodyPr>
          <a:lstStyle/>
          <a:p>
            <a:r>
              <a:rPr lang="en-US" altLang="zh-TW" dirty="0"/>
              <a:t>python importdata.py</a:t>
            </a:r>
            <a:endParaRPr lang="zh-TW" altLang="en-US" dirty="0"/>
          </a:p>
        </p:txBody>
      </p:sp>
    </p:spTree>
    <p:extLst>
      <p:ext uri="{BB962C8B-B14F-4D97-AF65-F5344CB8AC3E}">
        <p14:creationId xmlns:p14="http://schemas.microsoft.com/office/powerpoint/2010/main" val="92849097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9F926D7-933C-8220-490D-89030ECE72F1}"/>
              </a:ext>
            </a:extLst>
          </p:cNvPr>
          <p:cNvSpPr>
            <a:spLocks noGrp="1"/>
          </p:cNvSpPr>
          <p:nvPr>
            <p:ph type="title"/>
          </p:nvPr>
        </p:nvSpPr>
        <p:spPr/>
        <p:txBody>
          <a:bodyPr/>
          <a:lstStyle/>
          <a:p>
            <a:r>
              <a:rPr lang="zh-TW" altLang="en-US"/>
              <a:t>環境設定</a:t>
            </a:r>
          </a:p>
        </p:txBody>
      </p:sp>
      <p:sp>
        <p:nvSpPr>
          <p:cNvPr id="3" name="投影片編號版面配置區 2">
            <a:extLst>
              <a:ext uri="{FF2B5EF4-FFF2-40B4-BE49-F238E27FC236}">
                <a16:creationId xmlns:a16="http://schemas.microsoft.com/office/drawing/2014/main" id="{F52C5CD5-7D68-633D-1DBE-10E9EDF1C27D}"/>
              </a:ext>
            </a:extLst>
          </p:cNvPr>
          <p:cNvSpPr>
            <a:spLocks noGrp="1"/>
          </p:cNvSpPr>
          <p:nvPr>
            <p:ph type="sldNum" sz="quarter" idx="12"/>
          </p:nvPr>
        </p:nvSpPr>
        <p:spPr/>
        <p:txBody>
          <a:bodyPr/>
          <a:lstStyle/>
          <a:p>
            <a:fld id="{369E457D-EE12-4164-8E32-9DDD40A95892}" type="slidenum">
              <a:rPr lang="zh-TW" altLang="en-US" smtClean="0"/>
              <a:pPr/>
              <a:t>80</a:t>
            </a:fld>
            <a:endParaRPr lang="zh-TW" altLang="en-US"/>
          </a:p>
        </p:txBody>
      </p:sp>
      <p:sp>
        <p:nvSpPr>
          <p:cNvPr id="4" name="內容版面配置區 3">
            <a:extLst>
              <a:ext uri="{FF2B5EF4-FFF2-40B4-BE49-F238E27FC236}">
                <a16:creationId xmlns:a16="http://schemas.microsoft.com/office/drawing/2014/main" id="{1956D293-609E-B711-D94A-BC28E9351972}"/>
              </a:ext>
            </a:extLst>
          </p:cNvPr>
          <p:cNvSpPr>
            <a:spLocks noGrp="1"/>
          </p:cNvSpPr>
          <p:nvPr>
            <p:ph sz="quarter" idx="1"/>
          </p:nvPr>
        </p:nvSpPr>
        <p:spPr/>
        <p:txBody>
          <a:bodyPr>
            <a:normAutofit fontScale="92500" lnSpcReduction="10000"/>
          </a:bodyPr>
          <a:lstStyle/>
          <a:p>
            <a:r>
              <a:rPr lang="en-US" altLang="zh-TW" dirty="0"/>
              <a:t>urls.py</a:t>
            </a:r>
          </a:p>
          <a:p>
            <a:r>
              <a:rPr lang="en-US" altLang="zh-TW" sz="2000" dirty="0"/>
              <a:t>from </a:t>
            </a:r>
            <a:r>
              <a:rPr lang="en-US" altLang="zh-TW" sz="2000" dirty="0" err="1"/>
              <a:t>mysite.views</a:t>
            </a:r>
            <a:r>
              <a:rPr lang="en-US" altLang="zh-TW" sz="2000" dirty="0"/>
              <a:t> import votes</a:t>
            </a:r>
          </a:p>
          <a:p>
            <a:pPr marL="274320" lvl="1" indent="0">
              <a:buNone/>
            </a:pPr>
            <a:r>
              <a:rPr lang="en-US" altLang="zh-TW" sz="1800" kern="100" dirty="0">
                <a:effectLst/>
                <a:latin typeface="Courier New" panose="02070309020205020404" pitchFamily="49" charset="0"/>
                <a:ea typeface="標楷體" panose="03000509000000000000" pitchFamily="65" charset="-120"/>
              </a:rPr>
              <a:t>path('votes/', </a:t>
            </a:r>
            <a:r>
              <a:rPr lang="en-US" altLang="zh-TW" sz="1800" kern="100" dirty="0" err="1">
                <a:effectLst/>
                <a:latin typeface="Courier New" panose="02070309020205020404" pitchFamily="49" charset="0"/>
                <a:ea typeface="標楷體" panose="03000509000000000000" pitchFamily="65" charset="-120"/>
              </a:rPr>
              <a:t>views.votes</a:t>
            </a:r>
            <a:r>
              <a:rPr lang="en-US" altLang="zh-TW" sz="1800" kern="100" dirty="0">
                <a:effectLst/>
                <a:latin typeface="Courier New" panose="02070309020205020404" pitchFamily="49" charset="0"/>
                <a:ea typeface="標楷體" panose="03000509000000000000" pitchFamily="65" charset="-120"/>
              </a:rPr>
              <a:t>),</a:t>
            </a:r>
            <a:endParaRPr lang="en-US" altLang="zh-TW" dirty="0"/>
          </a:p>
          <a:p>
            <a:r>
              <a:rPr lang="en-US" altLang="zh-TW" dirty="0"/>
              <a:t>header.html</a:t>
            </a:r>
          </a:p>
          <a:p>
            <a:pPr marL="274320" lvl="1" indent="0">
              <a:buNone/>
            </a:pPr>
            <a:r>
              <a:rPr lang="en-US" altLang="zh-TW" sz="1600" kern="100" dirty="0">
                <a:effectLst/>
                <a:latin typeface="Courier New" panose="02070309020205020404" pitchFamily="49" charset="0"/>
                <a:ea typeface="標楷體" panose="03000509000000000000" pitchFamily="65" charset="-120"/>
              </a:rPr>
              <a:t>&lt;li class="nav-item"&gt;</a:t>
            </a: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      &lt;a class="nav-link" </a:t>
            </a:r>
            <a:r>
              <a:rPr lang="en-US" altLang="zh-TW" sz="1600" kern="100" dirty="0" err="1">
                <a:effectLst/>
                <a:latin typeface="Courier New" panose="02070309020205020404" pitchFamily="49" charset="0"/>
                <a:ea typeface="標楷體" panose="03000509000000000000" pitchFamily="65" charset="-120"/>
              </a:rPr>
              <a:t>href</a:t>
            </a:r>
            <a:r>
              <a:rPr lang="en-US" altLang="zh-TW" sz="1600" b="1" kern="100" dirty="0">
                <a:solidFill>
                  <a:srgbClr val="FF0000"/>
                </a:solidFill>
                <a:effectLst/>
                <a:latin typeface="Courier New" panose="02070309020205020404" pitchFamily="49" charset="0"/>
                <a:ea typeface="標楷體" panose="03000509000000000000" pitchFamily="65" charset="-120"/>
              </a:rPr>
              <a:t>="/votes/"&gt;</a:t>
            </a:r>
            <a:r>
              <a:rPr lang="zh-TW" altLang="zh-TW" sz="1600" kern="100" dirty="0">
                <a:effectLst/>
                <a:latin typeface="Courier New" panose="02070309020205020404" pitchFamily="49" charset="0"/>
                <a:ea typeface="標楷體" panose="03000509000000000000" pitchFamily="65" charset="-120"/>
              </a:rPr>
              <a:t>得票資訊</a:t>
            </a:r>
            <a:r>
              <a:rPr lang="en-US" altLang="zh-TW" sz="1600" kern="100" dirty="0">
                <a:effectLst/>
                <a:latin typeface="Courier New" panose="02070309020205020404" pitchFamily="49" charset="0"/>
                <a:ea typeface="標楷體" panose="03000509000000000000" pitchFamily="65" charset="-120"/>
              </a:rPr>
              <a:t>&lt;/a&gt;</a:t>
            </a:r>
          </a:p>
          <a:p>
            <a:pPr marL="274320" lvl="1" indent="0">
              <a:buNone/>
            </a:pPr>
            <a:r>
              <a:rPr lang="en-US" altLang="zh-TW" dirty="0"/>
              <a:t>	&lt;a class="nav-link" </a:t>
            </a:r>
            <a:r>
              <a:rPr lang="en-US" altLang="zh-TW" dirty="0" err="1"/>
              <a:t>href</a:t>
            </a:r>
            <a:r>
              <a:rPr lang="en-US" altLang="zh-TW" dirty="0"/>
              <a:t>={% </a:t>
            </a:r>
            <a:r>
              <a:rPr lang="en-US" altLang="zh-TW" dirty="0" err="1"/>
              <a:t>url</a:t>
            </a:r>
            <a:r>
              <a:rPr lang="en-US" altLang="zh-TW" dirty="0"/>
              <a:t> 'votes' %}&gt;</a:t>
            </a:r>
            <a:r>
              <a:rPr lang="zh-TW" altLang="en-US" dirty="0"/>
              <a:t>投票</a:t>
            </a:r>
            <a:r>
              <a:rPr lang="en-US" altLang="zh-TW" dirty="0"/>
              <a:t>&lt;/a&gt;</a:t>
            </a:r>
          </a:p>
          <a:p>
            <a:pPr marL="274320" lvl="1" indent="0">
              <a:buNone/>
            </a:pP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&lt;/li&gt;</a:t>
            </a:r>
            <a:endParaRPr lang="en-US" altLang="zh-TW" sz="2800" dirty="0"/>
          </a:p>
          <a:p>
            <a:r>
              <a:rPr lang="en-US" altLang="zh-TW" dirty="0"/>
              <a:t>views.py</a:t>
            </a:r>
          </a:p>
          <a:p>
            <a:r>
              <a:rPr lang="en-US" altLang="zh-TW" sz="2000" dirty="0"/>
              <a:t>from </a:t>
            </a:r>
            <a:r>
              <a:rPr lang="en-US" altLang="zh-TW" sz="2000" dirty="0" err="1"/>
              <a:t>mysite.models</a:t>
            </a:r>
            <a:r>
              <a:rPr lang="en-US" altLang="zh-TW" sz="2000" dirty="0"/>
              <a:t> import Vote</a:t>
            </a:r>
          </a:p>
          <a:p>
            <a:pPr marL="274320" lvl="1" indent="0">
              <a:buNone/>
            </a:pPr>
            <a:r>
              <a:rPr lang="en-US" altLang="zh-TW" sz="1600" kern="100" dirty="0">
                <a:effectLst/>
                <a:latin typeface="Courier New" panose="02070309020205020404" pitchFamily="49" charset="0"/>
                <a:ea typeface="標楷體" panose="03000509000000000000" pitchFamily="65" charset="-120"/>
              </a:rPr>
              <a:t>def votes(request):</a:t>
            </a: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    data = </a:t>
            </a:r>
            <a:r>
              <a:rPr lang="en-US" altLang="zh-TW" sz="1600" kern="100" dirty="0" err="1">
                <a:effectLst/>
                <a:latin typeface="Courier New" panose="02070309020205020404" pitchFamily="49" charset="0"/>
                <a:ea typeface="標楷體" panose="03000509000000000000" pitchFamily="65" charset="-120"/>
              </a:rPr>
              <a:t>models.Vote.objects.all</a:t>
            </a:r>
            <a:r>
              <a:rPr lang="en-US" altLang="zh-TW" sz="1600" kern="100" dirty="0">
                <a:effectLst/>
                <a:latin typeface="Courier New" panose="02070309020205020404" pitchFamily="49" charset="0"/>
                <a:ea typeface="標楷體" panose="03000509000000000000" pitchFamily="65" charset="-120"/>
              </a:rPr>
              <a:t>()</a:t>
            </a: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    return render(request, "votes.html", locals())</a:t>
            </a:r>
            <a:endParaRPr lang="zh-TW" altLang="zh-TW" sz="1600" kern="100" dirty="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29973385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8200E07-C9BE-B8E0-8F3A-C70DE00EFA57}"/>
              </a:ext>
            </a:extLst>
          </p:cNvPr>
          <p:cNvSpPr>
            <a:spLocks noGrp="1"/>
          </p:cNvSpPr>
          <p:nvPr>
            <p:ph type="title"/>
          </p:nvPr>
        </p:nvSpPr>
        <p:spPr/>
        <p:txBody>
          <a:bodyPr/>
          <a:lstStyle/>
          <a:p>
            <a:r>
              <a:rPr lang="en-US" altLang="zh-TW"/>
              <a:t>votes.html</a:t>
            </a:r>
            <a:endParaRPr lang="zh-TW" altLang="en-US"/>
          </a:p>
        </p:txBody>
      </p:sp>
      <p:sp>
        <p:nvSpPr>
          <p:cNvPr id="3" name="投影片編號版面配置區 2">
            <a:extLst>
              <a:ext uri="{FF2B5EF4-FFF2-40B4-BE49-F238E27FC236}">
                <a16:creationId xmlns:a16="http://schemas.microsoft.com/office/drawing/2014/main" id="{D47A326B-D3EA-8AB5-670E-3E2CFF88122A}"/>
              </a:ext>
            </a:extLst>
          </p:cNvPr>
          <p:cNvSpPr>
            <a:spLocks noGrp="1"/>
          </p:cNvSpPr>
          <p:nvPr>
            <p:ph type="sldNum" sz="quarter" idx="12"/>
          </p:nvPr>
        </p:nvSpPr>
        <p:spPr/>
        <p:txBody>
          <a:bodyPr/>
          <a:lstStyle/>
          <a:p>
            <a:fld id="{369E457D-EE12-4164-8E32-9DDD40A95892}" type="slidenum">
              <a:rPr lang="zh-TW" altLang="en-US" smtClean="0"/>
              <a:pPr/>
              <a:t>81</a:t>
            </a:fld>
            <a:endParaRPr lang="zh-TW" altLang="en-US"/>
          </a:p>
        </p:txBody>
      </p:sp>
      <p:sp>
        <p:nvSpPr>
          <p:cNvPr id="4" name="內容版面配置區 3">
            <a:extLst>
              <a:ext uri="{FF2B5EF4-FFF2-40B4-BE49-F238E27FC236}">
                <a16:creationId xmlns:a16="http://schemas.microsoft.com/office/drawing/2014/main" id="{F27CF282-1DB6-66F8-D5D3-79F84C1382AE}"/>
              </a:ext>
            </a:extLst>
          </p:cNvPr>
          <p:cNvSpPr>
            <a:spLocks noGrp="1"/>
          </p:cNvSpPr>
          <p:nvPr>
            <p:ph sz="quarter" idx="1"/>
          </p:nvPr>
        </p:nvSpPr>
        <p:spPr/>
        <p:txBody>
          <a:bodyPr>
            <a:normAutofit lnSpcReduction="1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 votes.html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%}2022</a:t>
            </a:r>
            <a:r>
              <a:rPr lang="zh-TW" altLang="zh-TW" sz="1800" kern="100" dirty="0">
                <a:effectLst/>
                <a:latin typeface="Courier New" panose="02070309020205020404" pitchFamily="49" charset="0"/>
                <a:ea typeface="標楷體" panose="03000509000000000000" pitchFamily="65" charset="-120"/>
              </a:rPr>
              <a:t>左楠區市議員投票結果</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for message in messages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a:t>
            </a:r>
            <a:r>
              <a:rPr lang="en-US" altLang="zh-TW" sz="1800" kern="100" dirty="0" err="1">
                <a:effectLst/>
                <a:latin typeface="Courier New" panose="02070309020205020404" pitchFamily="49" charset="0"/>
                <a:ea typeface="標楷體" panose="03000509000000000000" pitchFamily="65" charset="-120"/>
              </a:rPr>
              <a:t>message.tags</a:t>
            </a:r>
            <a:r>
              <a:rPr lang="en-US" altLang="zh-TW" sz="1800" kern="100" dirty="0">
                <a:effectLst/>
                <a:latin typeface="Courier New" panose="02070309020205020404" pitchFamily="49" charset="0"/>
                <a:ea typeface="標楷體" panose="03000509000000000000" pitchFamily="65" charset="-120"/>
              </a:rPr>
              <a:t>}}'&gt;{{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class='col-md-12'&gt;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 class="alert alert-primary"&gt;2022</a:t>
            </a:r>
            <a:r>
              <a:rPr lang="zh-TW" altLang="zh-TW" sz="1800" kern="100" dirty="0">
                <a:effectLst/>
                <a:latin typeface="Courier New" panose="02070309020205020404" pitchFamily="49" charset="0"/>
                <a:ea typeface="標楷體" panose="03000509000000000000" pitchFamily="65" charset="-120"/>
              </a:rPr>
              <a:t>左楠區市議員投票結果</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p>
          <a:p>
            <a:pPr marL="0" indent="0">
              <a:buNone/>
            </a:pPr>
            <a:r>
              <a:rPr lang="en-US" altLang="zh-TW" sz="1800" kern="100" dirty="0">
                <a:latin typeface="Courier New" panose="02070309020205020404" pitchFamily="49" charset="0"/>
                <a:ea typeface="標楷體" panose="03000509000000000000" pitchFamily="65" charset="-120"/>
              </a:rPr>
              <a:t>    &lt;/div&gt;</a:t>
            </a:r>
            <a:endParaRPr lang="zh-TW" altLang="zh-TW" sz="1800" kern="100" dirty="0">
              <a:latin typeface="Courier New" panose="02070309020205020404" pitchFamily="49" charset="0"/>
              <a:ea typeface="標楷體" panose="03000509000000000000" pitchFamily="65" charset="-120"/>
            </a:endParaRPr>
          </a:p>
          <a:p>
            <a:pPr marL="0" indent="0">
              <a:buNone/>
            </a:pP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6" name="圖片 5">
            <a:extLst>
              <a:ext uri="{FF2B5EF4-FFF2-40B4-BE49-F238E27FC236}">
                <a16:creationId xmlns:a16="http://schemas.microsoft.com/office/drawing/2014/main" id="{27B00259-DB5A-42E9-D9D7-E145B55C40D3}"/>
              </a:ext>
            </a:extLst>
          </p:cNvPr>
          <p:cNvPicPr>
            <a:picLocks noChangeAspect="1"/>
          </p:cNvPicPr>
          <p:nvPr/>
        </p:nvPicPr>
        <p:blipFill>
          <a:blip r:embed="rId2"/>
          <a:stretch>
            <a:fillRect/>
          </a:stretch>
        </p:blipFill>
        <p:spPr>
          <a:xfrm>
            <a:off x="2817216" y="6158399"/>
            <a:ext cx="6048672" cy="622966"/>
          </a:xfrm>
          <a:prstGeom prst="rect">
            <a:avLst/>
          </a:prstGeom>
        </p:spPr>
      </p:pic>
    </p:spTree>
    <p:extLst>
      <p:ext uri="{BB962C8B-B14F-4D97-AF65-F5344CB8AC3E}">
        <p14:creationId xmlns:p14="http://schemas.microsoft.com/office/powerpoint/2010/main" val="372512507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4DD5D25-78BE-8330-7F1A-236235C33B0F}"/>
              </a:ext>
            </a:extLst>
          </p:cNvPr>
          <p:cNvSpPr>
            <a:spLocks noGrp="1"/>
          </p:cNvSpPr>
          <p:nvPr>
            <p:ph type="title"/>
          </p:nvPr>
        </p:nvSpPr>
        <p:spPr/>
        <p:txBody>
          <a:bodyPr/>
          <a:lstStyle/>
          <a:p>
            <a:r>
              <a:rPr lang="en-US" altLang="zh-TW"/>
              <a:t>votes.html</a:t>
            </a:r>
            <a:endParaRPr lang="zh-TW" altLang="en-US"/>
          </a:p>
        </p:txBody>
      </p:sp>
      <p:sp>
        <p:nvSpPr>
          <p:cNvPr id="3" name="投影片編號版面配置區 2">
            <a:extLst>
              <a:ext uri="{FF2B5EF4-FFF2-40B4-BE49-F238E27FC236}">
                <a16:creationId xmlns:a16="http://schemas.microsoft.com/office/drawing/2014/main" id="{F353B770-58AB-D1EC-1E34-680E1280983B}"/>
              </a:ext>
            </a:extLst>
          </p:cNvPr>
          <p:cNvSpPr>
            <a:spLocks noGrp="1"/>
          </p:cNvSpPr>
          <p:nvPr>
            <p:ph type="sldNum" sz="quarter" idx="12"/>
          </p:nvPr>
        </p:nvSpPr>
        <p:spPr/>
        <p:txBody>
          <a:bodyPr/>
          <a:lstStyle/>
          <a:p>
            <a:fld id="{369E457D-EE12-4164-8E32-9DDD40A95892}" type="slidenum">
              <a:rPr lang="zh-TW" altLang="en-US" smtClean="0"/>
              <a:pPr/>
              <a:t>82</a:t>
            </a:fld>
            <a:endParaRPr lang="zh-TW" altLang="en-US"/>
          </a:p>
        </p:txBody>
      </p:sp>
      <p:sp>
        <p:nvSpPr>
          <p:cNvPr id="4" name="內容版面配置區 3">
            <a:extLst>
              <a:ext uri="{FF2B5EF4-FFF2-40B4-BE49-F238E27FC236}">
                <a16:creationId xmlns:a16="http://schemas.microsoft.com/office/drawing/2014/main" id="{A6A400F0-29A3-42F6-51BE-E4A3B4E90E45}"/>
              </a:ext>
            </a:extLst>
          </p:cNvPr>
          <p:cNvSpPr>
            <a:spLocks noGrp="1"/>
          </p:cNvSpPr>
          <p:nvPr>
            <p:ph sz="quarter" idx="1"/>
          </p:nvPr>
        </p:nvSpPr>
        <p:spPr>
          <a:xfrm>
            <a:off x="301752" y="1268760"/>
            <a:ext cx="8503920" cy="5360640"/>
          </a:xfrm>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a:t>
            </a:r>
            <a:r>
              <a:rPr lang="en-US" altLang="zh-TW" sz="2200" b="1" kern="100" dirty="0">
                <a:solidFill>
                  <a:srgbClr val="FF0000"/>
                </a:solidFill>
                <a:effectLst/>
                <a:latin typeface="Courier New" panose="02070309020205020404" pitchFamily="49" charset="0"/>
                <a:ea typeface="標楷體" panose="03000509000000000000" pitchFamily="65" charset="-120"/>
              </a:rPr>
              <a:t>12</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&lt;table class="table table-striped table-</a:t>
            </a:r>
            <a:r>
              <a:rPr lang="en-US" altLang="zh-TW" sz="1800" kern="100" dirty="0" err="1">
                <a:effectLst/>
                <a:latin typeface="Courier New" panose="02070309020205020404" pitchFamily="49" charset="0"/>
                <a:ea typeface="標楷體" panose="03000509000000000000" pitchFamily="65" charset="-120"/>
              </a:rPr>
              <a:t>sm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&lt;tr&gt;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zh-TW" altLang="zh-TW" sz="1800" kern="100" dirty="0">
                <a:effectLst/>
                <a:latin typeface="Courier New" panose="02070309020205020404" pitchFamily="49" charset="0"/>
                <a:ea typeface="標楷體" panose="03000509000000000000" pitchFamily="65" charset="-120"/>
              </a:rPr>
              <a:t>姓名</a:t>
            </a:r>
            <a:r>
              <a:rPr lang="en-US" altLang="zh-TW" sz="1800" kern="100" dirty="0">
                <a:effectLst/>
                <a:latin typeface="Courier New" panose="02070309020205020404" pitchFamily="49" charset="0"/>
                <a:ea typeface="標楷體" panose="03000509000000000000" pitchFamily="65" charset="-120"/>
              </a:rPr>
              <a:t>&lt;/td&gt;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zh-TW" altLang="zh-TW" sz="1800" kern="100" dirty="0">
                <a:effectLst/>
                <a:latin typeface="Courier New" panose="02070309020205020404" pitchFamily="49" charset="0"/>
                <a:ea typeface="標楷體" panose="03000509000000000000" pitchFamily="65" charset="-120"/>
              </a:rPr>
              <a:t>政黨</a:t>
            </a:r>
            <a:r>
              <a:rPr lang="en-US" altLang="zh-TW" sz="1800" kern="100" dirty="0">
                <a:effectLst/>
                <a:latin typeface="Courier New" panose="02070309020205020404" pitchFamily="49" charset="0"/>
                <a:ea typeface="標楷體" panose="03000509000000000000" pitchFamily="65" charset="-120"/>
              </a:rPr>
              <a:t>&lt;/td&gt;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zh-TW" altLang="zh-TW" sz="1800" kern="100" dirty="0">
                <a:effectLst/>
                <a:latin typeface="Courier New" panose="02070309020205020404" pitchFamily="49" charset="0"/>
                <a:ea typeface="標楷體" panose="03000509000000000000" pitchFamily="65" charset="-120"/>
              </a:rPr>
              <a:t>得票數</a:t>
            </a:r>
            <a:r>
              <a:rPr lang="en-US" altLang="zh-TW" sz="1800" kern="100" dirty="0">
                <a:effectLst/>
                <a:latin typeface="Courier New" panose="02070309020205020404" pitchFamily="49" charset="0"/>
                <a:ea typeface="標楷體" panose="03000509000000000000" pitchFamily="65" charset="-120"/>
              </a:rPr>
              <a:t>&lt;/td&gt;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d in data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 d.name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 </a:t>
            </a:r>
            <a:r>
              <a:rPr lang="en-US" altLang="zh-TW" sz="1800" kern="100" dirty="0" err="1">
                <a:effectLst/>
                <a:latin typeface="Courier New" panose="02070309020205020404" pitchFamily="49" charset="0"/>
                <a:ea typeface="標楷體" panose="03000509000000000000" pitchFamily="65" charset="-120"/>
              </a:rPr>
              <a:t>d.party</a:t>
            </a:r>
            <a:r>
              <a:rPr lang="en-US" altLang="zh-TW" sz="1800" kern="100" dirty="0">
                <a:effectLst/>
                <a:latin typeface="Courier New" panose="02070309020205020404" pitchFamily="49" charset="0"/>
                <a:ea typeface="標楷體" panose="03000509000000000000" pitchFamily="65" charset="-120"/>
              </a:rPr>
              <a:t>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 </a:t>
            </a:r>
            <a:r>
              <a:rPr lang="en-US" altLang="zh-TW" sz="1800" kern="100" dirty="0" err="1">
                <a:effectLst/>
                <a:latin typeface="Courier New" panose="02070309020205020404" pitchFamily="49" charset="0"/>
                <a:ea typeface="標楷體" panose="03000509000000000000" pitchFamily="65" charset="-120"/>
              </a:rPr>
              <a:t>d.votes</a:t>
            </a:r>
            <a:r>
              <a:rPr lang="en-US" altLang="zh-TW" sz="1800" kern="100" dirty="0">
                <a:effectLst/>
                <a:latin typeface="Courier New" panose="02070309020205020404" pitchFamily="49" charset="0"/>
                <a:ea typeface="標楷體" panose="03000509000000000000" pitchFamily="65" charset="-120"/>
              </a:rPr>
              <a:t>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&lt;/table&gt;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6" name="圖片 5">
            <a:extLst>
              <a:ext uri="{FF2B5EF4-FFF2-40B4-BE49-F238E27FC236}">
                <a16:creationId xmlns:a16="http://schemas.microsoft.com/office/drawing/2014/main" id="{22C249D8-A35D-5614-6BD3-4BBE89872360}"/>
              </a:ext>
            </a:extLst>
          </p:cNvPr>
          <p:cNvPicPr>
            <a:picLocks noChangeAspect="1"/>
          </p:cNvPicPr>
          <p:nvPr/>
        </p:nvPicPr>
        <p:blipFill>
          <a:blip r:embed="rId3"/>
          <a:stretch>
            <a:fillRect/>
          </a:stretch>
        </p:blipFill>
        <p:spPr>
          <a:xfrm>
            <a:off x="6027772" y="4487418"/>
            <a:ext cx="3116228" cy="2203644"/>
          </a:xfrm>
          <a:prstGeom prst="rect">
            <a:avLst/>
          </a:prstGeom>
        </p:spPr>
      </p:pic>
    </p:spTree>
    <p:extLst>
      <p:ext uri="{BB962C8B-B14F-4D97-AF65-F5344CB8AC3E}">
        <p14:creationId xmlns:p14="http://schemas.microsoft.com/office/powerpoint/2010/main" val="18283856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F60E9E1-6448-FCB5-34F4-DE3990A96CAA}"/>
              </a:ext>
            </a:extLst>
          </p:cNvPr>
          <p:cNvSpPr>
            <a:spLocks noGrp="1"/>
          </p:cNvSpPr>
          <p:nvPr>
            <p:ph type="title"/>
          </p:nvPr>
        </p:nvSpPr>
        <p:spPr/>
        <p:txBody>
          <a:bodyPr/>
          <a:lstStyle/>
          <a:p>
            <a:r>
              <a:rPr lang="zh-TW" altLang="en-US" dirty="0"/>
              <a:t>以表格的型式顯示資料</a:t>
            </a:r>
          </a:p>
        </p:txBody>
      </p:sp>
      <p:sp>
        <p:nvSpPr>
          <p:cNvPr id="3" name="投影片編號版面配置區 2">
            <a:extLst>
              <a:ext uri="{FF2B5EF4-FFF2-40B4-BE49-F238E27FC236}">
                <a16:creationId xmlns:a16="http://schemas.microsoft.com/office/drawing/2014/main" id="{99C82FBC-F9BA-8F4A-D9BC-8DA0E53A80F8}"/>
              </a:ext>
            </a:extLst>
          </p:cNvPr>
          <p:cNvSpPr>
            <a:spLocks noGrp="1"/>
          </p:cNvSpPr>
          <p:nvPr>
            <p:ph type="sldNum" sz="quarter" idx="12"/>
          </p:nvPr>
        </p:nvSpPr>
        <p:spPr/>
        <p:txBody>
          <a:bodyPr/>
          <a:lstStyle/>
          <a:p>
            <a:fld id="{369E457D-EE12-4164-8E32-9DDD40A95892}" type="slidenum">
              <a:rPr lang="zh-TW" altLang="en-US" smtClean="0"/>
              <a:pPr/>
              <a:t>83</a:t>
            </a:fld>
            <a:endParaRPr lang="zh-TW" altLang="en-US"/>
          </a:p>
        </p:txBody>
      </p:sp>
      <p:pic>
        <p:nvPicPr>
          <p:cNvPr id="5" name="內容版面配置區 4">
            <a:extLst>
              <a:ext uri="{FF2B5EF4-FFF2-40B4-BE49-F238E27FC236}">
                <a16:creationId xmlns:a16="http://schemas.microsoft.com/office/drawing/2014/main" id="{06EF073C-4E90-0446-4E0E-0D494BF98B4D}"/>
              </a:ext>
            </a:extLst>
          </p:cNvPr>
          <p:cNvPicPr>
            <a:picLocks noGrp="1" noChangeAspect="1"/>
          </p:cNvPicPr>
          <p:nvPr>
            <p:ph sz="quarter" idx="1"/>
          </p:nvPr>
        </p:nvPicPr>
        <p:blipFill>
          <a:blip r:embed="rId2"/>
          <a:stretch>
            <a:fillRect/>
          </a:stretch>
        </p:blipFill>
        <p:spPr>
          <a:xfrm>
            <a:off x="388721" y="1527175"/>
            <a:ext cx="8330045" cy="4572000"/>
          </a:xfrm>
          <a:prstGeom prst="rect">
            <a:avLst/>
          </a:prstGeom>
        </p:spPr>
      </p:pic>
    </p:spTree>
    <p:extLst>
      <p:ext uri="{BB962C8B-B14F-4D97-AF65-F5344CB8AC3E}">
        <p14:creationId xmlns:p14="http://schemas.microsoft.com/office/powerpoint/2010/main" val="26535583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284BBA-156F-25FC-993A-02B4734712CB}"/>
              </a:ext>
            </a:extLst>
          </p:cNvPr>
          <p:cNvSpPr>
            <a:spLocks noGrp="1"/>
          </p:cNvSpPr>
          <p:nvPr>
            <p:ph type="title"/>
          </p:nvPr>
        </p:nvSpPr>
        <p:spPr>
          <a:xfrm>
            <a:off x="107504" y="-243408"/>
            <a:ext cx="9036496" cy="758952"/>
          </a:xfrm>
        </p:spPr>
        <p:txBody>
          <a:bodyPr>
            <a:normAutofit fontScale="90000"/>
          </a:bodyPr>
          <a:lstStyle/>
          <a:p>
            <a:r>
              <a:rPr lang="en-US" altLang="zh-TW" dirty="0"/>
              <a:t>Chart.js</a:t>
            </a:r>
            <a:r>
              <a:rPr lang="zh-TW" altLang="en-US" dirty="0"/>
              <a:t>官網由上到下順序</a:t>
            </a:r>
            <a:r>
              <a:rPr lang="en-US" altLang="zh-TW" dirty="0"/>
              <a:t>(</a:t>
            </a:r>
            <a:r>
              <a:rPr lang="zh-TW" altLang="en-US" dirty="0"/>
              <a:t>略直接用下兩頁方法</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45F79E4F-6532-D993-E2EA-4D5A1BAE6204}"/>
              </a:ext>
            </a:extLst>
          </p:cNvPr>
          <p:cNvSpPr>
            <a:spLocks noGrp="1"/>
          </p:cNvSpPr>
          <p:nvPr>
            <p:ph type="sldNum" sz="quarter" idx="12"/>
          </p:nvPr>
        </p:nvSpPr>
        <p:spPr>
          <a:xfrm>
            <a:off x="4361688" y="554364"/>
            <a:ext cx="457200" cy="441325"/>
          </a:xfrm>
        </p:spPr>
        <p:txBody>
          <a:bodyPr/>
          <a:lstStyle/>
          <a:p>
            <a:fld id="{369E457D-EE12-4164-8E32-9DDD40A95892}" type="slidenum">
              <a:rPr lang="zh-TW" altLang="en-US" smtClean="0"/>
              <a:pPr/>
              <a:t>84</a:t>
            </a:fld>
            <a:endParaRPr lang="zh-TW" altLang="en-US"/>
          </a:p>
        </p:txBody>
      </p:sp>
      <p:pic>
        <p:nvPicPr>
          <p:cNvPr id="5" name="內容版面配置區 4">
            <a:extLst>
              <a:ext uri="{FF2B5EF4-FFF2-40B4-BE49-F238E27FC236}">
                <a16:creationId xmlns:a16="http://schemas.microsoft.com/office/drawing/2014/main" id="{4721B455-EE2F-535C-C8FA-4AECA730B76F}"/>
              </a:ext>
            </a:extLst>
          </p:cNvPr>
          <p:cNvPicPr>
            <a:picLocks noGrp="1" noChangeAspect="1"/>
          </p:cNvPicPr>
          <p:nvPr>
            <p:ph sz="quarter" idx="1"/>
          </p:nvPr>
        </p:nvPicPr>
        <p:blipFill>
          <a:blip r:embed="rId2"/>
          <a:srcRect t="24999" b="28126"/>
          <a:stretch>
            <a:fillRect/>
          </a:stretch>
        </p:blipFill>
        <p:spPr>
          <a:xfrm>
            <a:off x="388721" y="580728"/>
            <a:ext cx="8330045" cy="2160240"/>
          </a:xfrm>
          <a:prstGeom prst="rect">
            <a:avLst/>
          </a:prstGeom>
        </p:spPr>
      </p:pic>
      <p:sp>
        <p:nvSpPr>
          <p:cNvPr id="6" name="文字方塊 5">
            <a:hlinkClick r:id="rId3"/>
            <a:extLst>
              <a:ext uri="{FF2B5EF4-FFF2-40B4-BE49-F238E27FC236}">
                <a16:creationId xmlns:a16="http://schemas.microsoft.com/office/drawing/2014/main" id="{6E794CFA-9392-4B51-6446-34DF21988FDB}"/>
              </a:ext>
            </a:extLst>
          </p:cNvPr>
          <p:cNvSpPr txBox="1"/>
          <p:nvPr/>
        </p:nvSpPr>
        <p:spPr>
          <a:xfrm>
            <a:off x="4590288" y="650776"/>
            <a:ext cx="4572000" cy="369332"/>
          </a:xfrm>
          <a:prstGeom prst="rect">
            <a:avLst/>
          </a:prstGeom>
          <a:noFill/>
        </p:spPr>
        <p:txBody>
          <a:bodyPr wrap="square">
            <a:spAutoFit/>
          </a:bodyPr>
          <a:lstStyle/>
          <a:p>
            <a:r>
              <a:rPr lang="en-US" altLang="zh-TW" dirty="0"/>
              <a:t>https://www.chartjs.org/</a:t>
            </a:r>
            <a:endParaRPr lang="zh-TW" altLang="en-US" dirty="0"/>
          </a:p>
        </p:txBody>
      </p:sp>
      <p:pic>
        <p:nvPicPr>
          <p:cNvPr id="7" name="圖片 6">
            <a:extLst>
              <a:ext uri="{FF2B5EF4-FFF2-40B4-BE49-F238E27FC236}">
                <a16:creationId xmlns:a16="http://schemas.microsoft.com/office/drawing/2014/main" id="{211CAB96-B4B0-EE26-EA14-255CA733483C}"/>
              </a:ext>
            </a:extLst>
          </p:cNvPr>
          <p:cNvPicPr>
            <a:picLocks noChangeAspect="1"/>
          </p:cNvPicPr>
          <p:nvPr/>
        </p:nvPicPr>
        <p:blipFill>
          <a:blip r:embed="rId4"/>
          <a:srcRect t="40546"/>
          <a:stretch>
            <a:fillRect/>
          </a:stretch>
        </p:blipFill>
        <p:spPr>
          <a:xfrm>
            <a:off x="392169" y="2668960"/>
            <a:ext cx="6630325" cy="1478260"/>
          </a:xfrm>
          <a:prstGeom prst="rect">
            <a:avLst/>
          </a:prstGeom>
        </p:spPr>
      </p:pic>
      <p:pic>
        <p:nvPicPr>
          <p:cNvPr id="8" name="圖片 7">
            <a:extLst>
              <a:ext uri="{FF2B5EF4-FFF2-40B4-BE49-F238E27FC236}">
                <a16:creationId xmlns:a16="http://schemas.microsoft.com/office/drawing/2014/main" id="{97A185C6-A77B-4FCA-D6FC-70655C14132A}"/>
              </a:ext>
            </a:extLst>
          </p:cNvPr>
          <p:cNvPicPr>
            <a:picLocks noChangeAspect="1"/>
          </p:cNvPicPr>
          <p:nvPr/>
        </p:nvPicPr>
        <p:blipFill>
          <a:blip r:embed="rId5"/>
          <a:stretch>
            <a:fillRect/>
          </a:stretch>
        </p:blipFill>
        <p:spPr>
          <a:xfrm>
            <a:off x="467544" y="4337863"/>
            <a:ext cx="3553321" cy="1819529"/>
          </a:xfrm>
          <a:prstGeom prst="rect">
            <a:avLst/>
          </a:prstGeom>
        </p:spPr>
      </p:pic>
      <p:sp>
        <p:nvSpPr>
          <p:cNvPr id="9" name="矩形 8">
            <a:extLst>
              <a:ext uri="{FF2B5EF4-FFF2-40B4-BE49-F238E27FC236}">
                <a16:creationId xmlns:a16="http://schemas.microsoft.com/office/drawing/2014/main" id="{7E31BE56-4979-B533-130D-35CA6DA0F99D}"/>
              </a:ext>
            </a:extLst>
          </p:cNvPr>
          <p:cNvSpPr/>
          <p:nvPr/>
        </p:nvSpPr>
        <p:spPr>
          <a:xfrm>
            <a:off x="2843808" y="1594786"/>
            <a:ext cx="1728192" cy="282964"/>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8445A9B-2BCD-7E27-1788-40E7C1358895}"/>
              </a:ext>
            </a:extLst>
          </p:cNvPr>
          <p:cNvSpPr/>
          <p:nvPr/>
        </p:nvSpPr>
        <p:spPr>
          <a:xfrm>
            <a:off x="641377" y="3768958"/>
            <a:ext cx="1728192" cy="282964"/>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01634BFE-549F-8765-1F31-1B9507A87639}"/>
              </a:ext>
            </a:extLst>
          </p:cNvPr>
          <p:cNvSpPr/>
          <p:nvPr/>
        </p:nvSpPr>
        <p:spPr>
          <a:xfrm>
            <a:off x="2987824" y="5736107"/>
            <a:ext cx="504056" cy="369332"/>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pic>
        <p:nvPicPr>
          <p:cNvPr id="13" name="圖片 12">
            <a:extLst>
              <a:ext uri="{FF2B5EF4-FFF2-40B4-BE49-F238E27FC236}">
                <a16:creationId xmlns:a16="http://schemas.microsoft.com/office/drawing/2014/main" id="{61A2B8E5-750D-1EB1-659B-3C3F0B1150F2}"/>
              </a:ext>
            </a:extLst>
          </p:cNvPr>
          <p:cNvPicPr>
            <a:picLocks noChangeAspect="1"/>
          </p:cNvPicPr>
          <p:nvPr/>
        </p:nvPicPr>
        <p:blipFill>
          <a:blip r:embed="rId6"/>
          <a:stretch>
            <a:fillRect/>
          </a:stretch>
        </p:blipFill>
        <p:spPr>
          <a:xfrm>
            <a:off x="107504" y="6105439"/>
            <a:ext cx="9144000" cy="870060"/>
          </a:xfrm>
          <a:prstGeom prst="rect">
            <a:avLst/>
          </a:prstGeom>
        </p:spPr>
      </p:pic>
      <p:sp>
        <p:nvSpPr>
          <p:cNvPr id="14" name="矩形 13">
            <a:extLst>
              <a:ext uri="{FF2B5EF4-FFF2-40B4-BE49-F238E27FC236}">
                <a16:creationId xmlns:a16="http://schemas.microsoft.com/office/drawing/2014/main" id="{936E9AC9-39EA-635F-8E6B-384E36EA840D}"/>
              </a:ext>
            </a:extLst>
          </p:cNvPr>
          <p:cNvSpPr/>
          <p:nvPr/>
        </p:nvSpPr>
        <p:spPr>
          <a:xfrm>
            <a:off x="8100392" y="6277272"/>
            <a:ext cx="504056" cy="464096"/>
          </a:xfrm>
          <a:prstGeom prst="rect">
            <a:avLst/>
          </a:prstGeom>
          <a:noFill/>
          <a:ln w="76200">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329877404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B3BF29-005B-4457-937F-27EC029D2E29}"/>
              </a:ext>
            </a:extLst>
          </p:cNvPr>
          <p:cNvSpPr>
            <a:spLocks noGrp="1"/>
          </p:cNvSpPr>
          <p:nvPr>
            <p:ph type="title"/>
          </p:nvPr>
        </p:nvSpPr>
        <p:spPr>
          <a:xfrm>
            <a:off x="107504" y="188640"/>
            <a:ext cx="8928992" cy="758952"/>
          </a:xfrm>
        </p:spPr>
        <p:txBody>
          <a:bodyPr>
            <a:normAutofit fontScale="90000"/>
          </a:bodyPr>
          <a:lstStyle/>
          <a:p>
            <a:r>
              <a:rPr lang="zh-TW" altLang="en-US" dirty="0"/>
              <a:t>先到官網取得</a:t>
            </a:r>
            <a:r>
              <a:rPr lang="en-US" altLang="zh-TW" dirty="0"/>
              <a:t>CDN</a:t>
            </a:r>
            <a:r>
              <a:rPr lang="zh-TW" altLang="en-US" dirty="0"/>
              <a:t>連結</a:t>
            </a:r>
            <a:r>
              <a:rPr lang="en-US" altLang="zh-TW" dirty="0"/>
              <a:t>(</a:t>
            </a:r>
            <a:r>
              <a:rPr lang="zh-TW" altLang="en-US" dirty="0"/>
              <a:t>略直接用下一頁方法</a:t>
            </a:r>
            <a:r>
              <a:rPr lang="en-US" altLang="zh-TW" dirty="0"/>
              <a:t>)</a:t>
            </a:r>
            <a:r>
              <a:rPr lang="zh-TW" altLang="en-US" dirty="0"/>
              <a:t> </a:t>
            </a:r>
            <a:br>
              <a:rPr lang="en-US" altLang="zh-TW" dirty="0"/>
            </a:br>
            <a:r>
              <a:rPr lang="en-US" altLang="zh-TW" dirty="0"/>
              <a:t>get start-&gt;install-&gt;CDNJS(</a:t>
            </a:r>
            <a:r>
              <a:rPr lang="zh-TW" altLang="en-US" dirty="0"/>
              <a:t>可不用加</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B54AB260-E035-8AE1-57FD-01036C04EEA7}"/>
              </a:ext>
            </a:extLst>
          </p:cNvPr>
          <p:cNvSpPr>
            <a:spLocks noGrp="1"/>
          </p:cNvSpPr>
          <p:nvPr>
            <p:ph type="sldNum" sz="quarter" idx="12"/>
          </p:nvPr>
        </p:nvSpPr>
        <p:spPr/>
        <p:txBody>
          <a:bodyPr/>
          <a:lstStyle/>
          <a:p>
            <a:fld id="{369E457D-EE12-4164-8E32-9DDD40A95892}" type="slidenum">
              <a:rPr lang="zh-TW" altLang="en-US" smtClean="0"/>
              <a:pPr/>
              <a:t>85</a:t>
            </a:fld>
            <a:endParaRPr lang="zh-TW" altLang="en-US"/>
          </a:p>
        </p:txBody>
      </p:sp>
      <p:sp>
        <p:nvSpPr>
          <p:cNvPr id="4" name="內容版面配置區 3">
            <a:extLst>
              <a:ext uri="{FF2B5EF4-FFF2-40B4-BE49-F238E27FC236}">
                <a16:creationId xmlns:a16="http://schemas.microsoft.com/office/drawing/2014/main" id="{CDDE9338-9864-E1FE-1D0A-B66CBF075D68}"/>
              </a:ext>
            </a:extLst>
          </p:cNvPr>
          <p:cNvSpPr>
            <a:spLocks noGrp="1"/>
          </p:cNvSpPr>
          <p:nvPr>
            <p:ph sz="quarter" idx="1"/>
          </p:nvPr>
        </p:nvSpPr>
        <p:spPr>
          <a:xfrm>
            <a:off x="301752" y="1026372"/>
            <a:ext cx="8503920" cy="5831628"/>
          </a:xfrm>
        </p:spPr>
        <p:txBody>
          <a:bodyPr>
            <a:normAutofit fontScale="77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&lt;script </a:t>
            </a:r>
            <a:r>
              <a:rPr lang="en-US" altLang="zh-TW" sz="1800" kern="100" dirty="0" err="1">
                <a:effectLst/>
                <a:latin typeface="Courier New" panose="02070309020205020404" pitchFamily="49" charset="0"/>
                <a:ea typeface="標楷體" panose="03000509000000000000" pitchFamily="65" charset="-120"/>
              </a:rPr>
              <a:t>src</a:t>
            </a:r>
            <a:r>
              <a:rPr lang="en-US" altLang="zh-TW" sz="1800" kern="100" dirty="0">
                <a:effectLst/>
                <a:latin typeface="Courier New" panose="02070309020205020404" pitchFamily="49" charset="0"/>
                <a:ea typeface="標楷體" panose="03000509000000000000" pitchFamily="65" charset="-120"/>
              </a:rPr>
              <a:t>="https://cdnjs.cloudflare.com/ajax/libs/Chart.js/4.2.0/chart.min.js" integrity="sha512-qKyIokLnyh6oSnWsc5h21uwMAQtljqMZZT17CIMXuCQNIfFSFF4tJdMOaJHL9fQdJUANid6OB6DRR0zdHrbWAw==" </a:t>
            </a:r>
            <a:r>
              <a:rPr lang="en-US" altLang="zh-TW" sz="1800" kern="100" dirty="0" err="1">
                <a:effectLst/>
                <a:latin typeface="Courier New" panose="02070309020205020404" pitchFamily="49" charset="0"/>
                <a:ea typeface="標楷體" panose="03000509000000000000" pitchFamily="65" charset="-120"/>
              </a:rPr>
              <a:t>crossorigin</a:t>
            </a:r>
            <a:r>
              <a:rPr lang="en-US" altLang="zh-TW" sz="1800" kern="100" dirty="0">
                <a:effectLst/>
                <a:latin typeface="Courier New" panose="02070309020205020404" pitchFamily="49" charset="0"/>
                <a:ea typeface="標楷體" panose="03000509000000000000" pitchFamily="65" charset="-120"/>
              </a:rPr>
              <a:t>="anonymous" </a:t>
            </a:r>
            <a:r>
              <a:rPr lang="en-US" altLang="zh-TW" sz="1800" kern="100" dirty="0" err="1">
                <a:effectLst/>
                <a:latin typeface="Courier New" panose="02070309020205020404" pitchFamily="49" charset="0"/>
                <a:ea typeface="標楷體" panose="03000509000000000000" pitchFamily="65" charset="-120"/>
              </a:rPr>
              <a:t>referrerpolicy</a:t>
            </a:r>
            <a:r>
              <a:rPr lang="en-US" altLang="zh-TW" sz="1800" kern="100" dirty="0">
                <a:effectLst/>
                <a:latin typeface="Courier New" panose="02070309020205020404" pitchFamily="49" charset="0"/>
                <a:ea typeface="標楷體" panose="03000509000000000000" pitchFamily="65" charset="-120"/>
              </a:rPr>
              <a:t>="no-referrer"&gt;&lt;/script&gt;</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en-US" altLang="zh-TW" dirty="0"/>
          </a:p>
          <a:p>
            <a:r>
              <a:rPr lang="zh-TW" altLang="en-US" b="1" dirty="0">
                <a:solidFill>
                  <a:srgbClr val="FF0000"/>
                </a:solidFill>
              </a:rPr>
              <a:t>放在</a:t>
            </a:r>
            <a:r>
              <a:rPr lang="en-US" altLang="zh-TW" b="1" dirty="0">
                <a:solidFill>
                  <a:srgbClr val="FF0000"/>
                </a:solidFill>
              </a:rPr>
              <a:t>base.html</a:t>
            </a:r>
            <a:r>
              <a:rPr lang="zh-TW" altLang="en-US" b="1" dirty="0">
                <a:solidFill>
                  <a:srgbClr val="FF0000"/>
                </a:solidFill>
              </a:rPr>
              <a:t>中 </a:t>
            </a:r>
            <a:r>
              <a:rPr lang="en-US" altLang="zh-TW" b="1" dirty="0">
                <a:solidFill>
                  <a:srgbClr val="FF0000"/>
                </a:solidFill>
              </a:rPr>
              <a:t>bs5 script</a:t>
            </a:r>
            <a:r>
              <a:rPr lang="zh-TW" altLang="en-US" b="1" dirty="0">
                <a:solidFill>
                  <a:srgbClr val="FF0000"/>
                </a:solidFill>
              </a:rPr>
              <a:t>後面</a:t>
            </a:r>
            <a:endParaRPr lang="en-US" altLang="zh-TW" b="1" dirty="0">
              <a:solidFill>
                <a:srgbClr val="FF0000"/>
              </a:solidFill>
            </a:endParaRPr>
          </a:p>
          <a:p>
            <a:endParaRPr lang="en-US" altLang="zh-TW" dirty="0">
              <a:solidFill>
                <a:srgbClr val="FF0000"/>
              </a:solidFill>
            </a:endParaRPr>
          </a:p>
          <a:p>
            <a:r>
              <a:rPr lang="en-US" altLang="zh-TW" dirty="0">
                <a:solidFill>
                  <a:srgbClr val="FF0000"/>
                </a:solidFill>
              </a:rPr>
              <a:t>&lt;script </a:t>
            </a:r>
            <a:r>
              <a:rPr lang="en-US" altLang="zh-TW" dirty="0" err="1">
                <a:solidFill>
                  <a:srgbClr val="FF0000"/>
                </a:solidFill>
              </a:rPr>
              <a:t>src</a:t>
            </a:r>
            <a:r>
              <a:rPr lang="en-US" altLang="zh-TW" dirty="0"/>
              <a:t>="https://cdn.jsdelivr.net/</a:t>
            </a:r>
            <a:r>
              <a:rPr lang="en-US" altLang="zh-TW" dirty="0" err="1"/>
              <a:t>npm</a:t>
            </a:r>
            <a:r>
              <a:rPr lang="en-US" altLang="zh-TW" dirty="0"/>
              <a:t>/bootstrap@5.3.0-alpha1/</a:t>
            </a:r>
            <a:r>
              <a:rPr lang="en-US" altLang="zh-TW" dirty="0" err="1"/>
              <a:t>dist</a:t>
            </a:r>
            <a:r>
              <a:rPr lang="en-US" altLang="zh-TW" dirty="0"/>
              <a:t>/</a:t>
            </a:r>
            <a:r>
              <a:rPr lang="en-US" altLang="zh-TW" dirty="0" err="1"/>
              <a:t>js</a:t>
            </a:r>
            <a:r>
              <a:rPr lang="en-US" altLang="zh-TW" dirty="0"/>
              <a:t>/bootstrap.bundle.min.js" integrity="sha384-w76AqPfDkMBDXo30jS1Sgez6pr3x5MlQ1ZAGC+nuZB+EYdgRZgiwxhTBTkF7CXvN" </a:t>
            </a:r>
            <a:r>
              <a:rPr lang="en-US" altLang="zh-TW" dirty="0" err="1"/>
              <a:t>crossorigin</a:t>
            </a:r>
            <a:r>
              <a:rPr lang="en-US" altLang="zh-TW" dirty="0"/>
              <a:t>="anonymous"&gt;&lt;/script&gt;</a:t>
            </a:r>
          </a:p>
          <a:p>
            <a:endParaRPr lang="en-US" altLang="zh-TW" dirty="0"/>
          </a:p>
          <a:p>
            <a:r>
              <a:rPr lang="en-US" altLang="zh-TW" dirty="0">
                <a:solidFill>
                  <a:srgbClr val="FF0000"/>
                </a:solidFill>
              </a:rPr>
              <a:t>&lt;script </a:t>
            </a:r>
            <a:r>
              <a:rPr lang="en-US" altLang="zh-TW" dirty="0" err="1">
                <a:solidFill>
                  <a:srgbClr val="FF0000"/>
                </a:solidFill>
              </a:rPr>
              <a:t>src</a:t>
            </a:r>
            <a:r>
              <a:rPr lang="en-US" altLang="zh-TW" dirty="0">
                <a:solidFill>
                  <a:srgbClr val="FF0000"/>
                </a:solidFill>
              </a:rPr>
              <a:t>="https://cdnjs.cloudflare.com/ajax/libs/Chart.js/4.5.0/chart.min.js" integrity="sha512-n/G+dROKbKL3GVngGWmWfwK0yPctjZQM752diVYnXZtD/48agpUKLIn0xDQL9ydZ91x6BiOmTIFwWjjFi2kEFg==" </a:t>
            </a:r>
            <a:r>
              <a:rPr lang="en-US" altLang="zh-TW" dirty="0" err="1">
                <a:solidFill>
                  <a:srgbClr val="FF0000"/>
                </a:solidFill>
              </a:rPr>
              <a:t>crossorigin</a:t>
            </a:r>
            <a:r>
              <a:rPr lang="en-US" altLang="zh-TW" dirty="0">
                <a:solidFill>
                  <a:srgbClr val="FF0000"/>
                </a:solidFill>
              </a:rPr>
              <a:t>="anonymous" </a:t>
            </a:r>
            <a:r>
              <a:rPr lang="en-US" altLang="zh-TW" dirty="0" err="1">
                <a:solidFill>
                  <a:srgbClr val="FF0000"/>
                </a:solidFill>
              </a:rPr>
              <a:t>referrerpolicy</a:t>
            </a:r>
            <a:r>
              <a:rPr lang="en-US" altLang="zh-TW" dirty="0">
                <a:solidFill>
                  <a:srgbClr val="FF0000"/>
                </a:solidFill>
              </a:rPr>
              <a:t>="no-referrer"&gt;&lt;/script&gt;</a:t>
            </a:r>
            <a:endParaRPr lang="zh-TW" altLang="en-US" dirty="0">
              <a:solidFill>
                <a:srgbClr val="FF0000"/>
              </a:solidFill>
            </a:endParaRPr>
          </a:p>
        </p:txBody>
      </p:sp>
      <p:pic>
        <p:nvPicPr>
          <p:cNvPr id="6" name="圖片 5">
            <a:extLst>
              <a:ext uri="{FF2B5EF4-FFF2-40B4-BE49-F238E27FC236}">
                <a16:creationId xmlns:a16="http://schemas.microsoft.com/office/drawing/2014/main" id="{1FC42732-DA46-D922-45C1-2C1C6AE40120}"/>
              </a:ext>
            </a:extLst>
          </p:cNvPr>
          <p:cNvPicPr>
            <a:picLocks noChangeAspect="1"/>
          </p:cNvPicPr>
          <p:nvPr/>
        </p:nvPicPr>
        <p:blipFill>
          <a:blip r:embed="rId2"/>
          <a:stretch>
            <a:fillRect/>
          </a:stretch>
        </p:blipFill>
        <p:spPr>
          <a:xfrm>
            <a:off x="5325503" y="982251"/>
            <a:ext cx="3553321" cy="1819529"/>
          </a:xfrm>
          <a:prstGeom prst="rect">
            <a:avLst/>
          </a:prstGeom>
        </p:spPr>
      </p:pic>
    </p:spTree>
    <p:extLst>
      <p:ext uri="{BB962C8B-B14F-4D97-AF65-F5344CB8AC3E}">
        <p14:creationId xmlns:p14="http://schemas.microsoft.com/office/powerpoint/2010/main" val="4142947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1D3D860-CD1C-8264-59C5-31786FDCC02D}"/>
              </a:ext>
            </a:extLst>
          </p:cNvPr>
          <p:cNvSpPr>
            <a:spLocks noGrp="1"/>
          </p:cNvSpPr>
          <p:nvPr>
            <p:ph type="title"/>
          </p:nvPr>
        </p:nvSpPr>
        <p:spPr/>
        <p:txBody>
          <a:bodyPr>
            <a:normAutofit fontScale="90000"/>
          </a:bodyPr>
          <a:lstStyle/>
          <a:p>
            <a:r>
              <a:rPr lang="zh-TW" altLang="en-US" dirty="0"/>
              <a:t>修改</a:t>
            </a:r>
            <a:r>
              <a:rPr lang="en-US" altLang="zh-TW" dirty="0"/>
              <a:t>votes.html</a:t>
            </a:r>
            <a:r>
              <a:rPr lang="zh-TW" altLang="en-US" dirty="0"/>
              <a:t>中的內容</a:t>
            </a:r>
            <a:br>
              <a:rPr lang="en-US" altLang="zh-TW" dirty="0"/>
            </a:br>
            <a:r>
              <a:rPr lang="en-US" altLang="zh-TW" dirty="0"/>
              <a:t>copy</a:t>
            </a:r>
            <a:r>
              <a:rPr lang="zh-TW" altLang="en-US" dirty="0"/>
              <a:t>官網</a:t>
            </a:r>
            <a:r>
              <a:rPr lang="en-US" altLang="zh-TW" dirty="0" err="1"/>
              <a:t>js</a:t>
            </a:r>
            <a:r>
              <a:rPr lang="zh-TW" altLang="en-US" dirty="0"/>
              <a:t>的</a:t>
            </a:r>
            <a:r>
              <a:rPr lang="zh-TW" altLang="en-US" dirty="0">
                <a:hlinkClick r:id="rId3"/>
              </a:rPr>
              <a:t>內容</a:t>
            </a:r>
            <a:r>
              <a:rPr lang="zh-TW" altLang="en-US" dirty="0"/>
              <a:t>：</a:t>
            </a:r>
            <a:r>
              <a:rPr lang="en-US" altLang="zh-TW" dirty="0"/>
              <a:t>get start-&gt;create a chart</a:t>
            </a:r>
            <a:endParaRPr lang="zh-TW" altLang="en-US" dirty="0"/>
          </a:p>
        </p:txBody>
      </p:sp>
      <p:sp>
        <p:nvSpPr>
          <p:cNvPr id="3" name="投影片編號版面配置區 2">
            <a:extLst>
              <a:ext uri="{FF2B5EF4-FFF2-40B4-BE49-F238E27FC236}">
                <a16:creationId xmlns:a16="http://schemas.microsoft.com/office/drawing/2014/main" id="{CDDE4D9C-C29D-90DF-9064-7B0A69F4017F}"/>
              </a:ext>
            </a:extLst>
          </p:cNvPr>
          <p:cNvSpPr>
            <a:spLocks noGrp="1"/>
          </p:cNvSpPr>
          <p:nvPr>
            <p:ph type="sldNum" sz="quarter" idx="12"/>
          </p:nvPr>
        </p:nvSpPr>
        <p:spPr/>
        <p:txBody>
          <a:bodyPr/>
          <a:lstStyle/>
          <a:p>
            <a:fld id="{369E457D-EE12-4164-8E32-9DDD40A95892}" type="slidenum">
              <a:rPr lang="zh-TW" altLang="en-US" smtClean="0"/>
              <a:pPr/>
              <a:t>86</a:t>
            </a:fld>
            <a:endParaRPr lang="zh-TW" altLang="en-US"/>
          </a:p>
        </p:txBody>
      </p:sp>
      <p:sp>
        <p:nvSpPr>
          <p:cNvPr id="4" name="內容版面配置區 3">
            <a:extLst>
              <a:ext uri="{FF2B5EF4-FFF2-40B4-BE49-F238E27FC236}">
                <a16:creationId xmlns:a16="http://schemas.microsoft.com/office/drawing/2014/main" id="{12834A10-6B63-AF1D-4585-BDB3515E2F4E}"/>
              </a:ext>
            </a:extLst>
          </p:cNvPr>
          <p:cNvSpPr>
            <a:spLocks noGrp="1"/>
          </p:cNvSpPr>
          <p:nvPr>
            <p:ph sz="quarter" idx="1"/>
          </p:nvPr>
        </p:nvSpPr>
        <p:spPr>
          <a:xfrm>
            <a:off x="296942" y="1216152"/>
            <a:ext cx="8503920" cy="5641848"/>
          </a:xfrm>
        </p:spPr>
        <p:txBody>
          <a:bodyPr>
            <a:normAutofit lnSpcReduction="10000"/>
          </a:bodyPr>
          <a:lstStyle/>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2400" b="1" kern="100" dirty="0">
                <a:solidFill>
                  <a:srgbClr val="FF0000"/>
                </a:solidFill>
                <a:effectLst/>
                <a:latin typeface="Courier New" panose="02070309020205020404" pitchFamily="49" charset="0"/>
                <a:ea typeface="標楷體" panose="03000509000000000000" pitchFamily="65" charset="-120"/>
              </a:rPr>
              <a:t>&lt;div class="col-md-6"&gt;</a:t>
            </a:r>
            <a:endParaRPr lang="zh-TW" altLang="zh-TW" sz="10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&lt;div&gt;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&lt;canvas id="</a:t>
            </a:r>
            <a:r>
              <a:rPr lang="en-US" altLang="zh-TW" sz="1000" b="1" kern="100" dirty="0" err="1">
                <a:effectLst/>
                <a:latin typeface="Courier New" panose="02070309020205020404" pitchFamily="49" charset="0"/>
                <a:ea typeface="標楷體" panose="03000509000000000000" pitchFamily="65" charset="-120"/>
              </a:rPr>
              <a:t>myChart</a:t>
            </a:r>
            <a:r>
              <a:rPr lang="en-US" altLang="zh-TW" sz="1000" b="1" kern="100" dirty="0">
                <a:effectLst/>
                <a:latin typeface="Courier New" panose="02070309020205020404" pitchFamily="49" charset="0"/>
                <a:ea typeface="標楷體" panose="03000509000000000000" pitchFamily="65" charset="-120"/>
              </a:rPr>
              <a:t>"&gt;&lt;/canvas&gt;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&lt;/div&gt;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400" b="1" kern="100" dirty="0">
                <a:solidFill>
                  <a:srgbClr val="FF0000"/>
                </a:solidFill>
                <a:effectLst/>
                <a:latin typeface="Courier New" panose="02070309020205020404" pitchFamily="49" charset="0"/>
                <a:ea typeface="標楷體" panose="03000509000000000000" pitchFamily="65" charset="-120"/>
              </a:rPr>
              <a:t>&lt;script </a:t>
            </a:r>
            <a:r>
              <a:rPr lang="en-US" altLang="zh-TW" sz="1400" b="1" kern="100" dirty="0" err="1">
                <a:solidFill>
                  <a:srgbClr val="FF0000"/>
                </a:solidFill>
                <a:effectLst/>
                <a:latin typeface="Courier New" panose="02070309020205020404" pitchFamily="49" charset="0"/>
                <a:ea typeface="標楷體" panose="03000509000000000000" pitchFamily="65" charset="-120"/>
              </a:rPr>
              <a:t>src</a:t>
            </a:r>
            <a:r>
              <a:rPr lang="en-US" altLang="zh-TW" sz="1400" b="1" kern="100" dirty="0">
                <a:solidFill>
                  <a:srgbClr val="FF0000"/>
                </a:solidFill>
                <a:effectLst/>
                <a:latin typeface="Courier New" panose="02070309020205020404" pitchFamily="49" charset="0"/>
                <a:ea typeface="標楷體" panose="03000509000000000000" pitchFamily="65" charset="-120"/>
              </a:rPr>
              <a:t>="https://cdn.jsdelivr.net/</a:t>
            </a:r>
            <a:r>
              <a:rPr lang="en-US" altLang="zh-TW" sz="1400" b="1" kern="100" dirty="0" err="1">
                <a:solidFill>
                  <a:srgbClr val="FF0000"/>
                </a:solidFill>
                <a:effectLst/>
                <a:latin typeface="Courier New" panose="02070309020205020404" pitchFamily="49" charset="0"/>
                <a:ea typeface="標楷體" panose="03000509000000000000" pitchFamily="65" charset="-120"/>
              </a:rPr>
              <a:t>npm</a:t>
            </a:r>
            <a:r>
              <a:rPr lang="en-US" altLang="zh-TW" sz="1400" b="1" kern="100" dirty="0">
                <a:solidFill>
                  <a:srgbClr val="FF0000"/>
                </a:solidFill>
                <a:effectLst/>
                <a:latin typeface="Courier New" panose="02070309020205020404" pitchFamily="49" charset="0"/>
                <a:ea typeface="標楷體" panose="03000509000000000000" pitchFamily="65" charset="-120"/>
              </a:rPr>
              <a:t>/chart.js"&gt;&lt;/script&gt;</a:t>
            </a:r>
            <a:endParaRPr lang="zh-TW" altLang="zh-TW" sz="14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&lt;script&gt;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const </a:t>
            </a:r>
            <a:r>
              <a:rPr lang="en-US" altLang="zh-TW" sz="1000" b="1" kern="100" dirty="0" err="1">
                <a:effectLst/>
                <a:latin typeface="Courier New" panose="02070309020205020404" pitchFamily="49" charset="0"/>
                <a:ea typeface="標楷體" panose="03000509000000000000" pitchFamily="65" charset="-120"/>
              </a:rPr>
              <a:t>ctx</a:t>
            </a:r>
            <a:r>
              <a:rPr lang="en-US" altLang="zh-TW" sz="1000" b="1" kern="100" dirty="0">
                <a:effectLst/>
                <a:latin typeface="Courier New" panose="02070309020205020404" pitchFamily="49" charset="0"/>
                <a:ea typeface="標楷體" panose="03000509000000000000" pitchFamily="65" charset="-120"/>
              </a:rPr>
              <a:t> = </a:t>
            </a:r>
            <a:r>
              <a:rPr lang="en-US" altLang="zh-TW" sz="1000" b="1" kern="100" dirty="0" err="1">
                <a:effectLst/>
                <a:latin typeface="Courier New" panose="02070309020205020404" pitchFamily="49" charset="0"/>
                <a:ea typeface="標楷體" panose="03000509000000000000" pitchFamily="65" charset="-120"/>
              </a:rPr>
              <a:t>document.getElementById</a:t>
            </a:r>
            <a:r>
              <a:rPr lang="en-US" altLang="zh-TW" sz="1000" b="1" kern="100" dirty="0">
                <a:effectLst/>
                <a:latin typeface="Courier New" panose="02070309020205020404" pitchFamily="49" charset="0"/>
                <a:ea typeface="標楷體" panose="03000509000000000000" pitchFamily="65" charset="-120"/>
              </a:rPr>
              <a:t>('</a:t>
            </a:r>
            <a:r>
              <a:rPr lang="en-US" altLang="zh-TW" sz="1000" b="1" kern="100" dirty="0" err="1">
                <a:effectLst/>
                <a:latin typeface="Courier New" panose="02070309020205020404" pitchFamily="49" charset="0"/>
                <a:ea typeface="標楷體" panose="03000509000000000000" pitchFamily="65" charset="-120"/>
              </a:rPr>
              <a:t>myChart</a:t>
            </a:r>
            <a:r>
              <a:rPr lang="en-US" altLang="zh-TW" sz="1000" b="1" kern="100" dirty="0">
                <a:effectLst/>
                <a:latin typeface="Courier New" panose="02070309020205020404" pitchFamily="49" charset="0"/>
                <a:ea typeface="標楷體" panose="03000509000000000000" pitchFamily="65" charset="-120"/>
              </a:rPr>
              <a: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new Chart(</a:t>
            </a:r>
            <a:r>
              <a:rPr lang="en-US" altLang="zh-TW" sz="1000" b="1" kern="100" dirty="0" err="1">
                <a:effectLst/>
                <a:latin typeface="Courier New" panose="02070309020205020404" pitchFamily="49" charset="0"/>
                <a:ea typeface="標楷體" panose="03000509000000000000" pitchFamily="65" charset="-120"/>
              </a:rPr>
              <a:t>ctx</a:t>
            </a: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type: 'bar',</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data: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labels: ['Red', 'Blue', 'Yellow', 'Green', 'Purple', 'Orange'],</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datasets: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label: '# of Votes',</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data: [12, 19, 3, 5, 2, 3],</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000" b="1" kern="100" dirty="0" err="1">
                <a:effectLst/>
                <a:latin typeface="Courier New" panose="02070309020205020404" pitchFamily="49" charset="0"/>
                <a:ea typeface="標楷體" panose="03000509000000000000" pitchFamily="65" charset="-120"/>
              </a:rPr>
              <a:t>borderWidth</a:t>
            </a:r>
            <a:r>
              <a:rPr lang="en-US" altLang="zh-TW" sz="1000" b="1" kern="100" dirty="0">
                <a:effectLst/>
                <a:latin typeface="Courier New" panose="02070309020205020404" pitchFamily="49" charset="0"/>
                <a:ea typeface="標楷體" panose="03000509000000000000" pitchFamily="65" charset="-120"/>
              </a:rPr>
              <a:t>: 1</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options: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scales: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y: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000" b="1" kern="100" dirty="0" err="1">
                <a:effectLst/>
                <a:latin typeface="Courier New" panose="02070309020205020404" pitchFamily="49" charset="0"/>
                <a:ea typeface="標楷體" panose="03000509000000000000" pitchFamily="65" charset="-120"/>
              </a:rPr>
              <a:t>beginAtZero</a:t>
            </a:r>
            <a:r>
              <a:rPr lang="en-US" altLang="zh-TW" sz="1000" b="1" kern="100" dirty="0">
                <a:effectLst/>
                <a:latin typeface="Courier New" panose="02070309020205020404" pitchFamily="49" charset="0"/>
                <a:ea typeface="標楷體" panose="03000509000000000000" pitchFamily="65" charset="-120"/>
              </a:rPr>
              <a:t>: true</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&lt;/script&gt;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700" b="1" kern="100" dirty="0">
                <a:solidFill>
                  <a:srgbClr val="FF0000"/>
                </a:solidFill>
                <a:effectLst/>
                <a:latin typeface="Courier New" panose="02070309020205020404" pitchFamily="49" charset="0"/>
                <a:ea typeface="標楷體" panose="03000509000000000000" pitchFamily="65" charset="-120"/>
              </a:rPr>
              <a:t>&lt;/div&gt;</a:t>
            </a:r>
            <a:endParaRPr lang="zh-TW" altLang="en-US" sz="1400" dirty="0">
              <a:solidFill>
                <a:srgbClr val="FF0000"/>
              </a:solidFill>
            </a:endParaRPr>
          </a:p>
        </p:txBody>
      </p:sp>
      <p:sp>
        <p:nvSpPr>
          <p:cNvPr id="6" name="文字方塊 5">
            <a:hlinkClick r:id="rId3"/>
            <a:extLst>
              <a:ext uri="{FF2B5EF4-FFF2-40B4-BE49-F238E27FC236}">
                <a16:creationId xmlns:a16="http://schemas.microsoft.com/office/drawing/2014/main" id="{DA2E8003-AED3-43F9-12AD-C053D807D984}"/>
              </a:ext>
            </a:extLst>
          </p:cNvPr>
          <p:cNvSpPr txBox="1"/>
          <p:nvPr/>
        </p:nvSpPr>
        <p:spPr>
          <a:xfrm>
            <a:off x="4716016" y="1237112"/>
            <a:ext cx="4572000" cy="646331"/>
          </a:xfrm>
          <a:prstGeom prst="rect">
            <a:avLst/>
          </a:prstGeom>
          <a:noFill/>
        </p:spPr>
        <p:txBody>
          <a:bodyPr wrap="square">
            <a:spAutoFit/>
          </a:bodyPr>
          <a:lstStyle/>
          <a:p>
            <a:r>
              <a:rPr lang="en-US" altLang="zh-TW" dirty="0"/>
              <a:t>https://www.chartjs.org/docs/latest/getting-started/</a:t>
            </a:r>
            <a:endParaRPr lang="zh-TW" altLang="en-US" dirty="0"/>
          </a:p>
        </p:txBody>
      </p:sp>
      <p:pic>
        <p:nvPicPr>
          <p:cNvPr id="7" name="圖片 6">
            <a:extLst>
              <a:ext uri="{FF2B5EF4-FFF2-40B4-BE49-F238E27FC236}">
                <a16:creationId xmlns:a16="http://schemas.microsoft.com/office/drawing/2014/main" id="{37A6FE6A-37EA-8CC4-BBE6-74B79E4B4644}"/>
              </a:ext>
            </a:extLst>
          </p:cNvPr>
          <p:cNvPicPr>
            <a:picLocks noChangeAspect="1"/>
          </p:cNvPicPr>
          <p:nvPr/>
        </p:nvPicPr>
        <p:blipFill>
          <a:blip r:embed="rId4"/>
          <a:stretch>
            <a:fillRect/>
          </a:stretch>
        </p:blipFill>
        <p:spPr>
          <a:xfrm>
            <a:off x="4781330" y="5010319"/>
            <a:ext cx="3153215" cy="743054"/>
          </a:xfrm>
          <a:prstGeom prst="rect">
            <a:avLst/>
          </a:prstGeom>
        </p:spPr>
      </p:pic>
      <p:pic>
        <p:nvPicPr>
          <p:cNvPr id="9" name="圖片 8">
            <a:extLst>
              <a:ext uri="{FF2B5EF4-FFF2-40B4-BE49-F238E27FC236}">
                <a16:creationId xmlns:a16="http://schemas.microsoft.com/office/drawing/2014/main" id="{1DE45774-EC0B-799F-1AB8-29B0CD2D495D}"/>
              </a:ext>
            </a:extLst>
          </p:cNvPr>
          <p:cNvPicPr>
            <a:picLocks noChangeAspect="1"/>
          </p:cNvPicPr>
          <p:nvPr/>
        </p:nvPicPr>
        <p:blipFill>
          <a:blip r:embed="rId5"/>
          <a:stretch>
            <a:fillRect/>
          </a:stretch>
        </p:blipFill>
        <p:spPr>
          <a:xfrm>
            <a:off x="2555776" y="5867673"/>
            <a:ext cx="6588224" cy="780671"/>
          </a:xfrm>
          <a:prstGeom prst="rect">
            <a:avLst/>
          </a:prstGeom>
        </p:spPr>
      </p:pic>
      <p:sp>
        <p:nvSpPr>
          <p:cNvPr id="10" name="矩形 9">
            <a:extLst>
              <a:ext uri="{FF2B5EF4-FFF2-40B4-BE49-F238E27FC236}">
                <a16:creationId xmlns:a16="http://schemas.microsoft.com/office/drawing/2014/main" id="{BD717CC1-7FBE-CA0A-EA47-1398FDE20693}"/>
              </a:ext>
            </a:extLst>
          </p:cNvPr>
          <p:cNvSpPr/>
          <p:nvPr/>
        </p:nvSpPr>
        <p:spPr>
          <a:xfrm>
            <a:off x="8604448" y="6228020"/>
            <a:ext cx="504056" cy="369332"/>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74856245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D1BAB97-6748-BFDE-8505-C97C43E996AD}"/>
              </a:ext>
            </a:extLst>
          </p:cNvPr>
          <p:cNvSpPr>
            <a:spLocks noGrp="1"/>
          </p:cNvSpPr>
          <p:nvPr>
            <p:ph type="title"/>
          </p:nvPr>
        </p:nvSpPr>
        <p:spPr/>
        <p:txBody>
          <a:bodyPr/>
          <a:lstStyle/>
          <a:p>
            <a:r>
              <a:rPr lang="zh-TW" altLang="en-US"/>
              <a:t>先測試圖表是否可以出現</a:t>
            </a:r>
          </a:p>
        </p:txBody>
      </p:sp>
      <p:sp>
        <p:nvSpPr>
          <p:cNvPr id="3" name="投影片編號版面配置區 2">
            <a:extLst>
              <a:ext uri="{FF2B5EF4-FFF2-40B4-BE49-F238E27FC236}">
                <a16:creationId xmlns:a16="http://schemas.microsoft.com/office/drawing/2014/main" id="{3F7C109C-AC7D-6F57-F4A9-367B2C8F11FB}"/>
              </a:ext>
            </a:extLst>
          </p:cNvPr>
          <p:cNvSpPr>
            <a:spLocks noGrp="1"/>
          </p:cNvSpPr>
          <p:nvPr>
            <p:ph type="sldNum" sz="quarter" idx="12"/>
          </p:nvPr>
        </p:nvSpPr>
        <p:spPr/>
        <p:txBody>
          <a:bodyPr/>
          <a:lstStyle/>
          <a:p>
            <a:fld id="{369E457D-EE12-4164-8E32-9DDD40A95892}" type="slidenum">
              <a:rPr lang="zh-TW" altLang="en-US" smtClean="0"/>
              <a:pPr/>
              <a:t>87</a:t>
            </a:fld>
            <a:endParaRPr lang="zh-TW" altLang="en-US"/>
          </a:p>
        </p:txBody>
      </p:sp>
      <p:pic>
        <p:nvPicPr>
          <p:cNvPr id="5" name="內容版面配置區 4">
            <a:extLst>
              <a:ext uri="{FF2B5EF4-FFF2-40B4-BE49-F238E27FC236}">
                <a16:creationId xmlns:a16="http://schemas.microsoft.com/office/drawing/2014/main" id="{386A41E0-70FE-2255-879C-B037B1378F64}"/>
              </a:ext>
            </a:extLst>
          </p:cNvPr>
          <p:cNvPicPr>
            <a:picLocks noGrp="1" noChangeAspect="1"/>
          </p:cNvPicPr>
          <p:nvPr>
            <p:ph sz="quarter" idx="1"/>
          </p:nvPr>
        </p:nvPicPr>
        <p:blipFill>
          <a:blip r:embed="rId2"/>
          <a:stretch>
            <a:fillRect/>
          </a:stretch>
        </p:blipFill>
        <p:spPr>
          <a:xfrm>
            <a:off x="388721" y="1527175"/>
            <a:ext cx="8330045" cy="4572000"/>
          </a:xfrm>
          <a:prstGeom prst="rect">
            <a:avLst/>
          </a:prstGeom>
        </p:spPr>
      </p:pic>
    </p:spTree>
    <p:extLst>
      <p:ext uri="{BB962C8B-B14F-4D97-AF65-F5344CB8AC3E}">
        <p14:creationId xmlns:p14="http://schemas.microsoft.com/office/powerpoint/2010/main" val="34533061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5A05963-D75B-9F4E-36D5-BE050C9F36AF}"/>
              </a:ext>
            </a:extLst>
          </p:cNvPr>
          <p:cNvSpPr>
            <a:spLocks noGrp="1"/>
          </p:cNvSpPr>
          <p:nvPr>
            <p:ph type="title"/>
          </p:nvPr>
        </p:nvSpPr>
        <p:spPr/>
        <p:txBody>
          <a:bodyPr/>
          <a:lstStyle/>
          <a:p>
            <a:r>
              <a:rPr lang="zh-TW" altLang="en-US"/>
              <a:t>修改真實的選票資料到</a:t>
            </a:r>
            <a:r>
              <a:rPr lang="en-US" altLang="zh-TW"/>
              <a:t>votes.html</a:t>
            </a:r>
            <a:r>
              <a:rPr lang="zh-TW" altLang="en-US"/>
              <a:t>中</a:t>
            </a:r>
          </a:p>
        </p:txBody>
      </p:sp>
      <p:sp>
        <p:nvSpPr>
          <p:cNvPr id="3" name="投影片編號版面配置區 2">
            <a:extLst>
              <a:ext uri="{FF2B5EF4-FFF2-40B4-BE49-F238E27FC236}">
                <a16:creationId xmlns:a16="http://schemas.microsoft.com/office/drawing/2014/main" id="{9E8118AD-4BFC-9C47-9DED-96938504F443}"/>
              </a:ext>
            </a:extLst>
          </p:cNvPr>
          <p:cNvSpPr>
            <a:spLocks noGrp="1"/>
          </p:cNvSpPr>
          <p:nvPr>
            <p:ph type="sldNum" sz="quarter" idx="12"/>
          </p:nvPr>
        </p:nvSpPr>
        <p:spPr/>
        <p:txBody>
          <a:bodyPr/>
          <a:lstStyle/>
          <a:p>
            <a:fld id="{369E457D-EE12-4164-8E32-9DDD40A95892}" type="slidenum">
              <a:rPr lang="zh-TW" altLang="en-US" smtClean="0"/>
              <a:pPr/>
              <a:t>88</a:t>
            </a:fld>
            <a:endParaRPr lang="zh-TW" altLang="en-US"/>
          </a:p>
        </p:txBody>
      </p:sp>
      <p:sp>
        <p:nvSpPr>
          <p:cNvPr id="4" name="內容版面配置區 3">
            <a:extLst>
              <a:ext uri="{FF2B5EF4-FFF2-40B4-BE49-F238E27FC236}">
                <a16:creationId xmlns:a16="http://schemas.microsoft.com/office/drawing/2014/main" id="{302F4BD8-A4AF-10D6-2C83-AAFBEA0769A4}"/>
              </a:ext>
            </a:extLst>
          </p:cNvPr>
          <p:cNvSpPr>
            <a:spLocks noGrp="1"/>
          </p:cNvSpPr>
          <p:nvPr>
            <p:ph sz="quarter" idx="1"/>
          </p:nvPr>
        </p:nvSpPr>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data: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labels: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for d in data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‘{{d.name}}’</a:t>
            </a:r>
            <a:r>
              <a:rPr lang="en-US" altLang="zh-TW" sz="3000" b="1" kern="100" dirty="0">
                <a:solidFill>
                  <a:srgbClr val="FF0000"/>
                </a:solidFill>
                <a:effectLst/>
                <a:latin typeface="Courier New" panose="02070309020205020404" pitchFamily="49" charset="0"/>
                <a:ea typeface="標楷體" panose="03000509000000000000" pitchFamily="65" charset="-120"/>
              </a:rPr>
              <a:t>,   (</a:t>
            </a:r>
            <a:r>
              <a:rPr lang="zh-TW" altLang="en-US" sz="3000" b="1" kern="100" dirty="0">
                <a:solidFill>
                  <a:srgbClr val="FF0000"/>
                </a:solidFill>
                <a:effectLst/>
                <a:latin typeface="Courier New" panose="02070309020205020404" pitchFamily="49" charset="0"/>
                <a:ea typeface="標楷體" panose="03000509000000000000" pitchFamily="65" charset="-120"/>
              </a:rPr>
              <a:t>記得加逗點</a:t>
            </a:r>
            <a:r>
              <a:rPr lang="en-US" altLang="zh-TW" sz="3000" b="1" kern="100" dirty="0">
                <a:solidFill>
                  <a:srgbClr val="FF0000"/>
                </a:solidFill>
                <a:effectLst/>
                <a:latin typeface="Courier New" panose="02070309020205020404" pitchFamily="49" charset="0"/>
                <a:ea typeface="標楷體" panose="03000509000000000000" pitchFamily="65" charset="-120"/>
              </a:rPr>
              <a:t>)</a:t>
            </a:r>
            <a:endParaRPr lang="zh-TW" altLang="zh-TW" sz="30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endfor</a:t>
            </a:r>
            <a:r>
              <a:rPr lang="en-US" altLang="zh-TW" sz="1800"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datasets: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label: </a:t>
            </a:r>
            <a:r>
              <a:rPr lang="en-US" altLang="zh-TW" sz="1800" kern="100" dirty="0">
                <a:solidFill>
                  <a:srgbClr val="FF0000"/>
                </a:solidFill>
                <a:effectLst/>
                <a:latin typeface="Courier New" panose="02070309020205020404" pitchFamily="49" charset="0"/>
                <a:ea typeface="標楷體" panose="03000509000000000000" pitchFamily="65" charset="-120"/>
              </a:rPr>
              <a:t>'2022</a:t>
            </a:r>
            <a:r>
              <a:rPr lang="zh-TW" altLang="zh-TW" sz="1800" kern="100" dirty="0">
                <a:solidFill>
                  <a:srgbClr val="FF0000"/>
                </a:solidFill>
                <a:effectLst/>
                <a:latin typeface="Courier New" panose="02070309020205020404" pitchFamily="49" charset="0"/>
                <a:ea typeface="標楷體" panose="03000509000000000000" pitchFamily="65" charset="-120"/>
              </a:rPr>
              <a:t>年高雄市左楠區市議員選舉得票數</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for d in data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d.votes</a:t>
            </a: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2600" b="1" kern="100" dirty="0">
                <a:solidFill>
                  <a:srgbClr val="FF0000"/>
                </a:solidFill>
                <a:effectLst/>
                <a:latin typeface="Courier New" panose="02070309020205020404" pitchFamily="49" charset="0"/>
                <a:ea typeface="標楷體" panose="03000509000000000000" pitchFamily="65" charset="-120"/>
              </a:rPr>
              <a:t>(</a:t>
            </a:r>
            <a:r>
              <a:rPr lang="zh-TW" altLang="en-US" sz="2600" b="1" kern="100" dirty="0">
                <a:solidFill>
                  <a:srgbClr val="FF0000"/>
                </a:solidFill>
                <a:effectLst/>
                <a:latin typeface="Courier New" panose="02070309020205020404" pitchFamily="49" charset="0"/>
                <a:ea typeface="標楷體" panose="03000509000000000000" pitchFamily="65" charset="-120"/>
              </a:rPr>
              <a:t>數字或字串都可，</a:t>
            </a:r>
            <a:r>
              <a:rPr lang="en-US" altLang="zh-TW" sz="2600" b="1" kern="100" dirty="0">
                <a:solidFill>
                  <a:srgbClr val="FF0000"/>
                </a:solidFill>
                <a:effectLst/>
                <a:latin typeface="Courier New" panose="02070309020205020404" pitchFamily="49" charset="0"/>
                <a:ea typeface="標楷體" panose="03000509000000000000" pitchFamily="65" charset="-120"/>
              </a:rPr>
              <a:t>demo)</a:t>
            </a:r>
            <a:endParaRPr lang="zh-TW" altLang="zh-TW" sz="26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endfor</a:t>
            </a:r>
            <a:r>
              <a:rPr lang="en-US" altLang="zh-TW" sz="1800"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borderWidth</a:t>
            </a:r>
            <a:r>
              <a:rPr lang="en-US" altLang="zh-TW" sz="1800" kern="100" dirty="0">
                <a:effectLst/>
                <a:latin typeface="Courier New" panose="02070309020205020404" pitchFamily="49" charset="0"/>
                <a:ea typeface="標楷體" panose="03000509000000000000" pitchFamily="65" charset="-120"/>
              </a:rPr>
              <a:t>: 1</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107376755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3259C48-BFF2-2A7B-CF28-6188BD878523}"/>
              </a:ext>
            </a:extLst>
          </p:cNvPr>
          <p:cNvSpPr>
            <a:spLocks noGrp="1"/>
          </p:cNvSpPr>
          <p:nvPr>
            <p:ph type="title"/>
          </p:nvPr>
        </p:nvSpPr>
        <p:spPr/>
        <p:txBody>
          <a:bodyPr/>
          <a:lstStyle/>
          <a:p>
            <a:r>
              <a:rPr lang="zh-TW" altLang="en-US"/>
              <a:t>第一版呈現的結果</a:t>
            </a:r>
          </a:p>
        </p:txBody>
      </p:sp>
      <p:sp>
        <p:nvSpPr>
          <p:cNvPr id="3" name="投影片編號版面配置區 2">
            <a:extLst>
              <a:ext uri="{FF2B5EF4-FFF2-40B4-BE49-F238E27FC236}">
                <a16:creationId xmlns:a16="http://schemas.microsoft.com/office/drawing/2014/main" id="{F5D1F5F4-6CF8-38BC-90B7-209E19DF390A}"/>
              </a:ext>
            </a:extLst>
          </p:cNvPr>
          <p:cNvSpPr>
            <a:spLocks noGrp="1"/>
          </p:cNvSpPr>
          <p:nvPr>
            <p:ph type="sldNum" sz="quarter" idx="12"/>
          </p:nvPr>
        </p:nvSpPr>
        <p:spPr/>
        <p:txBody>
          <a:bodyPr/>
          <a:lstStyle/>
          <a:p>
            <a:fld id="{369E457D-EE12-4164-8E32-9DDD40A95892}" type="slidenum">
              <a:rPr lang="zh-TW" altLang="en-US" smtClean="0"/>
              <a:pPr/>
              <a:t>89</a:t>
            </a:fld>
            <a:endParaRPr lang="zh-TW" altLang="en-US"/>
          </a:p>
        </p:txBody>
      </p:sp>
      <p:pic>
        <p:nvPicPr>
          <p:cNvPr id="5" name="內容版面配置區 4">
            <a:extLst>
              <a:ext uri="{FF2B5EF4-FFF2-40B4-BE49-F238E27FC236}">
                <a16:creationId xmlns:a16="http://schemas.microsoft.com/office/drawing/2014/main" id="{C468DC74-357F-5617-E5A0-10734B94A476}"/>
              </a:ext>
            </a:extLst>
          </p:cNvPr>
          <p:cNvPicPr>
            <a:picLocks noGrp="1" noChangeAspect="1"/>
          </p:cNvPicPr>
          <p:nvPr>
            <p:ph sz="quarter" idx="1"/>
          </p:nvPr>
        </p:nvPicPr>
        <p:blipFill>
          <a:blip r:embed="rId2"/>
          <a:stretch>
            <a:fillRect/>
          </a:stretch>
        </p:blipFill>
        <p:spPr>
          <a:xfrm>
            <a:off x="388721" y="1527175"/>
            <a:ext cx="8330045" cy="4572000"/>
          </a:xfrm>
          <a:prstGeom prst="rect">
            <a:avLst/>
          </a:prstGeom>
        </p:spPr>
      </p:pic>
    </p:spTree>
    <p:extLst>
      <p:ext uri="{BB962C8B-B14F-4D97-AF65-F5344CB8AC3E}">
        <p14:creationId xmlns:p14="http://schemas.microsoft.com/office/powerpoint/2010/main" val="203125634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245E611-F2A9-98D6-1DBE-D6B9775AE304}"/>
              </a:ext>
            </a:extLst>
          </p:cNvPr>
          <p:cNvSpPr>
            <a:spLocks noGrp="1"/>
          </p:cNvSpPr>
          <p:nvPr>
            <p:ph type="title"/>
          </p:nvPr>
        </p:nvSpPr>
        <p:spPr/>
        <p:txBody>
          <a:bodyPr/>
          <a:lstStyle/>
          <a:p>
            <a:r>
              <a:rPr lang="zh-TW" altLang="en-US"/>
              <a:t>改為橫條圖設定</a:t>
            </a:r>
          </a:p>
        </p:txBody>
      </p:sp>
      <p:sp>
        <p:nvSpPr>
          <p:cNvPr id="3" name="投影片編號版面配置區 2">
            <a:extLst>
              <a:ext uri="{FF2B5EF4-FFF2-40B4-BE49-F238E27FC236}">
                <a16:creationId xmlns:a16="http://schemas.microsoft.com/office/drawing/2014/main" id="{0B94907F-6FDD-8065-8F08-8B1BC9FCA575}"/>
              </a:ext>
            </a:extLst>
          </p:cNvPr>
          <p:cNvSpPr>
            <a:spLocks noGrp="1"/>
          </p:cNvSpPr>
          <p:nvPr>
            <p:ph type="sldNum" sz="quarter" idx="12"/>
          </p:nvPr>
        </p:nvSpPr>
        <p:spPr/>
        <p:txBody>
          <a:bodyPr/>
          <a:lstStyle/>
          <a:p>
            <a:fld id="{369E457D-EE12-4164-8E32-9DDD40A95892}" type="slidenum">
              <a:rPr lang="zh-TW" altLang="en-US" smtClean="0"/>
              <a:pPr/>
              <a:t>90</a:t>
            </a:fld>
            <a:endParaRPr lang="zh-TW" altLang="en-US"/>
          </a:p>
        </p:txBody>
      </p:sp>
      <p:sp>
        <p:nvSpPr>
          <p:cNvPr id="4" name="內容版面配置區 3">
            <a:extLst>
              <a:ext uri="{FF2B5EF4-FFF2-40B4-BE49-F238E27FC236}">
                <a16:creationId xmlns:a16="http://schemas.microsoft.com/office/drawing/2014/main" id="{E79A900A-4AD8-3B3A-E944-647F542589BD}"/>
              </a:ext>
            </a:extLst>
          </p:cNvPr>
          <p:cNvSpPr>
            <a:spLocks noGrp="1"/>
          </p:cNvSpPr>
          <p:nvPr>
            <p:ph sz="quarter" idx="1"/>
          </p:nvPr>
        </p:nvSpPr>
        <p:spPr>
          <a:xfrm>
            <a:off x="301752" y="1527048"/>
            <a:ext cx="8806752" cy="5102352"/>
          </a:xfrm>
        </p:spPr>
        <p:txBody>
          <a:bodyPr>
            <a:normAutofit/>
          </a:bodyPr>
          <a:lstStyle/>
          <a:p>
            <a:pPr marL="0" indent="0">
              <a:buNone/>
            </a:pPr>
            <a:r>
              <a:rPr lang="en-US" altLang="zh-TW" sz="1800" kern="100" dirty="0">
                <a:effectLst/>
                <a:latin typeface="Courier New" panose="02070309020205020404" pitchFamily="49" charset="0"/>
                <a:ea typeface="標楷體" panose="03000509000000000000" pitchFamily="65" charset="-120"/>
              </a:rPr>
              <a:t>options: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scales: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y: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beginAtZero</a:t>
            </a:r>
            <a:r>
              <a:rPr lang="en-US" altLang="zh-TW" sz="1800" kern="100" dirty="0">
                <a:effectLst/>
                <a:latin typeface="Courier New" panose="02070309020205020404" pitchFamily="49" charset="0"/>
                <a:ea typeface="標楷體" panose="03000509000000000000" pitchFamily="65" charset="-120"/>
              </a:rPr>
              <a:t>: true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6000" b="1" kern="100" dirty="0">
                <a:solidFill>
                  <a:srgbClr val="FF0000"/>
                </a:solidFill>
                <a:effectLst/>
                <a:latin typeface="Courier New" panose="02070309020205020404" pitchFamily="49" charset="0"/>
                <a:ea typeface="標楷體" panose="03000509000000000000" pitchFamily="65" charset="-120"/>
              </a:rPr>
              <a:t>,</a:t>
            </a:r>
            <a:r>
              <a:rPr lang="en-US" altLang="zh-TW" sz="2800" b="1" kern="100" dirty="0">
                <a:solidFill>
                  <a:srgbClr val="FF0000"/>
                </a:solidFill>
                <a:latin typeface="Courier New" panose="02070309020205020404" pitchFamily="49" charset="0"/>
                <a:ea typeface="標楷體" panose="03000509000000000000" pitchFamily="65" charset="-120"/>
              </a:rPr>
              <a:t> (scales</a:t>
            </a:r>
            <a:r>
              <a:rPr lang="zh-TW" altLang="en-US" sz="2800" b="1" kern="100" dirty="0">
                <a:solidFill>
                  <a:srgbClr val="FF0000"/>
                </a:solidFill>
                <a:latin typeface="Courier New" panose="02070309020205020404" pitchFamily="49" charset="0"/>
                <a:ea typeface="標楷體" panose="03000509000000000000" pitchFamily="65" charset="-120"/>
              </a:rPr>
              <a:t>括號外面，記得加逗點，這行和下行</a:t>
            </a:r>
            <a:r>
              <a:rPr lang="en-US" altLang="zh-TW" sz="2800" b="1" kern="100" dirty="0">
                <a:solidFill>
                  <a:srgbClr val="FF0000"/>
                </a:solidFill>
                <a:latin typeface="Courier New" panose="02070309020205020404" pitchFamily="49" charset="0"/>
                <a:ea typeface="標楷體" panose="03000509000000000000" pitchFamily="65" charset="-120"/>
              </a:rPr>
              <a:t>)</a:t>
            </a:r>
            <a:endParaRPr lang="zh-TW" altLang="zh-TW" sz="28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indexAxis</a:t>
            </a:r>
            <a:r>
              <a:rPr lang="en-US" altLang="zh-TW" sz="1800" kern="100" dirty="0">
                <a:solidFill>
                  <a:srgbClr val="FF0000"/>
                </a:solidFill>
                <a:effectLst/>
                <a:latin typeface="Courier New" panose="02070309020205020404" pitchFamily="49" charset="0"/>
                <a:ea typeface="標楷體" panose="03000509000000000000" pitchFamily="65" charset="-120"/>
              </a:rPr>
              <a:t>: 'y'</a:t>
            </a:r>
            <a:r>
              <a:rPr lang="en-US" altLang="zh-TW" sz="6000" kern="100" dirty="0">
                <a:solidFill>
                  <a:srgbClr val="FF0000"/>
                </a:solidFill>
                <a:effectLst/>
                <a:latin typeface="Courier New" panose="02070309020205020404" pitchFamily="49" charset="0"/>
                <a:ea typeface="標楷體" panose="03000509000000000000" pitchFamily="65" charset="-120"/>
              </a:rPr>
              <a:t>,</a:t>
            </a:r>
            <a:endParaRPr lang="zh-TW" altLang="zh-TW" sz="6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r>
              <a:rPr lang="zh-TW" altLang="en-US" dirty="0"/>
              <a:t>修正</a:t>
            </a:r>
            <a:r>
              <a:rPr lang="en-US" altLang="zh-TW" dirty="0"/>
              <a:t>canvas</a:t>
            </a:r>
            <a:r>
              <a:rPr lang="zh-TW" altLang="en-US" dirty="0"/>
              <a:t>的呈現比例</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&lt;canvas id="</a:t>
            </a:r>
            <a:r>
              <a:rPr lang="en-US" altLang="zh-TW" sz="1800" kern="100" dirty="0" err="1">
                <a:effectLst/>
                <a:latin typeface="Courier New" panose="02070309020205020404" pitchFamily="49" charset="0"/>
                <a:ea typeface="標楷體" panose="03000509000000000000" pitchFamily="65" charset="-120"/>
              </a:rPr>
              <a:t>myChart</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width=200 height=250</a:t>
            </a:r>
            <a:r>
              <a:rPr lang="en-US" altLang="zh-TW" sz="1800" kern="100" dirty="0">
                <a:effectLst/>
                <a:latin typeface="Courier New" panose="02070309020205020404" pitchFamily="49" charset="0"/>
                <a:ea typeface="標楷體" panose="03000509000000000000" pitchFamily="65" charset="-120"/>
              </a:rPr>
              <a:t>&gt;&lt;/canvas&gt;</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2346299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CE65DF4-C715-E73F-8FEC-1366ADF14BA5}"/>
              </a:ext>
            </a:extLst>
          </p:cNvPr>
          <p:cNvSpPr>
            <a:spLocks noGrp="1"/>
          </p:cNvSpPr>
          <p:nvPr>
            <p:ph type="title"/>
          </p:nvPr>
        </p:nvSpPr>
        <p:spPr/>
        <p:txBody>
          <a:bodyPr/>
          <a:lstStyle/>
          <a:p>
            <a:r>
              <a:rPr lang="zh-TW" altLang="en-US"/>
              <a:t>最終的版本</a:t>
            </a:r>
          </a:p>
        </p:txBody>
      </p:sp>
      <p:sp>
        <p:nvSpPr>
          <p:cNvPr id="3" name="投影片編號版面配置區 2">
            <a:extLst>
              <a:ext uri="{FF2B5EF4-FFF2-40B4-BE49-F238E27FC236}">
                <a16:creationId xmlns:a16="http://schemas.microsoft.com/office/drawing/2014/main" id="{002DB8BE-E3E5-7F8A-8526-4DD452B621EF}"/>
              </a:ext>
            </a:extLst>
          </p:cNvPr>
          <p:cNvSpPr>
            <a:spLocks noGrp="1"/>
          </p:cNvSpPr>
          <p:nvPr>
            <p:ph type="sldNum" sz="quarter" idx="12"/>
          </p:nvPr>
        </p:nvSpPr>
        <p:spPr/>
        <p:txBody>
          <a:bodyPr/>
          <a:lstStyle/>
          <a:p>
            <a:fld id="{369E457D-EE12-4164-8E32-9DDD40A95892}" type="slidenum">
              <a:rPr lang="zh-TW" altLang="en-US" smtClean="0"/>
              <a:pPr/>
              <a:t>91</a:t>
            </a:fld>
            <a:endParaRPr lang="zh-TW" altLang="en-US"/>
          </a:p>
        </p:txBody>
      </p:sp>
      <p:pic>
        <p:nvPicPr>
          <p:cNvPr id="5" name="內容版面配置區 4">
            <a:extLst>
              <a:ext uri="{FF2B5EF4-FFF2-40B4-BE49-F238E27FC236}">
                <a16:creationId xmlns:a16="http://schemas.microsoft.com/office/drawing/2014/main" id="{FF5706B2-3908-56A4-D1C0-C410D822A729}"/>
              </a:ext>
            </a:extLst>
          </p:cNvPr>
          <p:cNvPicPr>
            <a:picLocks noGrp="1" noChangeAspect="1"/>
          </p:cNvPicPr>
          <p:nvPr>
            <p:ph sz="quarter" idx="1"/>
          </p:nvPr>
        </p:nvPicPr>
        <p:blipFill>
          <a:blip r:embed="rId2"/>
          <a:stretch>
            <a:fillRect/>
          </a:stretch>
        </p:blipFill>
        <p:spPr>
          <a:xfrm>
            <a:off x="899592" y="1467696"/>
            <a:ext cx="7085616" cy="5057647"/>
          </a:xfrm>
          <a:prstGeom prst="rect">
            <a:avLst/>
          </a:prstGeom>
        </p:spPr>
      </p:pic>
    </p:spTree>
    <p:extLst>
      <p:ext uri="{BB962C8B-B14F-4D97-AF65-F5344CB8AC3E}">
        <p14:creationId xmlns:p14="http://schemas.microsoft.com/office/powerpoint/2010/main" val="17316520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EE8B921-71E5-4715-CD70-74D5FB363DB0}"/>
              </a:ext>
            </a:extLst>
          </p:cNvPr>
          <p:cNvSpPr>
            <a:spLocks noGrp="1"/>
          </p:cNvSpPr>
          <p:nvPr>
            <p:ph type="title"/>
          </p:nvPr>
        </p:nvSpPr>
        <p:spPr/>
        <p:txBody>
          <a:bodyPr/>
          <a:lstStyle/>
          <a:p>
            <a:r>
              <a:rPr lang="zh-TW" altLang="en-US"/>
              <a:t>安裝</a:t>
            </a:r>
            <a:r>
              <a:rPr lang="en-US" altLang="zh-TW"/>
              <a:t>Plotly</a:t>
            </a:r>
            <a:endParaRPr lang="zh-TW" altLang="en-US"/>
          </a:p>
        </p:txBody>
      </p:sp>
      <p:sp>
        <p:nvSpPr>
          <p:cNvPr id="3" name="投影片編號版面配置區 2">
            <a:extLst>
              <a:ext uri="{FF2B5EF4-FFF2-40B4-BE49-F238E27FC236}">
                <a16:creationId xmlns:a16="http://schemas.microsoft.com/office/drawing/2014/main" id="{AE4C06AE-0B2A-8692-7A41-B925E0C00E53}"/>
              </a:ext>
            </a:extLst>
          </p:cNvPr>
          <p:cNvSpPr>
            <a:spLocks noGrp="1"/>
          </p:cNvSpPr>
          <p:nvPr>
            <p:ph type="sldNum" sz="quarter" idx="12"/>
          </p:nvPr>
        </p:nvSpPr>
        <p:spPr/>
        <p:txBody>
          <a:bodyPr/>
          <a:lstStyle/>
          <a:p>
            <a:fld id="{369E457D-EE12-4164-8E32-9DDD40A95892}" type="slidenum">
              <a:rPr lang="zh-TW" altLang="en-US" smtClean="0"/>
              <a:pPr/>
              <a:t>92</a:t>
            </a:fld>
            <a:endParaRPr lang="zh-TW" altLang="en-US"/>
          </a:p>
        </p:txBody>
      </p:sp>
      <p:sp>
        <p:nvSpPr>
          <p:cNvPr id="4" name="內容版面配置區 3">
            <a:extLst>
              <a:ext uri="{FF2B5EF4-FFF2-40B4-BE49-F238E27FC236}">
                <a16:creationId xmlns:a16="http://schemas.microsoft.com/office/drawing/2014/main" id="{26948799-E967-EC93-07A6-206D82BC60B2}"/>
              </a:ext>
            </a:extLst>
          </p:cNvPr>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(dj4ch09) D:\dj4book\dj4ch09\dj4ch09&gt;</a:t>
            </a:r>
            <a:r>
              <a:rPr lang="en-US" altLang="zh-TW" sz="1800" kern="100" dirty="0">
                <a:solidFill>
                  <a:srgbClr val="FF0000"/>
                </a:solidFill>
                <a:effectLst/>
                <a:latin typeface="Courier New" panose="02070309020205020404" pitchFamily="49" charset="0"/>
                <a:ea typeface="標楷體" panose="03000509000000000000" pitchFamily="65" charset="-120"/>
              </a:rPr>
              <a:t>pip install </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Collecting </a:t>
            </a:r>
            <a:r>
              <a:rPr lang="en-US" altLang="zh-TW" sz="1800" kern="100" dirty="0" err="1">
                <a:effectLst/>
                <a:latin typeface="Courier New" panose="02070309020205020404" pitchFamily="49" charset="0"/>
                <a:ea typeface="標楷體" panose="03000509000000000000" pitchFamily="65" charset="-120"/>
              </a:rPr>
              <a:t>plotly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Downloading plotly-5.13.0-py2.py3-none-any.whl (15.2 MB)</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---------------------------------------- 15.2/15.2 MB 4.5 MB/s eta 0:00:00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Collecting tenacity&gt;=6.2.0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Downloading tenacity-8.1.0-py3-none-any.whl (23 kB)</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Installing collected packages: tenacity, </a:t>
            </a:r>
            <a:r>
              <a:rPr lang="en-US" altLang="zh-TW" sz="1800" kern="100" dirty="0" err="1">
                <a:effectLst/>
                <a:latin typeface="Courier New" panose="02070309020205020404" pitchFamily="49" charset="0"/>
                <a:ea typeface="標楷體" panose="03000509000000000000" pitchFamily="65" charset="-120"/>
              </a:rPr>
              <a:t>plotly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Successfully installed plotly-5.13.0 tenacity-8.1.0</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13960460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399405E-6F79-B75F-E648-ED9E21775CDF}"/>
              </a:ext>
            </a:extLst>
          </p:cNvPr>
          <p:cNvSpPr>
            <a:spLocks noGrp="1"/>
          </p:cNvSpPr>
          <p:nvPr>
            <p:ph type="title"/>
          </p:nvPr>
        </p:nvSpPr>
        <p:spPr/>
        <p:txBody>
          <a:bodyPr/>
          <a:lstStyle/>
          <a:p>
            <a:r>
              <a:rPr lang="zh-TW" altLang="en-US"/>
              <a:t>加入相關設定</a:t>
            </a:r>
          </a:p>
        </p:txBody>
      </p:sp>
      <p:sp>
        <p:nvSpPr>
          <p:cNvPr id="3" name="投影片編號版面配置區 2">
            <a:extLst>
              <a:ext uri="{FF2B5EF4-FFF2-40B4-BE49-F238E27FC236}">
                <a16:creationId xmlns:a16="http://schemas.microsoft.com/office/drawing/2014/main" id="{7D32A0F5-B3DE-BE5D-CF3B-898013F7FEC5}"/>
              </a:ext>
            </a:extLst>
          </p:cNvPr>
          <p:cNvSpPr>
            <a:spLocks noGrp="1"/>
          </p:cNvSpPr>
          <p:nvPr>
            <p:ph type="sldNum" sz="quarter" idx="12"/>
          </p:nvPr>
        </p:nvSpPr>
        <p:spPr/>
        <p:txBody>
          <a:bodyPr/>
          <a:lstStyle/>
          <a:p>
            <a:fld id="{369E457D-EE12-4164-8E32-9DDD40A95892}" type="slidenum">
              <a:rPr lang="zh-TW" altLang="en-US" smtClean="0"/>
              <a:pPr/>
              <a:t>93</a:t>
            </a:fld>
            <a:endParaRPr lang="zh-TW" altLang="en-US"/>
          </a:p>
        </p:txBody>
      </p:sp>
      <p:sp>
        <p:nvSpPr>
          <p:cNvPr id="4" name="內容版面配置區 3">
            <a:extLst>
              <a:ext uri="{FF2B5EF4-FFF2-40B4-BE49-F238E27FC236}">
                <a16:creationId xmlns:a16="http://schemas.microsoft.com/office/drawing/2014/main" id="{55F47346-395C-0C3B-1509-94436A755798}"/>
              </a:ext>
            </a:extLst>
          </p:cNvPr>
          <p:cNvSpPr>
            <a:spLocks noGrp="1"/>
          </p:cNvSpPr>
          <p:nvPr>
            <p:ph sz="quarter" idx="1"/>
          </p:nvPr>
        </p:nvSpPr>
        <p:spPr/>
        <p:txBody>
          <a:bodyPr/>
          <a:lstStyle/>
          <a:p>
            <a:r>
              <a:rPr lang="en-US" altLang="zh-TW" dirty="0"/>
              <a:t>urls.py</a:t>
            </a: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path('</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views.plotly</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en-US" altLang="zh-TW" dirty="0">
              <a:solidFill>
                <a:srgbClr val="FF0000"/>
              </a:solidFill>
            </a:endParaRPr>
          </a:p>
          <a:p>
            <a:r>
              <a:rPr lang="en-US" altLang="zh-TW" dirty="0"/>
              <a:t>header.html</a:t>
            </a: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&lt;li class="nav-item"&gt;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800" kern="100" dirty="0" err="1">
                <a:solidFill>
                  <a:srgbClr val="FF0000"/>
                </a:solidFill>
                <a:effectLst/>
                <a:latin typeface="Courier New" panose="02070309020205020404" pitchFamily="49" charset="0"/>
                <a:ea typeface="標楷體" panose="03000509000000000000" pitchFamily="65" charset="-120"/>
              </a:rPr>
              <a:t>href</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r>
              <a:rPr lang="en-US" altLang="zh-TW" sz="1800" kern="100" dirty="0">
                <a:solidFill>
                  <a:srgbClr val="FF0000"/>
                </a:solidFill>
                <a:effectLst/>
                <a:latin typeface="Courier New" panose="02070309020205020404" pitchFamily="49" charset="0"/>
                <a:ea typeface="標楷體" panose="03000509000000000000" pitchFamily="65" charset="-120"/>
              </a:rPr>
              <a:t>/"&gt;</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r>
              <a:rPr lang="zh-TW" altLang="zh-TW" sz="1800" kern="100" dirty="0">
                <a:solidFill>
                  <a:srgbClr val="FF0000"/>
                </a:solidFill>
                <a:effectLst/>
                <a:latin typeface="Courier New" panose="02070309020205020404" pitchFamily="49" charset="0"/>
                <a:ea typeface="標楷體" panose="03000509000000000000" pitchFamily="65" charset="-120"/>
              </a:rPr>
              <a:t>繪圖</a:t>
            </a:r>
            <a:r>
              <a:rPr lang="en-US" altLang="zh-TW" sz="1800" kern="100" dirty="0">
                <a:solidFill>
                  <a:srgbClr val="FF0000"/>
                </a:solidFill>
                <a:effectLst/>
                <a:latin typeface="Courier New" panose="02070309020205020404" pitchFamily="49" charset="0"/>
                <a:ea typeface="標楷體" panose="03000509000000000000" pitchFamily="65" charset="-120"/>
              </a:rPr>
              <a:t>&lt;/a&gt;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rPr>
              <a:t>&lt;/li&gt;</a:t>
            </a:r>
            <a:endParaRPr lang="zh-TW" altLang="en-US" dirty="0">
              <a:solidFill>
                <a:srgbClr val="FF0000"/>
              </a:solidFill>
            </a:endParaRPr>
          </a:p>
        </p:txBody>
      </p:sp>
    </p:spTree>
    <p:extLst>
      <p:ext uri="{BB962C8B-B14F-4D97-AF65-F5344CB8AC3E}">
        <p14:creationId xmlns:p14="http://schemas.microsoft.com/office/powerpoint/2010/main" val="382802228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4D6790-5DCE-3EFD-2DCE-1B54D62034C8}"/>
              </a:ext>
            </a:extLst>
          </p:cNvPr>
          <p:cNvSpPr>
            <a:spLocks noGrp="1"/>
          </p:cNvSpPr>
          <p:nvPr>
            <p:ph type="title"/>
          </p:nvPr>
        </p:nvSpPr>
        <p:spPr/>
        <p:txBody>
          <a:bodyPr/>
          <a:lstStyle/>
          <a:p>
            <a:r>
              <a:rPr lang="en-US" altLang="zh-TW"/>
              <a:t>views.py</a:t>
            </a:r>
            <a:r>
              <a:rPr lang="zh-TW" altLang="en-US"/>
              <a:t>中的</a:t>
            </a:r>
            <a:r>
              <a:rPr lang="en-US" altLang="zh-TW"/>
              <a:t>plotly</a:t>
            </a:r>
            <a:r>
              <a:rPr lang="zh-TW" altLang="en-US"/>
              <a:t>函式</a:t>
            </a:r>
          </a:p>
        </p:txBody>
      </p:sp>
      <p:sp>
        <p:nvSpPr>
          <p:cNvPr id="3" name="投影片編號版面配置區 2">
            <a:extLst>
              <a:ext uri="{FF2B5EF4-FFF2-40B4-BE49-F238E27FC236}">
                <a16:creationId xmlns:a16="http://schemas.microsoft.com/office/drawing/2014/main" id="{515350AD-8A83-FE40-140F-51FB705E983E}"/>
              </a:ext>
            </a:extLst>
          </p:cNvPr>
          <p:cNvSpPr>
            <a:spLocks noGrp="1"/>
          </p:cNvSpPr>
          <p:nvPr>
            <p:ph type="sldNum" sz="quarter" idx="12"/>
          </p:nvPr>
        </p:nvSpPr>
        <p:spPr/>
        <p:txBody>
          <a:bodyPr/>
          <a:lstStyle/>
          <a:p>
            <a:fld id="{369E457D-EE12-4164-8E32-9DDD40A95892}" type="slidenum">
              <a:rPr lang="zh-TW" altLang="en-US" smtClean="0"/>
              <a:pPr/>
              <a:t>94</a:t>
            </a:fld>
            <a:endParaRPr lang="zh-TW" altLang="en-US"/>
          </a:p>
        </p:txBody>
      </p:sp>
      <p:sp>
        <p:nvSpPr>
          <p:cNvPr id="4" name="內容版面配置區 3">
            <a:extLst>
              <a:ext uri="{FF2B5EF4-FFF2-40B4-BE49-F238E27FC236}">
                <a16:creationId xmlns:a16="http://schemas.microsoft.com/office/drawing/2014/main" id="{0FB9AFA3-0FEF-8D5B-2A03-E4DDBD6E3B61}"/>
              </a:ext>
            </a:extLst>
          </p:cNvPr>
          <p:cNvSpPr>
            <a:spLocks noGrp="1"/>
          </p:cNvSpPr>
          <p:nvPr>
            <p:ph sz="quarter" idx="1"/>
          </p:nvPr>
        </p:nvSpPr>
        <p:spPr>
          <a:xfrm>
            <a:off x="0" y="1527048"/>
            <a:ext cx="9036496" cy="4572000"/>
          </a:xfrm>
        </p:spPr>
        <p:txBody>
          <a:bodyPr>
            <a:normAutofit fontScale="77500" lnSpcReduction="20000"/>
          </a:bodyPr>
          <a:lstStyle/>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from </a:t>
            </a:r>
            <a:r>
              <a:rPr lang="en-US" altLang="zh-TW" sz="1800" kern="100" dirty="0" err="1">
                <a:solidFill>
                  <a:srgbClr val="FF0000"/>
                </a:solidFill>
                <a:effectLst/>
                <a:latin typeface="Courier New" panose="02070309020205020404" pitchFamily="49" charset="0"/>
                <a:ea typeface="標楷體" panose="03000509000000000000" pitchFamily="65" charset="-120"/>
              </a:rPr>
              <a:t>plotly.offline</a:t>
            </a:r>
            <a:r>
              <a:rPr lang="en-US" altLang="zh-TW" sz="1800" kern="100" dirty="0">
                <a:solidFill>
                  <a:srgbClr val="FF0000"/>
                </a:solidFill>
                <a:effectLst/>
                <a:latin typeface="Courier New" panose="02070309020205020404" pitchFamily="49" charset="0"/>
                <a:ea typeface="標楷體" panose="03000509000000000000" pitchFamily="65" charset="-120"/>
              </a:rPr>
              <a:t> import plot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import </a:t>
            </a:r>
            <a:r>
              <a:rPr lang="en-US" altLang="zh-TW" sz="1800" kern="100" dirty="0" err="1">
                <a:solidFill>
                  <a:srgbClr val="FF0000"/>
                </a:solidFill>
                <a:effectLst/>
                <a:latin typeface="Courier New" panose="02070309020205020404" pitchFamily="49" charset="0"/>
                <a:ea typeface="標楷體" panose="03000509000000000000" pitchFamily="65" charset="-120"/>
              </a:rPr>
              <a:t>plotly.graph_objs</a:t>
            </a:r>
            <a:r>
              <a:rPr lang="en-US" altLang="zh-TW" sz="1800" kern="100" dirty="0">
                <a:solidFill>
                  <a:srgbClr val="FF0000"/>
                </a:solidFill>
                <a:effectLst/>
                <a:latin typeface="Courier New" panose="02070309020205020404" pitchFamily="49" charset="0"/>
                <a:ea typeface="標楷體" panose="03000509000000000000" pitchFamily="65" charset="-120"/>
              </a:rPr>
              <a:t> as go</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import </a:t>
            </a:r>
            <a:r>
              <a:rPr lang="en-US" altLang="zh-TW" sz="1800" kern="100" dirty="0" err="1">
                <a:solidFill>
                  <a:srgbClr val="FF0000"/>
                </a:solidFill>
                <a:effectLst/>
                <a:latin typeface="Courier New" panose="02070309020205020404" pitchFamily="49" charset="0"/>
                <a:ea typeface="標楷體" panose="03000509000000000000" pitchFamily="65" charset="-120"/>
              </a:rPr>
              <a:t>numpy</a:t>
            </a:r>
            <a:r>
              <a:rPr lang="en-US" altLang="zh-TW" sz="1800" kern="100" dirty="0">
                <a:solidFill>
                  <a:srgbClr val="FF0000"/>
                </a:solidFill>
                <a:effectLst/>
                <a:latin typeface="Courier New" panose="02070309020205020404" pitchFamily="49" charset="0"/>
                <a:ea typeface="標楷體" panose="03000509000000000000" pitchFamily="65" charset="-120"/>
              </a:rPr>
              <a:t> as np</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def </a:t>
            </a:r>
            <a:r>
              <a:rPr lang="en-US" altLang="zh-TW" sz="1800" kern="100" dirty="0" err="1">
                <a:effectLst/>
                <a:latin typeface="Courier New" panose="02070309020205020404" pitchFamily="49" charset="0"/>
                <a:ea typeface="標楷體" panose="03000509000000000000" pitchFamily="65" charset="-120"/>
              </a:rPr>
              <a:t>plotly</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 </a:t>
            </a:r>
            <a:r>
              <a:rPr lang="en-US" altLang="zh-TW" sz="1800" kern="100" dirty="0" err="1">
                <a:effectLst/>
                <a:latin typeface="Courier New" panose="02070309020205020404" pitchFamily="49" charset="0"/>
                <a:ea typeface="標楷體" panose="03000509000000000000" pitchFamily="65" charset="-120"/>
              </a:rPr>
              <a:t>models.Vote.objects.all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dirty="0"/>
              <a:t>    </a:t>
            </a:r>
            <a:r>
              <a:rPr lang="en-US" altLang="zh-TW" dirty="0">
                <a:solidFill>
                  <a:srgbClr val="FF0000"/>
                </a:solidFill>
              </a:rPr>
              <a:t>x = [</a:t>
            </a:r>
            <a:r>
              <a:rPr lang="en-US" altLang="zh-TW" dirty="0" err="1">
                <a:solidFill>
                  <a:srgbClr val="FF0000"/>
                </a:solidFill>
              </a:rPr>
              <a:t>d.votes</a:t>
            </a:r>
            <a:r>
              <a:rPr lang="en-US" altLang="zh-TW" dirty="0">
                <a:solidFill>
                  <a:srgbClr val="FF0000"/>
                </a:solidFill>
              </a:rPr>
              <a:t> for d in data]</a:t>
            </a:r>
          </a:p>
          <a:p>
            <a:pPr marL="0" indent="0">
              <a:buNone/>
            </a:pPr>
            <a:r>
              <a:rPr lang="en-US" altLang="zh-TW" dirty="0">
                <a:solidFill>
                  <a:srgbClr val="FF0000"/>
                </a:solidFill>
              </a:rPr>
              <a:t>    y = [d.name for d in data]</a:t>
            </a:r>
            <a:r>
              <a:rPr lang="zh-TW" altLang="en-US" dirty="0"/>
              <a:t> </a:t>
            </a:r>
            <a:r>
              <a:rPr lang="en-US" altLang="zh-TW" dirty="0"/>
              <a:t>[::-1]</a:t>
            </a:r>
            <a:endParaRPr lang="en-US" altLang="zh-TW" dirty="0">
              <a:solidFill>
                <a:srgbClr val="FF0000"/>
              </a:solidFill>
            </a:endParaRPr>
          </a:p>
          <a:p>
            <a:pPr marL="0" indent="0">
              <a:buNone/>
            </a:pPr>
            <a:r>
              <a:rPr lang="en-US" altLang="zh-TW" dirty="0">
                <a:solidFill>
                  <a:srgbClr val="FF0000"/>
                </a:solidFill>
              </a:rPr>
              <a:t>    trace = </a:t>
            </a:r>
            <a:r>
              <a:rPr lang="en-US" altLang="zh-TW" dirty="0" err="1">
                <a:solidFill>
                  <a:srgbClr val="FF0000"/>
                </a:solidFill>
              </a:rPr>
              <a:t>go.Bar</a:t>
            </a:r>
            <a:r>
              <a:rPr lang="en-US" altLang="zh-TW" dirty="0">
                <a:solidFill>
                  <a:srgbClr val="FF0000"/>
                </a:solidFill>
              </a:rPr>
              <a:t>(x=x, y=y, name='2022', orientation='h')</a:t>
            </a:r>
          </a:p>
          <a:p>
            <a:pPr marL="0" indent="0">
              <a:buNone/>
            </a:pPr>
            <a:r>
              <a:rPr lang="en-US" altLang="zh-TW" dirty="0">
                <a:solidFill>
                  <a:srgbClr val="FF0000"/>
                </a:solidFill>
              </a:rPr>
              <a:t>    layout = </a:t>
            </a:r>
            <a:r>
              <a:rPr lang="en-US" altLang="zh-TW" dirty="0" err="1">
                <a:solidFill>
                  <a:srgbClr val="FF0000"/>
                </a:solidFill>
              </a:rPr>
              <a:t>go.Layout</a:t>
            </a:r>
            <a:r>
              <a:rPr lang="en-US" altLang="zh-TW" dirty="0">
                <a:solidFill>
                  <a:srgbClr val="FF0000"/>
                </a:solidFill>
              </a:rPr>
              <a:t>(title='2022</a:t>
            </a:r>
            <a:r>
              <a:rPr lang="zh-TW" altLang="en-US" dirty="0">
                <a:solidFill>
                  <a:srgbClr val="FF0000"/>
                </a:solidFill>
              </a:rPr>
              <a:t>年高雄市左楠區市議員選舉得票數</a:t>
            </a:r>
            <a:r>
              <a:rPr lang="en-US" altLang="zh-TW" dirty="0">
                <a:solidFill>
                  <a:srgbClr val="FF0000"/>
                </a:solidFill>
              </a:rPr>
              <a:t>',</a:t>
            </a:r>
          </a:p>
          <a:p>
            <a:pPr marL="0" indent="0">
              <a:buNone/>
            </a:pPr>
            <a:r>
              <a:rPr lang="en-US" altLang="zh-TW" dirty="0">
                <a:solidFill>
                  <a:srgbClr val="FF0000"/>
                </a:solidFill>
              </a:rPr>
              <a:t>                       height=600)</a:t>
            </a:r>
          </a:p>
          <a:p>
            <a:pPr marL="0" indent="0">
              <a:buNone/>
            </a:pPr>
            <a:r>
              <a:rPr lang="en-US" altLang="zh-TW" dirty="0">
                <a:solidFill>
                  <a:srgbClr val="FF0000"/>
                </a:solidFill>
              </a:rPr>
              <a:t>    fig = </a:t>
            </a:r>
            <a:r>
              <a:rPr lang="en-US" altLang="zh-TW" dirty="0" err="1">
                <a:solidFill>
                  <a:srgbClr val="FF0000"/>
                </a:solidFill>
              </a:rPr>
              <a:t>go.Figure</a:t>
            </a:r>
            <a:r>
              <a:rPr lang="en-US" altLang="zh-TW" dirty="0">
                <a:solidFill>
                  <a:srgbClr val="FF0000"/>
                </a:solidFill>
              </a:rPr>
              <a:t>(data=[trace], layout=layout)</a:t>
            </a:r>
          </a:p>
          <a:p>
            <a:pPr marL="0" indent="0">
              <a:buNone/>
            </a:pPr>
            <a:r>
              <a:rPr lang="en-US" altLang="zh-TW" dirty="0">
                <a:solidFill>
                  <a:srgbClr val="FF0000"/>
                </a:solidFill>
              </a:rPr>
              <a:t>    </a:t>
            </a:r>
            <a:r>
              <a:rPr lang="en-US" altLang="zh-TW" dirty="0" err="1">
                <a:solidFill>
                  <a:srgbClr val="FF0000"/>
                </a:solidFill>
              </a:rPr>
              <a:t>plot_div</a:t>
            </a:r>
            <a:r>
              <a:rPr lang="en-US" altLang="zh-TW" dirty="0">
                <a:solidFill>
                  <a:srgbClr val="FF0000"/>
                </a:solidFill>
              </a:rPr>
              <a:t> = plot(fig, </a:t>
            </a:r>
            <a:r>
              <a:rPr lang="en-US" altLang="zh-TW" dirty="0" err="1">
                <a:solidFill>
                  <a:srgbClr val="FF0000"/>
                </a:solidFill>
              </a:rPr>
              <a:t>output_type</a:t>
            </a:r>
            <a:r>
              <a:rPr lang="en-US" altLang="zh-TW" dirty="0">
                <a:solidFill>
                  <a:srgbClr val="FF0000"/>
                </a:solidFill>
              </a:rPr>
              <a:t>='div')</a:t>
            </a:r>
          </a:p>
          <a:p>
            <a:pPr marL="0" indent="0">
              <a:buNone/>
            </a:pPr>
            <a:endParaRPr lang="en-US"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return render(request, "plotly.html", locals())</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434669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50A1019-8FED-7FD2-D4FF-A3826BC159EB}"/>
              </a:ext>
            </a:extLst>
          </p:cNvPr>
          <p:cNvSpPr>
            <a:spLocks noGrp="1"/>
          </p:cNvSpPr>
          <p:nvPr>
            <p:ph type="title"/>
          </p:nvPr>
        </p:nvSpPr>
        <p:spPr/>
        <p:txBody>
          <a:bodyPr/>
          <a:lstStyle/>
          <a:p>
            <a:r>
              <a:rPr lang="en-US" altLang="zh-TW"/>
              <a:t>plotly.html</a:t>
            </a:r>
            <a:endParaRPr lang="zh-TW" altLang="en-US"/>
          </a:p>
        </p:txBody>
      </p:sp>
      <p:sp>
        <p:nvSpPr>
          <p:cNvPr id="3" name="投影片編號版面配置區 2">
            <a:extLst>
              <a:ext uri="{FF2B5EF4-FFF2-40B4-BE49-F238E27FC236}">
                <a16:creationId xmlns:a16="http://schemas.microsoft.com/office/drawing/2014/main" id="{8CA0D0EC-D195-8C3C-CCE1-6C5D856DFE9A}"/>
              </a:ext>
            </a:extLst>
          </p:cNvPr>
          <p:cNvSpPr>
            <a:spLocks noGrp="1"/>
          </p:cNvSpPr>
          <p:nvPr>
            <p:ph type="sldNum" sz="quarter" idx="12"/>
          </p:nvPr>
        </p:nvSpPr>
        <p:spPr/>
        <p:txBody>
          <a:bodyPr/>
          <a:lstStyle/>
          <a:p>
            <a:fld id="{369E457D-EE12-4164-8E32-9DDD40A95892}" type="slidenum">
              <a:rPr lang="zh-TW" altLang="en-US" smtClean="0"/>
              <a:pPr/>
              <a:t>95</a:t>
            </a:fld>
            <a:endParaRPr lang="zh-TW" altLang="en-US"/>
          </a:p>
        </p:txBody>
      </p:sp>
      <p:sp>
        <p:nvSpPr>
          <p:cNvPr id="4" name="內容版面配置區 3">
            <a:extLst>
              <a:ext uri="{FF2B5EF4-FFF2-40B4-BE49-F238E27FC236}">
                <a16:creationId xmlns:a16="http://schemas.microsoft.com/office/drawing/2014/main" id="{19D52CE4-E1D5-638D-41BD-557DFA206310}"/>
              </a:ext>
            </a:extLst>
          </p:cNvPr>
          <p:cNvSpPr>
            <a:spLocks noGrp="1"/>
          </p:cNvSpPr>
          <p:nvPr>
            <p:ph sz="quarter" idx="1"/>
          </p:nvPr>
        </p:nvSpPr>
        <p:spPr/>
        <p:txBody>
          <a:bodyPr/>
          <a:lstStyle/>
          <a:p>
            <a:r>
              <a:rPr lang="en-US" altLang="zh-TW" dirty="0"/>
              <a:t> </a:t>
            </a:r>
            <a:r>
              <a:rPr lang="zh-TW" altLang="en-US" dirty="0"/>
              <a:t>沿用</a:t>
            </a:r>
            <a:r>
              <a:rPr lang="en-US" altLang="zh-TW" dirty="0"/>
              <a:t>votes.html</a:t>
            </a:r>
            <a:r>
              <a:rPr lang="zh-TW" altLang="en-US" dirty="0"/>
              <a:t>，加入以下的修改即可：</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&lt;div class="col-md-6"&gt;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b="1" kern="100" dirty="0">
                <a:effectLst/>
                <a:latin typeface="Courier New" panose="02070309020205020404" pitchFamily="49" charset="0"/>
                <a:ea typeface="標楷體" panose="03000509000000000000" pitchFamily="65" charset="-120"/>
              </a:rPr>
              <a:t>  </a:t>
            </a:r>
            <a:r>
              <a:rPr lang="en-US" altLang="zh-TW" sz="1800" b="1" kern="100" dirty="0">
                <a:solidFill>
                  <a:srgbClr val="FF0000"/>
                </a:solidFill>
                <a:effectLst/>
                <a:latin typeface="Courier New" panose="02070309020205020404" pitchFamily="49" charset="0"/>
                <a:ea typeface="標楷體" panose="03000509000000000000" pitchFamily="65" charset="-120"/>
              </a:rPr>
              <a:t>{% </a:t>
            </a:r>
            <a:r>
              <a:rPr lang="en-US" altLang="zh-TW" sz="1800" b="1" kern="100" dirty="0" err="1">
                <a:solidFill>
                  <a:srgbClr val="FF0000"/>
                </a:solidFill>
                <a:effectLst/>
                <a:latin typeface="Courier New" panose="02070309020205020404" pitchFamily="49" charset="0"/>
                <a:ea typeface="標楷體" panose="03000509000000000000" pitchFamily="65" charset="-120"/>
              </a:rPr>
              <a:t>autoescape</a:t>
            </a:r>
            <a:r>
              <a:rPr lang="en-US" altLang="zh-TW" sz="1800" b="1" kern="100" dirty="0">
                <a:solidFill>
                  <a:srgbClr val="FF0000"/>
                </a:solidFill>
                <a:effectLst/>
                <a:latin typeface="Courier New" panose="02070309020205020404" pitchFamily="49" charset="0"/>
                <a:ea typeface="標楷體" panose="03000509000000000000" pitchFamily="65" charset="-120"/>
              </a:rPr>
              <a:t> off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b="1" kern="100" dirty="0">
                <a:solidFill>
                  <a:srgbClr val="FF0000"/>
                </a:solidFill>
                <a:effectLst/>
                <a:latin typeface="Courier New" panose="02070309020205020404" pitchFamily="49" charset="0"/>
                <a:ea typeface="標楷體" panose="03000509000000000000" pitchFamily="65" charset="-120"/>
              </a:rPr>
              <a:t>  {{ </a:t>
            </a:r>
            <a:r>
              <a:rPr lang="en-US" altLang="zh-TW" sz="1800" b="1" kern="100" dirty="0" err="1">
                <a:solidFill>
                  <a:srgbClr val="FF0000"/>
                </a:solidFill>
                <a:effectLst/>
                <a:latin typeface="Courier New" panose="02070309020205020404" pitchFamily="49" charset="0"/>
                <a:ea typeface="標楷體" panose="03000509000000000000" pitchFamily="65" charset="-120"/>
              </a:rPr>
              <a:t>plot_div</a:t>
            </a:r>
            <a:r>
              <a:rPr lang="en-US" altLang="zh-TW" sz="1800" b="1"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b="1" kern="100" dirty="0">
                <a:solidFill>
                  <a:srgbClr val="FF0000"/>
                </a:solidFill>
                <a:effectLst/>
                <a:latin typeface="Courier New" panose="02070309020205020404" pitchFamily="49" charset="0"/>
                <a:ea typeface="標楷體" panose="03000509000000000000" pitchFamily="65" charset="-120"/>
              </a:rPr>
              <a:t>  {% </a:t>
            </a:r>
            <a:r>
              <a:rPr lang="en-US" altLang="zh-TW" sz="1800" b="1" kern="100" dirty="0" err="1">
                <a:solidFill>
                  <a:srgbClr val="FF0000"/>
                </a:solidFill>
                <a:effectLst/>
                <a:latin typeface="Courier New" panose="02070309020205020404" pitchFamily="49" charset="0"/>
                <a:ea typeface="標楷體" panose="03000509000000000000" pitchFamily="65" charset="-120"/>
              </a:rPr>
              <a:t>endautoescape</a:t>
            </a:r>
            <a:r>
              <a:rPr lang="en-US" altLang="zh-TW" sz="1800" b="1"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pic>
        <p:nvPicPr>
          <p:cNvPr id="7" name="圖片 6">
            <a:extLst>
              <a:ext uri="{FF2B5EF4-FFF2-40B4-BE49-F238E27FC236}">
                <a16:creationId xmlns:a16="http://schemas.microsoft.com/office/drawing/2014/main" id="{9E20FF76-5071-35A3-B1EA-048237C842FB}"/>
              </a:ext>
            </a:extLst>
          </p:cNvPr>
          <p:cNvPicPr>
            <a:picLocks noChangeAspect="1"/>
          </p:cNvPicPr>
          <p:nvPr/>
        </p:nvPicPr>
        <p:blipFill>
          <a:blip r:embed="rId3"/>
          <a:stretch>
            <a:fillRect/>
          </a:stretch>
        </p:blipFill>
        <p:spPr>
          <a:xfrm>
            <a:off x="4211960" y="2564904"/>
            <a:ext cx="4279285" cy="3760042"/>
          </a:xfrm>
          <a:prstGeom prst="rect">
            <a:avLst/>
          </a:prstGeom>
        </p:spPr>
      </p:pic>
    </p:spTree>
    <p:extLst>
      <p:ext uri="{BB962C8B-B14F-4D97-AF65-F5344CB8AC3E}">
        <p14:creationId xmlns:p14="http://schemas.microsoft.com/office/powerpoint/2010/main" val="30199342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A9BB034-CB90-2AFF-6271-72AAFCF1F9C6}"/>
              </a:ext>
            </a:extLst>
          </p:cNvPr>
          <p:cNvSpPr>
            <a:spLocks noGrp="1"/>
          </p:cNvSpPr>
          <p:nvPr>
            <p:ph type="title"/>
          </p:nvPr>
        </p:nvSpPr>
        <p:spPr/>
        <p:txBody>
          <a:bodyPr/>
          <a:lstStyle/>
          <a:p>
            <a:r>
              <a:rPr lang="en-US" altLang="zh-TW"/>
              <a:t>views.chart3d</a:t>
            </a:r>
            <a:endParaRPr lang="zh-TW" altLang="en-US"/>
          </a:p>
        </p:txBody>
      </p:sp>
      <p:sp>
        <p:nvSpPr>
          <p:cNvPr id="3" name="投影片編號版面配置區 2">
            <a:extLst>
              <a:ext uri="{FF2B5EF4-FFF2-40B4-BE49-F238E27FC236}">
                <a16:creationId xmlns:a16="http://schemas.microsoft.com/office/drawing/2014/main" id="{B4C6B090-FC04-1EF4-E5E7-05FBA82FC770}"/>
              </a:ext>
            </a:extLst>
          </p:cNvPr>
          <p:cNvSpPr>
            <a:spLocks noGrp="1"/>
          </p:cNvSpPr>
          <p:nvPr>
            <p:ph type="sldNum" sz="quarter" idx="12"/>
          </p:nvPr>
        </p:nvSpPr>
        <p:spPr/>
        <p:txBody>
          <a:bodyPr/>
          <a:lstStyle/>
          <a:p>
            <a:fld id="{369E457D-EE12-4164-8E32-9DDD40A95892}" type="slidenum">
              <a:rPr lang="zh-TW" altLang="en-US" smtClean="0"/>
              <a:pPr/>
              <a:t>96</a:t>
            </a:fld>
            <a:endParaRPr lang="zh-TW" altLang="en-US"/>
          </a:p>
        </p:txBody>
      </p:sp>
      <p:sp>
        <p:nvSpPr>
          <p:cNvPr id="4" name="內容版面配置區 3">
            <a:extLst>
              <a:ext uri="{FF2B5EF4-FFF2-40B4-BE49-F238E27FC236}">
                <a16:creationId xmlns:a16="http://schemas.microsoft.com/office/drawing/2014/main" id="{DF329757-FCB2-C78B-1048-0C1046D7E30E}"/>
              </a:ext>
            </a:extLst>
          </p:cNvPr>
          <p:cNvSpPr>
            <a:spLocks noGrp="1"/>
          </p:cNvSpPr>
          <p:nvPr>
            <p:ph sz="quarter" idx="1"/>
          </p:nvPr>
        </p:nvSpPr>
        <p:spPr/>
        <p:txBody>
          <a:bodyPr>
            <a:normAutofit fontScale="92500" lnSpcReduction="10000"/>
          </a:bodyPr>
          <a:lstStyle/>
          <a:p>
            <a:pPr marL="0" indent="0">
              <a:buNone/>
            </a:pPr>
            <a:r>
              <a:rPr lang="en-US" altLang="zh-TW" sz="1800" kern="100">
                <a:effectLst/>
                <a:latin typeface="Courier New" panose="02070309020205020404" pitchFamily="49" charset="0"/>
                <a:ea typeface="標楷體" panose="03000509000000000000" pitchFamily="65" charset="-120"/>
              </a:rPr>
              <a:t>def chart3d(request):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filename = os.path.join(settings.BASE_DIR, "3d.csv")</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with open(filename, "r", encoding="utf-8") as fp:</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rawdata = fp.readlines()</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rawdata = [(float(d.split(",")[0]),float(d.split(",")[1]), float(d.split(",")[2]),</a:t>
            </a:r>
            <a:endParaRPr lang="zh-TW" altLang="zh-TW" sz="1800" kern="100">
              <a:effectLst/>
              <a:latin typeface="Courier New" panose="02070309020205020404" pitchFamily="49" charset="0"/>
              <a:ea typeface="標楷體" panose="03000509000000000000" pitchFamily="65" charset="-120"/>
            </a:endParaRPr>
          </a:p>
          <a:p>
            <a:pPr indent="0">
              <a:buNone/>
            </a:pPr>
            <a:r>
              <a:rPr lang="en-US" altLang="zh-TW" sz="1800" kern="100">
                <a:effectLst/>
                <a:latin typeface="Courier New" panose="02070309020205020404" pitchFamily="49" charset="0"/>
                <a:ea typeface="標楷體" panose="03000509000000000000" pitchFamily="65" charset="-120"/>
              </a:rPr>
              <a:t> float(d.split(",")[3]))  for d in rawdata]</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chart_data = np.array(rawdata).T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plot_div = plot([go.Scatter3d(x=chart_data[0],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y=chart_data[1],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z=chart_data[3],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mode="markers",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marker=dict(size=2, symbol='circle'))],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output_type='div')</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render(request, "chart3d.html", locals())</a:t>
            </a:r>
            <a:endParaRPr lang="zh-TW" altLang="zh-TW" sz="1800" kern="100">
              <a:effectLst/>
              <a:latin typeface="Courier New" panose="02070309020205020404" pitchFamily="49" charset="0"/>
              <a:ea typeface="標楷體" panose="03000509000000000000" pitchFamily="65" charset="-120"/>
            </a:endParaRPr>
          </a:p>
          <a:p>
            <a:pPr marL="0" indent="0">
              <a:buNone/>
            </a:pPr>
            <a:endParaRPr lang="zh-TW" altLang="en-US"/>
          </a:p>
        </p:txBody>
      </p:sp>
    </p:spTree>
    <p:extLst>
      <p:ext uri="{BB962C8B-B14F-4D97-AF65-F5344CB8AC3E}">
        <p14:creationId xmlns:p14="http://schemas.microsoft.com/office/powerpoint/2010/main" val="32481173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C2AEAD8-87BE-293D-744B-2C1B87187F52}"/>
              </a:ext>
            </a:extLst>
          </p:cNvPr>
          <p:cNvSpPr>
            <a:spLocks noGrp="1"/>
          </p:cNvSpPr>
          <p:nvPr>
            <p:ph type="title"/>
          </p:nvPr>
        </p:nvSpPr>
        <p:spPr/>
        <p:txBody>
          <a:bodyPr/>
          <a:lstStyle/>
          <a:p>
            <a:r>
              <a:rPr lang="en-US" altLang="zh-TW"/>
              <a:t>3D</a:t>
            </a:r>
            <a:r>
              <a:rPr lang="zh-TW" altLang="en-US"/>
              <a:t>圖形的呈現結果</a:t>
            </a:r>
          </a:p>
        </p:txBody>
      </p:sp>
      <p:sp>
        <p:nvSpPr>
          <p:cNvPr id="3" name="投影片編號版面配置區 2">
            <a:extLst>
              <a:ext uri="{FF2B5EF4-FFF2-40B4-BE49-F238E27FC236}">
                <a16:creationId xmlns:a16="http://schemas.microsoft.com/office/drawing/2014/main" id="{97C48094-3EF2-0A9D-996C-FE234D0FE1F5}"/>
              </a:ext>
            </a:extLst>
          </p:cNvPr>
          <p:cNvSpPr>
            <a:spLocks noGrp="1"/>
          </p:cNvSpPr>
          <p:nvPr>
            <p:ph type="sldNum" sz="quarter" idx="12"/>
          </p:nvPr>
        </p:nvSpPr>
        <p:spPr/>
        <p:txBody>
          <a:bodyPr/>
          <a:lstStyle/>
          <a:p>
            <a:fld id="{369E457D-EE12-4164-8E32-9DDD40A95892}" type="slidenum">
              <a:rPr lang="zh-TW" altLang="en-US" smtClean="0"/>
              <a:pPr/>
              <a:t>97</a:t>
            </a:fld>
            <a:endParaRPr lang="zh-TW" altLang="en-US"/>
          </a:p>
        </p:txBody>
      </p:sp>
      <p:pic>
        <p:nvPicPr>
          <p:cNvPr id="5" name="內容版面配置區 4">
            <a:extLst>
              <a:ext uri="{FF2B5EF4-FFF2-40B4-BE49-F238E27FC236}">
                <a16:creationId xmlns:a16="http://schemas.microsoft.com/office/drawing/2014/main" id="{37838216-EA21-FE8C-BA82-DBFFD6908536}"/>
              </a:ext>
            </a:extLst>
          </p:cNvPr>
          <p:cNvPicPr>
            <a:picLocks noGrp="1" noChangeAspect="1"/>
          </p:cNvPicPr>
          <p:nvPr>
            <p:ph sz="quarter" idx="1"/>
          </p:nvPr>
        </p:nvPicPr>
        <p:blipFill>
          <a:blip r:embed="rId2"/>
          <a:stretch>
            <a:fillRect/>
          </a:stretch>
        </p:blipFill>
        <p:spPr>
          <a:xfrm>
            <a:off x="691100" y="1527175"/>
            <a:ext cx="7725288" cy="4572000"/>
          </a:xfrm>
          <a:prstGeom prst="rect">
            <a:avLst/>
          </a:prstGeom>
        </p:spPr>
      </p:pic>
    </p:spTree>
    <p:extLst>
      <p:ext uri="{BB962C8B-B14F-4D97-AF65-F5344CB8AC3E}">
        <p14:creationId xmlns:p14="http://schemas.microsoft.com/office/powerpoint/2010/main" val="13064610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BB5CF0D-828E-26C4-FAE5-98C7A5EF2EBC}"/>
              </a:ext>
            </a:extLst>
          </p:cNvPr>
          <p:cNvSpPr>
            <a:spLocks noGrp="1"/>
          </p:cNvSpPr>
          <p:nvPr>
            <p:ph type="title"/>
          </p:nvPr>
        </p:nvSpPr>
        <p:spPr/>
        <p:txBody>
          <a:bodyPr/>
          <a:lstStyle/>
          <a:p>
            <a:r>
              <a:rPr lang="en-US" altLang="zh-TW"/>
              <a:t>Plotly</a:t>
            </a:r>
            <a:r>
              <a:rPr lang="zh-TW" altLang="en-US"/>
              <a:t>的橫條圖程式</a:t>
            </a:r>
          </a:p>
        </p:txBody>
      </p:sp>
      <p:sp>
        <p:nvSpPr>
          <p:cNvPr id="3" name="投影片編號版面配置區 2">
            <a:extLst>
              <a:ext uri="{FF2B5EF4-FFF2-40B4-BE49-F238E27FC236}">
                <a16:creationId xmlns:a16="http://schemas.microsoft.com/office/drawing/2014/main" id="{532288A1-A86B-351C-DF4E-79AAC8D19F1F}"/>
              </a:ext>
            </a:extLst>
          </p:cNvPr>
          <p:cNvSpPr>
            <a:spLocks noGrp="1"/>
          </p:cNvSpPr>
          <p:nvPr>
            <p:ph type="sldNum" sz="quarter" idx="12"/>
          </p:nvPr>
        </p:nvSpPr>
        <p:spPr/>
        <p:txBody>
          <a:bodyPr/>
          <a:lstStyle/>
          <a:p>
            <a:fld id="{369E457D-EE12-4164-8E32-9DDD40A95892}" type="slidenum">
              <a:rPr lang="zh-TW" altLang="en-US" smtClean="0"/>
              <a:pPr/>
              <a:t>98</a:t>
            </a:fld>
            <a:endParaRPr lang="zh-TW" altLang="en-US"/>
          </a:p>
        </p:txBody>
      </p:sp>
      <p:sp>
        <p:nvSpPr>
          <p:cNvPr id="4" name="內容版面配置區 3">
            <a:extLst>
              <a:ext uri="{FF2B5EF4-FFF2-40B4-BE49-F238E27FC236}">
                <a16:creationId xmlns:a16="http://schemas.microsoft.com/office/drawing/2014/main" id="{91B62534-4693-D991-EF4F-0A191CF83E55}"/>
              </a:ext>
            </a:extLst>
          </p:cNvPr>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def </a:t>
            </a:r>
            <a:r>
              <a:rPr lang="en-US" altLang="zh-TW" sz="1800" kern="100" dirty="0" err="1">
                <a:effectLst/>
                <a:latin typeface="Courier New" panose="02070309020205020404" pitchFamily="49" charset="0"/>
                <a:ea typeface="標楷體" panose="03000509000000000000" pitchFamily="65" charset="-120"/>
              </a:rPr>
              <a:t>plotly</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 </a:t>
            </a:r>
            <a:r>
              <a:rPr lang="en-US" altLang="zh-TW" sz="1800" kern="100" dirty="0" err="1">
                <a:effectLst/>
                <a:latin typeface="Courier New" panose="02070309020205020404" pitchFamily="49" charset="0"/>
                <a:ea typeface="標楷體" panose="03000509000000000000" pitchFamily="65" charset="-120"/>
              </a:rPr>
              <a:t>models.Vote.objects.all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labels = [d.name for d in data]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values = [</a:t>
            </a:r>
            <a:r>
              <a:rPr lang="en-US" altLang="zh-TW" sz="1800" kern="100" dirty="0" err="1">
                <a:effectLst/>
                <a:latin typeface="Courier New" panose="02070309020205020404" pitchFamily="49" charset="0"/>
                <a:ea typeface="標楷體" panose="03000509000000000000" pitchFamily="65" charset="-120"/>
              </a:rPr>
              <a:t>d.votes</a:t>
            </a:r>
            <a:r>
              <a:rPr lang="en-US" altLang="zh-TW" sz="1800" kern="100" dirty="0">
                <a:effectLst/>
                <a:latin typeface="Courier New" panose="02070309020205020404" pitchFamily="49" charset="0"/>
                <a:ea typeface="標楷體" panose="03000509000000000000" pitchFamily="65" charset="-120"/>
              </a:rPr>
              <a:t> for d in data]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plot_div</a:t>
            </a:r>
            <a:r>
              <a:rPr lang="en-US" altLang="zh-TW" sz="1800" kern="100" dirty="0">
                <a:effectLst/>
                <a:latin typeface="Courier New" panose="02070309020205020404" pitchFamily="49" charset="0"/>
                <a:ea typeface="標楷體" panose="03000509000000000000" pitchFamily="65" charset="-120"/>
              </a:rPr>
              <a:t> = plot([</a:t>
            </a:r>
            <a:r>
              <a:rPr lang="en-US" altLang="zh-TW" sz="1800" kern="100" dirty="0" err="1">
                <a:effectLst/>
                <a:latin typeface="Courier New" panose="02070309020205020404" pitchFamily="49" charset="0"/>
                <a:ea typeface="標楷體" panose="03000509000000000000" pitchFamily="65" charset="-120"/>
              </a:rPr>
              <a:t>go.Bar</a:t>
            </a:r>
            <a:r>
              <a:rPr lang="en-US" altLang="zh-TW" sz="1800" kern="100" dirty="0">
                <a:effectLst/>
                <a:latin typeface="Courier New" panose="02070309020205020404" pitchFamily="49" charset="0"/>
                <a:ea typeface="標楷體" panose="03000509000000000000" pitchFamily="65" charset="-120"/>
              </a:rPr>
              <a:t>(y=labels, x=values,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orientation='h')], </a:t>
            </a:r>
            <a:r>
              <a:rPr lang="en-US" altLang="zh-TW" sz="1800" kern="100" dirty="0" err="1">
                <a:effectLst/>
                <a:latin typeface="Courier New" panose="02070309020205020404" pitchFamily="49" charset="0"/>
                <a:ea typeface="標楷體" panose="03000509000000000000" pitchFamily="65" charset="-120"/>
              </a:rPr>
              <a:t>output_type</a:t>
            </a:r>
            <a:r>
              <a:rPr lang="en-US" altLang="zh-TW" sz="1800" kern="100" dirty="0">
                <a:effectLst/>
                <a:latin typeface="Courier New" panose="02070309020205020404" pitchFamily="49" charset="0"/>
                <a:ea typeface="標楷體" panose="03000509000000000000" pitchFamily="65" charset="-120"/>
              </a:rPr>
              <a:t>='div')</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"plotly.html", locals())</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107922755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467FF68-B947-4AA6-EEA0-008E2DDDBF4B}"/>
              </a:ext>
            </a:extLst>
          </p:cNvPr>
          <p:cNvSpPr>
            <a:spLocks noGrp="1"/>
          </p:cNvSpPr>
          <p:nvPr>
            <p:ph type="title"/>
          </p:nvPr>
        </p:nvSpPr>
        <p:spPr/>
        <p:txBody>
          <a:bodyPr/>
          <a:lstStyle/>
          <a:p>
            <a:r>
              <a:rPr lang="zh-TW" altLang="en-US"/>
              <a:t>使用</a:t>
            </a:r>
            <a:r>
              <a:rPr lang="en-US" altLang="zh-TW"/>
              <a:t>Plotly</a:t>
            </a:r>
            <a:r>
              <a:rPr lang="zh-TW" altLang="en-US"/>
              <a:t>展示橫條圖的呈現結果</a:t>
            </a:r>
          </a:p>
        </p:txBody>
      </p:sp>
      <p:sp>
        <p:nvSpPr>
          <p:cNvPr id="3" name="投影片編號版面配置區 2">
            <a:extLst>
              <a:ext uri="{FF2B5EF4-FFF2-40B4-BE49-F238E27FC236}">
                <a16:creationId xmlns:a16="http://schemas.microsoft.com/office/drawing/2014/main" id="{27338BB4-346C-2934-761A-D97EB7C8E705}"/>
              </a:ext>
            </a:extLst>
          </p:cNvPr>
          <p:cNvSpPr>
            <a:spLocks noGrp="1"/>
          </p:cNvSpPr>
          <p:nvPr>
            <p:ph type="sldNum" sz="quarter" idx="12"/>
          </p:nvPr>
        </p:nvSpPr>
        <p:spPr/>
        <p:txBody>
          <a:bodyPr/>
          <a:lstStyle/>
          <a:p>
            <a:fld id="{369E457D-EE12-4164-8E32-9DDD40A95892}" type="slidenum">
              <a:rPr lang="zh-TW" altLang="en-US" smtClean="0"/>
              <a:pPr/>
              <a:t>99</a:t>
            </a:fld>
            <a:endParaRPr lang="zh-TW" altLang="en-US"/>
          </a:p>
        </p:txBody>
      </p:sp>
      <p:pic>
        <p:nvPicPr>
          <p:cNvPr id="5" name="內容版面配置區 4">
            <a:extLst>
              <a:ext uri="{FF2B5EF4-FFF2-40B4-BE49-F238E27FC236}">
                <a16:creationId xmlns:a16="http://schemas.microsoft.com/office/drawing/2014/main" id="{7AD36558-C70C-E047-3076-EA0E30BE7400}"/>
              </a:ext>
            </a:extLst>
          </p:cNvPr>
          <p:cNvPicPr>
            <a:picLocks noGrp="1" noChangeAspect="1"/>
          </p:cNvPicPr>
          <p:nvPr>
            <p:ph sz="quarter" idx="1"/>
          </p:nvPr>
        </p:nvPicPr>
        <p:blipFill>
          <a:blip r:embed="rId2"/>
          <a:stretch>
            <a:fillRect/>
          </a:stretch>
        </p:blipFill>
        <p:spPr>
          <a:xfrm>
            <a:off x="691100" y="1527175"/>
            <a:ext cx="7725288" cy="4572000"/>
          </a:xfrm>
          <a:prstGeom prst="rect">
            <a:avLst/>
          </a:prstGeom>
        </p:spPr>
      </p:pic>
    </p:spTree>
    <p:extLst>
      <p:ext uri="{BB962C8B-B14F-4D97-AF65-F5344CB8AC3E}">
        <p14:creationId xmlns:p14="http://schemas.microsoft.com/office/powerpoint/2010/main" val="356142591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使用</a:t>
            </a:r>
            <a:r>
              <a:rPr lang="en-US" altLang="zh-TW" dirty="0"/>
              <a:t>AJAX</a:t>
            </a:r>
            <a:r>
              <a:rPr lang="zh-TW" altLang="zh-TW" dirty="0"/>
              <a:t>和</a:t>
            </a:r>
            <a:r>
              <a:rPr lang="en-US" altLang="zh-TW" dirty="0"/>
              <a:t>jQuery</a:t>
            </a:r>
            <a:r>
              <a:rPr lang="zh-TW" altLang="en-US" dirty="0"/>
              <a:t>將</a:t>
            </a:r>
            <a:r>
              <a:rPr lang="en-US" altLang="zh-TW" dirty="0"/>
              <a:t>MQTT</a:t>
            </a:r>
            <a:r>
              <a:rPr lang="zh-TW" altLang="en-US" dirty="0"/>
              <a:t>資料送到資料庫儲存</a:t>
            </a:r>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100</a:t>
            </a:fld>
            <a:endParaRPr lang="zh-TW" altLang="en-US"/>
          </a:p>
        </p:txBody>
      </p:sp>
      <p:sp>
        <p:nvSpPr>
          <p:cNvPr id="4" name="內容版面配置區 3"/>
          <p:cNvSpPr>
            <a:spLocks noGrp="1"/>
          </p:cNvSpPr>
          <p:nvPr>
            <p:ph sz="quarter" idx="1"/>
          </p:nvPr>
        </p:nvSpPr>
        <p:spPr/>
        <p:txBody>
          <a:bodyPr/>
          <a:lstStyle/>
          <a:p>
            <a:r>
              <a:rPr lang="en-US" altLang="zh-TW" dirty="0"/>
              <a:t>AJAX(Asynchronous JavaScript </a:t>
            </a:r>
            <a:r>
              <a:rPr lang="en-US" altLang="zh-TW"/>
              <a:t>and XML)</a:t>
            </a:r>
            <a:endParaRPr lang="en-US" altLang="zh-TW" dirty="0"/>
          </a:p>
          <a:p>
            <a:pPr lvl="1"/>
            <a:r>
              <a:rPr lang="zh-TW" altLang="zh-TW" dirty="0"/>
              <a:t>在非同步的情況下去伺服器擷取資料</a:t>
            </a:r>
            <a:endParaRPr lang="en-US" altLang="zh-TW" dirty="0"/>
          </a:p>
          <a:p>
            <a:pPr lvl="1"/>
            <a:r>
              <a:rPr lang="zh-TW" altLang="zh-TW" dirty="0"/>
              <a:t>更新部份網頁內容的技術</a:t>
            </a:r>
            <a:endParaRPr lang="en-US" altLang="zh-TW" dirty="0"/>
          </a:p>
          <a:p>
            <a:pPr lvl="1"/>
            <a:r>
              <a:rPr lang="zh-TW" altLang="zh-TW" dirty="0"/>
              <a:t>在背景運作，不需要</a:t>
            </a:r>
            <a:r>
              <a:rPr lang="zh-TW" altLang="zh-TW"/>
              <a:t>重刷</a:t>
            </a:r>
            <a:r>
              <a:rPr lang="zh-TW" altLang="en-US"/>
              <a:t>整個</a:t>
            </a:r>
            <a:r>
              <a:rPr lang="zh-TW" altLang="zh-TW"/>
              <a:t>頁</a:t>
            </a:r>
            <a:r>
              <a:rPr lang="zh-TW" altLang="zh-TW" dirty="0"/>
              <a:t>面</a:t>
            </a:r>
            <a:endParaRPr lang="en-US" altLang="zh-TW" dirty="0"/>
          </a:p>
          <a:p>
            <a:pPr lvl="1"/>
            <a:endParaRPr lang="zh-TW" altLang="en-US" dirty="0"/>
          </a:p>
        </p:txBody>
      </p:sp>
    </p:spTree>
    <p:extLst>
      <p:ext uri="{BB962C8B-B14F-4D97-AF65-F5344CB8AC3E}">
        <p14:creationId xmlns:p14="http://schemas.microsoft.com/office/powerpoint/2010/main" val="58545187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AJAX</a:t>
            </a:r>
            <a:r>
              <a:rPr lang="zh-TW" altLang="zh-TW" dirty="0"/>
              <a:t>和</a:t>
            </a:r>
            <a:r>
              <a:rPr lang="en-US" altLang="zh-TW" dirty="0"/>
              <a:t>jQuery</a:t>
            </a:r>
            <a:endParaRPr lang="zh-TW" altLang="en-US" dirty="0"/>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101</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AJAX</a:t>
            </a:r>
            <a:r>
              <a:rPr lang="zh-TW" altLang="zh-TW" dirty="0"/>
              <a:t>技術進行的流程</a:t>
            </a:r>
            <a:endParaRPr lang="zh-TW" altLang="en-US" dirty="0"/>
          </a:p>
        </p:txBody>
      </p:sp>
      <p:pic>
        <p:nvPicPr>
          <p:cNvPr id="5" name="圖片 4"/>
          <p:cNvPicPr/>
          <p:nvPr/>
        </p:nvPicPr>
        <p:blipFill>
          <a:blip r:embed="rId2">
            <a:extLst>
              <a:ext uri="{28A0092B-C50C-407E-A947-70E740481C1C}">
                <a14:useLocalDpi xmlns:a14="http://schemas.microsoft.com/office/drawing/2010/main" val="0"/>
              </a:ext>
            </a:extLst>
          </a:blip>
          <a:stretch>
            <a:fillRect/>
          </a:stretch>
        </p:blipFill>
        <p:spPr>
          <a:xfrm>
            <a:off x="1871700" y="1967420"/>
            <a:ext cx="5400600" cy="4485916"/>
          </a:xfrm>
          <a:prstGeom prst="rect">
            <a:avLst/>
          </a:prstGeom>
        </p:spPr>
      </p:pic>
      <p:pic>
        <p:nvPicPr>
          <p:cNvPr id="7" name="圖片 6">
            <a:extLst>
              <a:ext uri="{FF2B5EF4-FFF2-40B4-BE49-F238E27FC236}">
                <a16:creationId xmlns:a16="http://schemas.microsoft.com/office/drawing/2014/main" id="{926E4CBF-86F1-1303-F77E-79FDBC32410E}"/>
              </a:ext>
            </a:extLst>
          </p:cNvPr>
          <p:cNvPicPr>
            <a:picLocks noChangeAspect="1"/>
          </p:cNvPicPr>
          <p:nvPr/>
        </p:nvPicPr>
        <p:blipFill>
          <a:blip r:embed="rId3"/>
          <a:stretch>
            <a:fillRect/>
          </a:stretch>
        </p:blipFill>
        <p:spPr>
          <a:xfrm>
            <a:off x="0" y="2060848"/>
            <a:ext cx="9144000" cy="2736304"/>
          </a:xfrm>
          <a:prstGeom prst="rect">
            <a:avLst/>
          </a:prstGeom>
        </p:spPr>
      </p:pic>
    </p:spTree>
    <p:extLst>
      <p:ext uri="{BB962C8B-B14F-4D97-AF65-F5344CB8AC3E}">
        <p14:creationId xmlns:p14="http://schemas.microsoft.com/office/powerpoint/2010/main" val="13943075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AJAX</a:t>
            </a:r>
            <a:r>
              <a:rPr lang="zh-TW" altLang="zh-TW" dirty="0"/>
              <a:t>和</a:t>
            </a:r>
            <a:r>
              <a:rPr lang="en-US" altLang="zh-TW" dirty="0"/>
              <a:t>jQuery</a:t>
            </a:r>
            <a:endParaRPr lang="zh-TW" altLang="en-US" dirty="0"/>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102</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a:bodyPr>
          <a:lstStyle/>
          <a:p>
            <a:r>
              <a:rPr lang="zh-TW" altLang="en-US" dirty="0"/>
              <a:t>首先</a:t>
            </a:r>
            <a:r>
              <a:rPr lang="zh-TW" altLang="zh-TW" dirty="0"/>
              <a:t>在</a:t>
            </a:r>
            <a:r>
              <a:rPr lang="en-US" altLang="zh-TW" dirty="0"/>
              <a:t>mqtt.html</a:t>
            </a:r>
            <a:r>
              <a:rPr lang="zh-TW" altLang="zh-TW" dirty="0"/>
              <a:t>中加上</a:t>
            </a:r>
            <a:r>
              <a:rPr lang="en-US" altLang="zh-TW" dirty="0"/>
              <a:t>AJAX</a:t>
            </a:r>
            <a:r>
              <a:rPr lang="zh-TW" altLang="zh-TW" dirty="0"/>
              <a:t>程式</a:t>
            </a:r>
            <a:endParaRPr lang="en-US" altLang="zh-TW" dirty="0"/>
          </a:p>
          <a:p>
            <a:r>
              <a:rPr lang="zh-TW" altLang="en-US" sz="2000" dirty="0"/>
              <a:t>原檔案：</a:t>
            </a:r>
            <a:r>
              <a:rPr lang="en-US" altLang="zh-TW" sz="2000" dirty="0"/>
              <a:t> mqtt-dashboard-temp-json.html</a:t>
            </a:r>
            <a:r>
              <a:rPr lang="zh-TW" altLang="en-US" sz="2000" dirty="0"/>
              <a:t>改名</a:t>
            </a:r>
            <a:r>
              <a:rPr lang="en-US" altLang="zh-TW" sz="2000" dirty="0"/>
              <a:t>mqtt.html</a:t>
            </a:r>
          </a:p>
          <a:p>
            <a:r>
              <a:rPr lang="zh-TW" altLang="zh-TW" dirty="0"/>
              <a:t>在進行此功能之</a:t>
            </a:r>
            <a:r>
              <a:rPr lang="zh-TW" altLang="en-US" dirty="0"/>
              <a:t>前</a:t>
            </a:r>
            <a:r>
              <a:rPr lang="zh-TW" altLang="zh-TW" dirty="0"/>
              <a:t>要確認在</a:t>
            </a:r>
            <a:r>
              <a:rPr lang="en-US" altLang="zh-TW" dirty="0"/>
              <a:t>base.html</a:t>
            </a:r>
            <a:r>
              <a:rPr lang="zh-TW" altLang="zh-TW" dirty="0"/>
              <a:t>中最否已有把</a:t>
            </a:r>
            <a:r>
              <a:rPr lang="en-US" altLang="zh-TW" dirty="0" err="1"/>
              <a:t>jquery</a:t>
            </a:r>
            <a:r>
              <a:rPr lang="zh-TW" altLang="zh-TW" dirty="0"/>
              <a:t>的連結放在</a:t>
            </a:r>
            <a:r>
              <a:rPr lang="en-US" altLang="zh-TW" dirty="0"/>
              <a:t>base.html</a:t>
            </a:r>
            <a:r>
              <a:rPr lang="zh-TW" altLang="zh-TW" dirty="0"/>
              <a:t>的最前面</a:t>
            </a:r>
            <a:r>
              <a:rPr lang="en-US" altLang="zh-TW" dirty="0">
                <a:solidFill>
                  <a:srgbClr val="FF0000"/>
                </a:solidFill>
              </a:rPr>
              <a:t>&lt;head&gt;</a:t>
            </a:r>
            <a:r>
              <a:rPr lang="zh-TW" altLang="en-US" dirty="0">
                <a:solidFill>
                  <a:srgbClr val="FF0000"/>
                </a:solidFill>
              </a:rPr>
              <a:t>之後</a:t>
            </a:r>
            <a:r>
              <a:rPr lang="zh-TW" altLang="zh-TW" dirty="0"/>
              <a:t>，如下所示：</a:t>
            </a:r>
            <a:endParaRPr lang="en-US" altLang="zh-TW" dirty="0"/>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&lt;script </a:t>
            </a:r>
            <a:r>
              <a:rPr lang="en-US" altLang="zh-TW" sz="1800" kern="100" dirty="0" err="1">
                <a:effectLst/>
                <a:latin typeface="Courier New" panose="02070309020205020404" pitchFamily="49" charset="0"/>
                <a:ea typeface="標楷體" panose="03000509000000000000" pitchFamily="65" charset="-120"/>
              </a:rPr>
              <a:t>src</a:t>
            </a:r>
            <a:r>
              <a:rPr lang="en-US" altLang="zh-TW" sz="1800" kern="100" dirty="0">
                <a:effectLst/>
                <a:latin typeface="Courier New" panose="02070309020205020404" pitchFamily="49" charset="0"/>
                <a:ea typeface="標楷體" panose="03000509000000000000" pitchFamily="65" charset="-120"/>
              </a:rPr>
              <a:t>="https://code.jquery.com/jquery-3.6.3.js" integrity="sha256-nQLuAZGRRcILA+6dMBOvcRh5Pe310sBpanc6+QBmyVM=" </a:t>
            </a:r>
            <a:r>
              <a:rPr lang="en-US" altLang="zh-TW" sz="1800" kern="100" dirty="0" err="1">
                <a:effectLst/>
                <a:latin typeface="Courier New" panose="02070309020205020404" pitchFamily="49" charset="0"/>
                <a:ea typeface="標楷體" panose="03000509000000000000" pitchFamily="65" charset="-120"/>
              </a:rPr>
              <a:t>crossorigin</a:t>
            </a:r>
            <a:r>
              <a:rPr lang="en-US" altLang="zh-TW" sz="1800" kern="100" dirty="0">
                <a:effectLst/>
                <a:latin typeface="Courier New" panose="02070309020205020404" pitchFamily="49" charset="0"/>
                <a:ea typeface="標楷體" panose="03000509000000000000" pitchFamily="65" charset="-120"/>
              </a:rPr>
              <a:t>="anonymous"&gt;&lt;/script&gt;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3899165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AJAX</a:t>
            </a:r>
            <a:r>
              <a:rPr lang="zh-TW" altLang="zh-TW" dirty="0"/>
              <a:t>和</a:t>
            </a:r>
            <a:r>
              <a:rPr lang="en-US" altLang="zh-TW" dirty="0"/>
              <a:t>jQuery</a:t>
            </a:r>
            <a:endParaRPr lang="zh-TW" altLang="en-US" dirty="0"/>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103</a:t>
            </a:fld>
            <a:endParaRPr lang="zh-TW" altLang="en-US"/>
          </a:p>
        </p:txBody>
      </p:sp>
      <p:sp>
        <p:nvSpPr>
          <p:cNvPr id="4" name="內容版面配置區 3"/>
          <p:cNvSpPr>
            <a:spLocks noGrp="1"/>
          </p:cNvSpPr>
          <p:nvPr>
            <p:ph sz="quarter" idx="1"/>
          </p:nvPr>
        </p:nvSpPr>
        <p:spPr>
          <a:xfrm>
            <a:off x="301752" y="1239016"/>
            <a:ext cx="8662736" cy="5574360"/>
          </a:xfrm>
        </p:spPr>
        <p:txBody>
          <a:bodyPr>
            <a:normAutofit fontScale="85000" lnSpcReduction="20000"/>
          </a:bodyPr>
          <a:lstStyle/>
          <a:p>
            <a:pPr marL="0" indent="0">
              <a:buNone/>
            </a:pPr>
            <a:r>
              <a:rPr lang="en-US" altLang="zh-TW" dirty="0"/>
              <a:t>function </a:t>
            </a:r>
            <a:r>
              <a:rPr lang="en-US" altLang="zh-TW" dirty="0" err="1"/>
              <a:t>updateTemperatureDisplay</a:t>
            </a:r>
            <a:r>
              <a:rPr lang="en-US" altLang="zh-TW" dirty="0"/>
              <a:t>(temperature)</a:t>
            </a:r>
          </a:p>
          <a:p>
            <a:pPr marL="0" indent="0">
              <a:buNone/>
            </a:pPr>
            <a:r>
              <a:rPr lang="zh-TW" altLang="en-US" sz="1800" kern="100" dirty="0">
                <a:latin typeface="Courier New" panose="02070309020205020404" pitchFamily="49" charset="0"/>
                <a:ea typeface="標楷體" panose="03000509000000000000" pitchFamily="65" charset="-120"/>
              </a:rPr>
              <a:t>裏面，</a:t>
            </a:r>
            <a:r>
              <a:rPr lang="en-US" altLang="zh-TW" sz="2800" kern="100" dirty="0">
                <a:solidFill>
                  <a:srgbClr val="FF0000"/>
                </a:solidFill>
                <a:latin typeface="Courier New" panose="02070309020205020404" pitchFamily="49" charset="0"/>
                <a:ea typeface="標楷體" panose="03000509000000000000" pitchFamily="65" charset="-120"/>
              </a:rPr>
              <a:t>Line 520 </a:t>
            </a:r>
            <a:r>
              <a:rPr lang="en-US" altLang="zh-TW" dirty="0" err="1">
                <a:solidFill>
                  <a:srgbClr val="FF0000"/>
                </a:solidFill>
              </a:rPr>
              <a:t>updateChart</a:t>
            </a:r>
            <a:r>
              <a:rPr lang="en-US" altLang="zh-TW" dirty="0">
                <a:solidFill>
                  <a:srgbClr val="FF0000"/>
                </a:solidFill>
              </a:rPr>
              <a:t>();</a:t>
            </a:r>
            <a:r>
              <a:rPr lang="zh-TW" altLang="en-US" sz="1800" kern="100" dirty="0">
                <a:latin typeface="Courier New" panose="02070309020205020404" pitchFamily="49" charset="0"/>
                <a:ea typeface="標楷體" panose="03000509000000000000" pitchFamily="65" charset="-120"/>
              </a:rPr>
              <a:t>的後面加</a:t>
            </a:r>
            <a:endParaRPr lang="en-US" altLang="zh-TW" sz="1800" kern="100" dirty="0">
              <a:latin typeface="Courier New" panose="02070309020205020404" pitchFamily="49" charset="0"/>
              <a:ea typeface="標楷體" panose="03000509000000000000" pitchFamily="65" charset="-120"/>
            </a:endParaRPr>
          </a:p>
          <a:p>
            <a:pPr marL="0" indent="0">
              <a:buNone/>
            </a:pPr>
            <a:r>
              <a:rPr lang="en-US" altLang="zh-TW" dirty="0"/>
              <a:t>// Send temperature data to backend using jQuery</a:t>
            </a:r>
            <a:endParaRPr lang="en-US" altLang="zh-TW" sz="1800" kern="100" dirty="0">
              <a:latin typeface="Courier New" panose="02070309020205020404" pitchFamily="49" charset="0"/>
              <a:ea typeface="標楷體" panose="03000509000000000000" pitchFamily="65" charset="-120"/>
            </a:endParaRPr>
          </a:p>
          <a:p>
            <a:pPr marL="0" indent="0">
              <a:buNone/>
            </a:pPr>
            <a:r>
              <a:rPr lang="en-US" altLang="zh-TW" dirty="0" err="1"/>
              <a:t>sendTemperatureToBackendJquery</a:t>
            </a:r>
            <a:r>
              <a:rPr lang="en-US" altLang="zh-TW" dirty="0"/>
              <a:t>(temperature);</a:t>
            </a: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zh-TW" altLang="en-US" sz="1800" kern="100" dirty="0">
                <a:effectLst/>
                <a:latin typeface="Courier New" panose="02070309020205020404" pitchFamily="49" charset="0"/>
                <a:ea typeface="標楷體" panose="03000509000000000000" pitchFamily="65" charset="-120"/>
              </a:rPr>
              <a:t>括號外面後面加一個</a:t>
            </a:r>
            <a:r>
              <a:rPr lang="en-US" altLang="zh-TW" sz="1800" kern="100" dirty="0">
                <a:effectLst/>
                <a:latin typeface="Courier New" panose="02070309020205020404" pitchFamily="49" charset="0"/>
                <a:ea typeface="標楷體" panose="03000509000000000000" pitchFamily="65" charset="-120"/>
              </a:rPr>
              <a:t>function</a:t>
            </a:r>
          </a:p>
          <a:p>
            <a:pPr marL="0" indent="0">
              <a:buNone/>
            </a:pPr>
            <a:r>
              <a:rPr lang="zh-TW" altLang="en-US" sz="1800" kern="100" dirty="0">
                <a:effectLst/>
                <a:latin typeface="Courier New" panose="02070309020205020404" pitchFamily="49" charset="0"/>
                <a:ea typeface="標楷體" panose="03000509000000000000" pitchFamily="65" charset="-120"/>
              </a:rPr>
              <a:t> </a:t>
            </a:r>
            <a:r>
              <a:rPr lang="en-US" altLang="zh-TW" sz="1800" kern="100" dirty="0">
                <a:effectLst/>
                <a:latin typeface="Courier New" panose="02070309020205020404" pitchFamily="49" charset="0"/>
                <a:ea typeface="標楷體" panose="03000509000000000000" pitchFamily="65" charset="-120"/>
              </a:rPr>
              <a:t>//</a:t>
            </a:r>
            <a:r>
              <a:rPr lang="zh-TW" altLang="en-US" sz="1800" kern="100" dirty="0">
                <a:effectLst/>
                <a:latin typeface="Courier New" panose="02070309020205020404" pitchFamily="49" charset="0"/>
                <a:ea typeface="標楷體" panose="03000509000000000000" pitchFamily="65" charset="-120"/>
              </a:rPr>
              <a:t>增加一個</a:t>
            </a:r>
            <a:r>
              <a:rPr lang="en-US" altLang="zh-TW" sz="1800" kern="100" dirty="0" err="1">
                <a:effectLst/>
                <a:latin typeface="Courier New" panose="02070309020205020404" pitchFamily="49" charset="0"/>
                <a:ea typeface="標楷體" panose="03000509000000000000" pitchFamily="65" charset="-120"/>
              </a:rPr>
              <a:t>jquery</a:t>
            </a:r>
            <a:r>
              <a:rPr lang="en-US" altLang="zh-TW" sz="1800" kern="100" dirty="0">
                <a:effectLst/>
                <a:latin typeface="Courier New" panose="02070309020205020404" pitchFamily="49" charset="0"/>
                <a:ea typeface="標楷體" panose="03000509000000000000" pitchFamily="65" charset="-120"/>
              </a:rPr>
              <a:t> function </a:t>
            </a:r>
            <a:r>
              <a:rPr lang="zh-TW" altLang="en-US" sz="1800" kern="100" dirty="0">
                <a:effectLst/>
                <a:latin typeface="Courier New" panose="02070309020205020404" pitchFamily="49" charset="0"/>
                <a:ea typeface="標楷體" panose="03000509000000000000" pitchFamily="65" charset="-120"/>
              </a:rPr>
              <a:t>來透過</a:t>
            </a:r>
            <a:r>
              <a:rPr lang="en-US" altLang="zh-TW" sz="1800" kern="100" dirty="0">
                <a:effectLst/>
                <a:latin typeface="Courier New" panose="02070309020205020404" pitchFamily="49" charset="0"/>
                <a:ea typeface="標楷體" panose="03000509000000000000" pitchFamily="65" charset="-120"/>
              </a:rPr>
              <a:t>AJAX</a:t>
            </a:r>
            <a:r>
              <a:rPr lang="zh-TW" altLang="en-US" sz="1800" kern="100" dirty="0">
                <a:effectLst/>
                <a:latin typeface="Courier New" panose="02070309020205020404" pitchFamily="49" charset="0"/>
                <a:ea typeface="標楷體" panose="03000509000000000000" pitchFamily="65" charset="-120"/>
              </a:rPr>
              <a:t>將溫度數據傳到後端</a:t>
            </a:r>
          </a:p>
          <a:p>
            <a:pPr marL="0" indent="0">
              <a:buNone/>
            </a:pPr>
            <a:r>
              <a:rPr lang="zh-TW" altLang="en-US" sz="1800" kern="100" dirty="0">
                <a:effectLst/>
                <a:latin typeface="Courier New" panose="02070309020205020404" pitchFamily="49" charset="0"/>
                <a:ea typeface="標楷體" panose="03000509000000000000" pitchFamily="65" charset="-120"/>
              </a:rPr>
              <a:t>        </a:t>
            </a:r>
            <a:r>
              <a:rPr lang="en-US" altLang="zh-TW" sz="1800" kern="100" dirty="0">
                <a:effectLst/>
                <a:latin typeface="Courier New" panose="02070309020205020404" pitchFamily="49" charset="0"/>
                <a:ea typeface="標楷體" panose="03000509000000000000" pitchFamily="65" charset="-120"/>
              </a:rPr>
              <a:t>function </a:t>
            </a:r>
            <a:r>
              <a:rPr lang="en-US" altLang="zh-TW" sz="1800" kern="100" dirty="0" err="1">
                <a:effectLst/>
                <a:latin typeface="Courier New" panose="02070309020205020404" pitchFamily="49" charset="0"/>
                <a:ea typeface="標楷體" panose="03000509000000000000" pitchFamily="65" charset="-120"/>
              </a:rPr>
              <a:t>sendTemperatureToBackendJquery</a:t>
            </a:r>
            <a:r>
              <a:rPr lang="en-US" altLang="zh-TW" sz="1800" kern="100" dirty="0">
                <a:effectLst/>
                <a:latin typeface="Courier New" panose="02070309020205020404" pitchFamily="49" charset="0"/>
                <a:ea typeface="標楷體" panose="03000509000000000000" pitchFamily="65" charset="-120"/>
              </a:rPr>
              <a:t>(temperature) {</a:t>
            </a:r>
          </a:p>
          <a:p>
            <a:pPr marL="0" indent="0">
              <a:buNone/>
            </a:pPr>
            <a:r>
              <a:rPr lang="en-US" altLang="zh-TW" sz="1800" kern="100" dirty="0">
                <a:effectLst/>
                <a:latin typeface="Courier New" panose="02070309020205020404" pitchFamily="49" charset="0"/>
                <a:ea typeface="標楷體" panose="03000509000000000000" pitchFamily="65" charset="-120"/>
              </a:rPr>
              <a:t>            $.ajax({</a:t>
            </a:r>
          </a:p>
          <a:p>
            <a:pPr marL="0" indent="0">
              <a:buNone/>
            </a:pPr>
            <a:r>
              <a:rPr lang="en-US" altLang="zh-TW" sz="1800" kern="100" dirty="0">
                <a:effectLst/>
                <a:latin typeface="Courier New" panose="02070309020205020404" pitchFamily="49" charset="0"/>
                <a:ea typeface="標楷體" panose="03000509000000000000" pitchFamily="65" charset="-120"/>
              </a:rPr>
              <a:t>                url: </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api</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effectLst/>
                <a:latin typeface="Courier New" panose="02070309020205020404" pitchFamily="49" charset="0"/>
                <a:ea typeface="標楷體" panose="03000509000000000000" pitchFamily="65" charset="-120"/>
              </a:rPr>
              <a:t>temperature/',</a:t>
            </a:r>
          </a:p>
          <a:p>
            <a:pPr marL="0" indent="0">
              <a:buNone/>
            </a:pPr>
            <a:r>
              <a:rPr lang="en-US" altLang="zh-TW" sz="1800" kern="100" dirty="0">
                <a:effectLst/>
                <a:latin typeface="Courier New" panose="02070309020205020404" pitchFamily="49" charset="0"/>
                <a:ea typeface="標楷體" panose="03000509000000000000" pitchFamily="65" charset="-120"/>
              </a:rPr>
              <a:t>                method: 'POST',</a:t>
            </a: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contentType</a:t>
            </a:r>
            <a:r>
              <a:rPr lang="en-US" altLang="zh-TW" sz="1800" kern="100" dirty="0">
                <a:effectLst/>
                <a:latin typeface="Courier New" panose="02070309020205020404" pitchFamily="49" charset="0"/>
                <a:ea typeface="標楷體" panose="03000509000000000000" pitchFamily="65" charset="-120"/>
              </a:rPr>
              <a:t>: 'application/</a:t>
            </a:r>
            <a:r>
              <a:rPr lang="en-US" altLang="zh-TW" sz="1800" kern="100" dirty="0" err="1">
                <a:effectLst/>
                <a:latin typeface="Courier New" panose="02070309020205020404" pitchFamily="49" charset="0"/>
                <a:ea typeface="標楷體" panose="03000509000000000000" pitchFamily="65" charset="-120"/>
              </a:rPr>
              <a:t>json</a:t>
            </a:r>
            <a:r>
              <a:rPr lang="en-US" altLang="zh-TW" sz="1800" kern="100" dirty="0">
                <a:effectLst/>
                <a:latin typeface="Courier New" panose="02070309020205020404" pitchFamily="49" charset="0"/>
                <a:ea typeface="標楷體" panose="03000509000000000000" pitchFamily="65" charset="-120"/>
              </a:rPr>
              <a:t>',</a:t>
            </a:r>
          </a:p>
          <a:p>
            <a:pPr marL="0" indent="0">
              <a:buNone/>
            </a:pPr>
            <a:r>
              <a:rPr lang="en-US" altLang="zh-TW" sz="1800" kern="100" dirty="0">
                <a:effectLst/>
                <a:latin typeface="Courier New" panose="02070309020205020404" pitchFamily="49" charset="0"/>
                <a:ea typeface="標楷體" panose="03000509000000000000" pitchFamily="65" charset="-120"/>
              </a:rPr>
              <a:t>                data: </a:t>
            </a:r>
            <a:r>
              <a:rPr lang="en-US" altLang="zh-TW" sz="1800" kern="100" dirty="0" err="1">
                <a:solidFill>
                  <a:srgbClr val="FF0000"/>
                </a:solidFill>
                <a:effectLst/>
                <a:latin typeface="Courier New" panose="02070309020205020404" pitchFamily="49" charset="0"/>
                <a:ea typeface="標楷體" panose="03000509000000000000" pitchFamily="65" charset="-120"/>
              </a:rPr>
              <a:t>JSON.stringify</a:t>
            </a:r>
            <a:r>
              <a:rPr lang="en-US" altLang="zh-TW" sz="1800" kern="100" dirty="0">
                <a:solidFill>
                  <a:srgbClr val="FF0000"/>
                </a:solidFill>
                <a:effectLst/>
                <a:latin typeface="Courier New" panose="02070309020205020404" pitchFamily="49" charset="0"/>
                <a:ea typeface="標楷體" panose="03000509000000000000" pitchFamily="65" charset="-120"/>
              </a:rPr>
              <a:t>({temperature: temperature}),</a:t>
            </a:r>
          </a:p>
          <a:p>
            <a:pPr marL="0" indent="0">
              <a:buNone/>
            </a:pPr>
            <a:r>
              <a:rPr lang="en-US" altLang="zh-TW" sz="1800" kern="100" dirty="0">
                <a:effectLst/>
                <a:latin typeface="Courier New" panose="02070309020205020404" pitchFamily="49" charset="0"/>
                <a:ea typeface="標楷體" panose="03000509000000000000" pitchFamily="65" charset="-120"/>
              </a:rPr>
              <a:t>                success: function(response) {</a:t>
            </a: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addLog</a:t>
            </a:r>
            <a:r>
              <a:rPr lang="en-US" altLang="zh-TW" sz="1800" kern="100" dirty="0">
                <a:effectLst/>
                <a:latin typeface="Courier New" panose="02070309020205020404" pitchFamily="49" charset="0"/>
                <a:ea typeface="標楷體" panose="03000509000000000000" pitchFamily="65" charset="-120"/>
              </a:rPr>
              <a:t>('</a:t>
            </a:r>
            <a:r>
              <a:rPr lang="zh-TW" altLang="en-US" sz="1800" kern="100" dirty="0">
                <a:effectLst/>
                <a:latin typeface="Courier New" panose="02070309020205020404" pitchFamily="49" charset="0"/>
                <a:ea typeface="標楷體" panose="03000509000000000000" pitchFamily="65" charset="-120"/>
              </a:rPr>
              <a:t>溫度數據</a:t>
            </a:r>
            <a:r>
              <a:rPr lang="en-US" altLang="zh-TW" sz="1800" kern="100" dirty="0">
                <a:effectLst/>
                <a:latin typeface="Courier New" panose="02070309020205020404" pitchFamily="49" charset="0"/>
                <a:ea typeface="標楷體" panose="03000509000000000000" pitchFamily="65" charset="-120"/>
              </a:rPr>
              <a:t>' + response + '</a:t>
            </a:r>
            <a:r>
              <a:rPr lang="zh-TW" altLang="en-US" sz="1800" kern="100" dirty="0">
                <a:effectLst/>
                <a:latin typeface="Courier New" panose="02070309020205020404" pitchFamily="49" charset="0"/>
                <a:ea typeface="標楷體" panose="03000509000000000000" pitchFamily="65" charset="-120"/>
              </a:rPr>
              <a:t>已儲存到資料庫</a:t>
            </a:r>
            <a:r>
              <a:rPr lang="en-US" altLang="zh-TW" sz="1800" kern="100" dirty="0">
                <a:effectLst/>
                <a:latin typeface="Courier New" panose="02070309020205020404" pitchFamily="49" charset="0"/>
                <a:ea typeface="標楷體" panose="03000509000000000000" pitchFamily="65" charset="-120"/>
              </a:rPr>
              <a:t>');</a:t>
            </a:r>
          </a:p>
          <a:p>
            <a:pPr marL="0" indent="0">
              <a:buNone/>
            </a:pPr>
            <a:r>
              <a:rPr lang="en-US" altLang="zh-TW" sz="1800" kern="100" dirty="0">
                <a:effectLst/>
                <a:latin typeface="Courier New" panose="02070309020205020404" pitchFamily="49" charset="0"/>
                <a:ea typeface="標楷體" panose="03000509000000000000" pitchFamily="65" charset="-120"/>
              </a:rPr>
              <a:t>                },</a:t>
            </a:r>
          </a:p>
          <a:p>
            <a:pPr marL="0" indent="0">
              <a:buNone/>
            </a:pPr>
            <a:r>
              <a:rPr lang="en-US" altLang="zh-TW" sz="1800" kern="100" dirty="0">
                <a:effectLst/>
                <a:latin typeface="Courier New" panose="02070309020205020404" pitchFamily="49" charset="0"/>
                <a:ea typeface="標楷體" panose="03000509000000000000" pitchFamily="65" charset="-120"/>
              </a:rPr>
              <a:t>                error: function(</a:t>
            </a:r>
            <a:r>
              <a:rPr lang="en-US" altLang="zh-TW" sz="1800" kern="100" dirty="0" err="1">
                <a:effectLst/>
                <a:latin typeface="Courier New" panose="02070309020205020404" pitchFamily="49" charset="0"/>
                <a:ea typeface="標楷體" panose="03000509000000000000" pitchFamily="65" charset="-120"/>
              </a:rPr>
              <a:t>xhr</a:t>
            </a:r>
            <a:r>
              <a:rPr lang="en-US" altLang="zh-TW" sz="1800" kern="100" dirty="0">
                <a:effectLst/>
                <a:latin typeface="Courier New" panose="02070309020205020404" pitchFamily="49" charset="0"/>
                <a:ea typeface="標楷體" panose="03000509000000000000" pitchFamily="65" charset="-120"/>
              </a:rPr>
              <a:t>, status, error) {</a:t>
            </a: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addLog</a:t>
            </a:r>
            <a:r>
              <a:rPr lang="en-US" altLang="zh-TW" sz="1800" kern="100" dirty="0">
                <a:effectLst/>
                <a:latin typeface="Courier New" panose="02070309020205020404" pitchFamily="49" charset="0"/>
                <a:ea typeface="標楷體" panose="03000509000000000000" pitchFamily="65" charset="-120"/>
              </a:rPr>
              <a:t>('</a:t>
            </a:r>
            <a:r>
              <a:rPr lang="zh-TW" altLang="en-US" sz="1800" kern="100" dirty="0">
                <a:effectLst/>
                <a:latin typeface="Courier New" panose="02070309020205020404" pitchFamily="49" charset="0"/>
                <a:ea typeface="標楷體" panose="03000509000000000000" pitchFamily="65" charset="-120"/>
              </a:rPr>
              <a:t>儲存溫度數據到資料庫失敗</a:t>
            </a:r>
            <a:r>
              <a:rPr lang="en-US" altLang="zh-TW" sz="1800" kern="100" dirty="0">
                <a:effectLst/>
                <a:latin typeface="Courier New" panose="02070309020205020404" pitchFamily="49" charset="0"/>
                <a:ea typeface="標楷體" panose="03000509000000000000" pitchFamily="65" charset="-120"/>
              </a:rPr>
              <a:t>:', error);</a:t>
            </a:r>
          </a:p>
          <a:p>
            <a:pPr marL="0" indent="0">
              <a:buNone/>
            </a:pPr>
            <a:r>
              <a:rPr lang="en-US" altLang="zh-TW" sz="1800" kern="100" dirty="0">
                <a:effectLst/>
                <a:latin typeface="Courier New" panose="02070309020205020404" pitchFamily="49" charset="0"/>
                <a:ea typeface="標楷體" panose="03000509000000000000" pitchFamily="65" charset="-120"/>
              </a:rPr>
              <a:t>                }</a:t>
            </a:r>
          </a:p>
          <a:p>
            <a:pPr marL="0" indent="0">
              <a:buNone/>
            </a:pPr>
            <a:r>
              <a:rPr lang="en-US" altLang="zh-TW" sz="1800" kern="100" dirty="0">
                <a:effectLst/>
                <a:latin typeface="Courier New" panose="02070309020205020404" pitchFamily="49" charset="0"/>
                <a:ea typeface="標楷體" panose="03000509000000000000" pitchFamily="65" charset="-120"/>
              </a:rPr>
              <a:t>            });</a:t>
            </a: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endParaRPr lang="zh-TW" altLang="zh-TW" dirty="0"/>
          </a:p>
        </p:txBody>
      </p:sp>
    </p:spTree>
    <p:extLst>
      <p:ext uri="{BB962C8B-B14F-4D97-AF65-F5344CB8AC3E}">
        <p14:creationId xmlns:p14="http://schemas.microsoft.com/office/powerpoint/2010/main" val="21369222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470E246-C88D-F425-31D3-C4798792E5C6}"/>
              </a:ext>
            </a:extLst>
          </p:cNvPr>
          <p:cNvSpPr>
            <a:spLocks noGrp="1"/>
          </p:cNvSpPr>
          <p:nvPr>
            <p:ph type="title"/>
          </p:nvPr>
        </p:nvSpPr>
        <p:spPr/>
        <p:txBody>
          <a:bodyPr>
            <a:normAutofit fontScale="90000"/>
          </a:bodyPr>
          <a:lstStyle/>
          <a:p>
            <a:r>
              <a:rPr lang="zh-TW" altLang="en-US" dirty="0"/>
              <a:t>建立溫度紀錄資料表</a:t>
            </a:r>
            <a:r>
              <a:rPr lang="en-US" altLang="zh-TW" dirty="0"/>
              <a:t>models.py</a:t>
            </a:r>
            <a:br>
              <a:rPr lang="en-US" altLang="zh-TW" dirty="0"/>
            </a:br>
            <a:r>
              <a:rPr lang="zh-TW" altLang="en-US" dirty="0">
                <a:solidFill>
                  <a:srgbClr val="FF0000"/>
                </a:solidFill>
              </a:rPr>
              <a:t>記得</a:t>
            </a:r>
            <a:r>
              <a:rPr lang="en-US" altLang="zh-TW" dirty="0">
                <a:solidFill>
                  <a:srgbClr val="FF0000"/>
                </a:solidFill>
              </a:rPr>
              <a:t>migrate</a:t>
            </a:r>
            <a:endParaRPr lang="zh-TW" altLang="en-US" dirty="0">
              <a:solidFill>
                <a:srgbClr val="FF0000"/>
              </a:solidFill>
            </a:endParaRPr>
          </a:p>
        </p:txBody>
      </p:sp>
      <p:sp>
        <p:nvSpPr>
          <p:cNvPr id="4" name="投影片編號版面配置區 3">
            <a:extLst>
              <a:ext uri="{FF2B5EF4-FFF2-40B4-BE49-F238E27FC236}">
                <a16:creationId xmlns:a16="http://schemas.microsoft.com/office/drawing/2014/main" id="{F9422FA7-2CE7-E012-616A-605705E358CD}"/>
              </a:ext>
            </a:extLst>
          </p:cNvPr>
          <p:cNvSpPr>
            <a:spLocks noGrp="1"/>
          </p:cNvSpPr>
          <p:nvPr>
            <p:ph type="sldNum" sz="quarter" idx="12"/>
          </p:nvPr>
        </p:nvSpPr>
        <p:spPr/>
        <p:txBody>
          <a:bodyPr>
            <a:normAutofit fontScale="92500"/>
          </a:bodyPr>
          <a:lstStyle/>
          <a:p>
            <a:fld id="{369E457D-EE12-4164-8E32-9DDD40A95892}" type="slidenum">
              <a:rPr lang="zh-TW" altLang="en-US" smtClean="0"/>
              <a:pPr/>
              <a:t>104</a:t>
            </a:fld>
            <a:endParaRPr lang="zh-TW" altLang="en-US"/>
          </a:p>
        </p:txBody>
      </p:sp>
      <p:sp>
        <p:nvSpPr>
          <p:cNvPr id="8" name="文字方塊 7">
            <a:extLst>
              <a:ext uri="{FF2B5EF4-FFF2-40B4-BE49-F238E27FC236}">
                <a16:creationId xmlns:a16="http://schemas.microsoft.com/office/drawing/2014/main" id="{80FC2F32-C7D7-6CA0-ECB7-5319B1FF71FC}"/>
              </a:ext>
            </a:extLst>
          </p:cNvPr>
          <p:cNvSpPr txBox="1"/>
          <p:nvPr/>
        </p:nvSpPr>
        <p:spPr>
          <a:xfrm>
            <a:off x="301752" y="1412776"/>
            <a:ext cx="8842248" cy="2308324"/>
          </a:xfrm>
          <a:prstGeom prst="rect">
            <a:avLst/>
          </a:prstGeom>
          <a:noFill/>
        </p:spPr>
        <p:txBody>
          <a:bodyPr wrap="square">
            <a:spAutoFit/>
          </a:bodyPr>
          <a:lstStyle/>
          <a:p>
            <a:r>
              <a:rPr lang="en-US" altLang="zh-TW" dirty="0"/>
              <a:t># </a:t>
            </a:r>
            <a:r>
              <a:rPr lang="zh-TW" altLang="en-US" dirty="0"/>
              <a:t>建立溫度紀錄資料表</a:t>
            </a:r>
          </a:p>
          <a:p>
            <a:endParaRPr lang="en-US" altLang="zh-TW" dirty="0"/>
          </a:p>
          <a:p>
            <a:r>
              <a:rPr lang="en-US" altLang="zh-TW" dirty="0"/>
              <a:t>class </a:t>
            </a:r>
            <a:r>
              <a:rPr lang="en-US" altLang="zh-TW" dirty="0">
                <a:solidFill>
                  <a:srgbClr val="FF0000"/>
                </a:solidFill>
              </a:rPr>
              <a:t>Temperature(</a:t>
            </a:r>
            <a:r>
              <a:rPr lang="en-US" altLang="zh-TW" dirty="0" err="1"/>
              <a:t>models.Model</a:t>
            </a:r>
            <a:r>
              <a:rPr lang="en-US" altLang="zh-TW" dirty="0"/>
              <a:t>):</a:t>
            </a:r>
          </a:p>
          <a:p>
            <a:r>
              <a:rPr lang="en-US" altLang="zh-TW" dirty="0"/>
              <a:t>     temperature = </a:t>
            </a:r>
            <a:r>
              <a:rPr lang="en-US" altLang="zh-TW" dirty="0" err="1"/>
              <a:t>models.</a:t>
            </a:r>
            <a:r>
              <a:rPr lang="en-US" altLang="zh-TW" dirty="0" err="1">
                <a:solidFill>
                  <a:srgbClr val="FF0000"/>
                </a:solidFill>
              </a:rPr>
              <a:t>DecimalField</a:t>
            </a:r>
            <a:r>
              <a:rPr lang="en-US" altLang="zh-TW" dirty="0"/>
              <a:t>(</a:t>
            </a:r>
            <a:r>
              <a:rPr lang="en-US" altLang="zh-TW" dirty="0" err="1"/>
              <a:t>max_digits</a:t>
            </a:r>
            <a:r>
              <a:rPr lang="en-US" altLang="zh-TW" dirty="0"/>
              <a:t>=5, </a:t>
            </a:r>
            <a:r>
              <a:rPr lang="en-US" altLang="zh-TW" dirty="0" err="1"/>
              <a:t>decimal_places</a:t>
            </a:r>
            <a:r>
              <a:rPr lang="en-US" altLang="zh-TW" dirty="0"/>
              <a:t>=1)</a:t>
            </a:r>
          </a:p>
          <a:p>
            <a:r>
              <a:rPr lang="en-US" altLang="zh-TW" dirty="0"/>
              <a:t>     </a:t>
            </a:r>
            <a:r>
              <a:rPr lang="en-US" altLang="zh-TW" dirty="0" err="1"/>
              <a:t>created_at</a:t>
            </a:r>
            <a:r>
              <a:rPr lang="en-US" altLang="zh-TW" dirty="0"/>
              <a:t> = </a:t>
            </a:r>
            <a:r>
              <a:rPr lang="en-US" altLang="zh-TW" dirty="0" err="1"/>
              <a:t>models.DateTimeField</a:t>
            </a:r>
            <a:r>
              <a:rPr lang="en-US" altLang="zh-TW" dirty="0"/>
              <a:t>(</a:t>
            </a:r>
            <a:r>
              <a:rPr lang="en-US" altLang="zh-TW" dirty="0" err="1"/>
              <a:t>auto_now_add</a:t>
            </a:r>
            <a:r>
              <a:rPr lang="en-US" altLang="zh-TW" dirty="0"/>
              <a:t>=True)</a:t>
            </a:r>
          </a:p>
          <a:p>
            <a:endParaRPr lang="en-US" altLang="zh-TW" dirty="0"/>
          </a:p>
          <a:p>
            <a:r>
              <a:rPr lang="en-US" altLang="zh-TW" dirty="0"/>
              <a:t>     def __str__(self):</a:t>
            </a:r>
          </a:p>
          <a:p>
            <a:r>
              <a:rPr lang="en-US" altLang="zh-TW" dirty="0"/>
              <a:t>         return str(</a:t>
            </a:r>
            <a:r>
              <a:rPr lang="en-US" altLang="zh-TW" dirty="0" err="1"/>
              <a:t>self.temperature</a:t>
            </a:r>
            <a:r>
              <a:rPr lang="en-US" altLang="zh-TW" dirty="0"/>
              <a:t>) </a:t>
            </a:r>
            <a:endParaRPr lang="zh-TW" altLang="en-US" dirty="0"/>
          </a:p>
        </p:txBody>
      </p:sp>
      <p:sp>
        <p:nvSpPr>
          <p:cNvPr id="5" name="文字方塊 4">
            <a:extLst>
              <a:ext uri="{FF2B5EF4-FFF2-40B4-BE49-F238E27FC236}">
                <a16:creationId xmlns:a16="http://schemas.microsoft.com/office/drawing/2014/main" id="{8BE746E4-35F5-F73B-BA6B-620ECB65053B}"/>
              </a:ext>
            </a:extLst>
          </p:cNvPr>
          <p:cNvSpPr txBox="1"/>
          <p:nvPr/>
        </p:nvSpPr>
        <p:spPr>
          <a:xfrm>
            <a:off x="306368" y="3789040"/>
            <a:ext cx="8586111" cy="600164"/>
          </a:xfrm>
          <a:prstGeom prst="rect">
            <a:avLst/>
          </a:prstGeom>
          <a:noFill/>
        </p:spPr>
        <p:txBody>
          <a:bodyPr wrap="square">
            <a:spAutoFit/>
          </a:bodyPr>
          <a:lstStyle/>
          <a:p>
            <a:r>
              <a:rPr kumimoji="0" lang="en-US" altLang="zh-TW" sz="3300" b="0" i="0" u="none" strike="noStrike" kern="1200" cap="none" spc="0" normalizeH="0" baseline="0" noProof="0" dirty="0" err="1">
                <a:ln>
                  <a:noFill/>
                </a:ln>
                <a:solidFill>
                  <a:srgbClr val="8CADAE">
                    <a:shade val="75000"/>
                  </a:srgbClr>
                </a:solidFill>
                <a:effectLst/>
                <a:uLnTx/>
                <a:uFillTx/>
                <a:latin typeface="Verdana"/>
                <a:ea typeface="微軟正黑體" panose="020B0604030504040204" pitchFamily="34" charset="-120"/>
                <a:cs typeface="+mj-cs"/>
              </a:rPr>
              <a:t>api</a:t>
            </a:r>
            <a:r>
              <a:rPr kumimoji="0" lang="zh-TW" altLang="en-US" sz="3300" b="0" i="0" u="none" strike="noStrike" kern="1200" cap="none" spc="0" normalizeH="0" baseline="0" noProof="0" dirty="0">
                <a:ln>
                  <a:noFill/>
                </a:ln>
                <a:solidFill>
                  <a:srgbClr val="8CADAE">
                    <a:shade val="75000"/>
                  </a:srgbClr>
                </a:solidFill>
                <a:effectLst/>
                <a:uLnTx/>
                <a:uFillTx/>
                <a:latin typeface="Verdana"/>
                <a:ea typeface="微軟正黑體" panose="020B0604030504040204" pitchFamily="34" charset="-120"/>
                <a:cs typeface="+mj-cs"/>
              </a:rPr>
              <a:t>接收溫度紀錄資料 </a:t>
            </a:r>
            <a:r>
              <a:rPr kumimoji="0" lang="en-US" altLang="zh-TW" sz="3300" b="0" i="0" u="none" strike="noStrike" kern="1200" cap="none" spc="0" normalizeH="0" baseline="0" noProof="0" dirty="0">
                <a:ln>
                  <a:noFill/>
                </a:ln>
                <a:solidFill>
                  <a:srgbClr val="8CADAE">
                    <a:shade val="75000"/>
                  </a:srgbClr>
                </a:solidFill>
                <a:effectLst/>
                <a:uLnTx/>
                <a:uFillTx/>
                <a:latin typeface="Verdana"/>
                <a:ea typeface="微軟正黑體" panose="020B0604030504040204" pitchFamily="34" charset="-120"/>
                <a:cs typeface="+mj-cs"/>
              </a:rPr>
              <a:t>views.py import</a:t>
            </a:r>
            <a:endParaRPr lang="zh-TW" altLang="en-US" dirty="0"/>
          </a:p>
        </p:txBody>
      </p:sp>
      <p:sp>
        <p:nvSpPr>
          <p:cNvPr id="7" name="文字方塊 6">
            <a:extLst>
              <a:ext uri="{FF2B5EF4-FFF2-40B4-BE49-F238E27FC236}">
                <a16:creationId xmlns:a16="http://schemas.microsoft.com/office/drawing/2014/main" id="{BF89F753-DEF0-79EF-0FB2-E62B1C4ECD4B}"/>
              </a:ext>
            </a:extLst>
          </p:cNvPr>
          <p:cNvSpPr txBox="1"/>
          <p:nvPr/>
        </p:nvSpPr>
        <p:spPr>
          <a:xfrm>
            <a:off x="301752" y="4581128"/>
            <a:ext cx="8374704" cy="1477328"/>
          </a:xfrm>
          <a:prstGeom prst="rect">
            <a:avLst/>
          </a:prstGeom>
          <a:noFill/>
        </p:spPr>
        <p:txBody>
          <a:bodyPr wrap="square">
            <a:spAutoFit/>
          </a:bodyPr>
          <a:lstStyle/>
          <a:p>
            <a:r>
              <a:rPr lang="en-US" altLang="zh-TW" dirty="0"/>
              <a:t># for temperature</a:t>
            </a:r>
          </a:p>
          <a:p>
            <a:r>
              <a:rPr lang="en-US" altLang="zh-TW" dirty="0"/>
              <a:t>from </a:t>
            </a:r>
            <a:r>
              <a:rPr lang="en-US" altLang="zh-TW" dirty="0" err="1">
                <a:solidFill>
                  <a:srgbClr val="FF0000"/>
                </a:solidFill>
              </a:rPr>
              <a:t>mysite.models</a:t>
            </a:r>
            <a:r>
              <a:rPr lang="en-US" altLang="zh-TW" dirty="0">
                <a:solidFill>
                  <a:srgbClr val="FF0000"/>
                </a:solidFill>
              </a:rPr>
              <a:t> import Temperature</a:t>
            </a:r>
          </a:p>
          <a:p>
            <a:r>
              <a:rPr lang="en-US" altLang="zh-TW" dirty="0"/>
              <a:t>import </a:t>
            </a:r>
            <a:r>
              <a:rPr lang="en-US" altLang="zh-TW" dirty="0" err="1"/>
              <a:t>json</a:t>
            </a:r>
            <a:endParaRPr lang="en-US" altLang="zh-TW" dirty="0"/>
          </a:p>
          <a:p>
            <a:r>
              <a:rPr lang="en-US" altLang="zh-TW" dirty="0"/>
              <a:t>from </a:t>
            </a:r>
            <a:r>
              <a:rPr lang="en-US" altLang="zh-TW" dirty="0" err="1"/>
              <a:t>django.</a:t>
            </a:r>
            <a:r>
              <a:rPr lang="en-US" altLang="zh-TW" dirty="0" err="1">
                <a:solidFill>
                  <a:srgbClr val="FF0000"/>
                </a:solidFill>
              </a:rPr>
              <a:t>shortcuts</a:t>
            </a:r>
            <a:r>
              <a:rPr lang="en-US" altLang="zh-TW" dirty="0"/>
              <a:t> import </a:t>
            </a:r>
            <a:r>
              <a:rPr lang="en-US" altLang="zh-TW" dirty="0" err="1"/>
              <a:t>HttpResponse</a:t>
            </a:r>
            <a:endParaRPr lang="en-US" altLang="zh-TW" dirty="0"/>
          </a:p>
          <a:p>
            <a:r>
              <a:rPr lang="en-US" altLang="zh-TW" dirty="0"/>
              <a:t>from </a:t>
            </a:r>
            <a:r>
              <a:rPr lang="en-US" altLang="zh-TW" dirty="0" err="1"/>
              <a:t>django.views.decorators.csrf</a:t>
            </a:r>
            <a:r>
              <a:rPr lang="en-US" altLang="zh-TW" dirty="0"/>
              <a:t> import </a:t>
            </a:r>
            <a:r>
              <a:rPr lang="en-US" altLang="zh-TW" dirty="0" err="1"/>
              <a:t>csrf_exempt</a:t>
            </a:r>
            <a:endParaRPr lang="zh-TW" altLang="en-US" dirty="0"/>
          </a:p>
        </p:txBody>
      </p:sp>
    </p:spTree>
    <p:extLst>
      <p:ext uri="{BB962C8B-B14F-4D97-AF65-F5344CB8AC3E}">
        <p14:creationId xmlns:p14="http://schemas.microsoft.com/office/powerpoint/2010/main" val="246293613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3F1F-A6D5-A8AB-A96D-4CAD4848F86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F78CF21-5839-F9BB-F608-C88256E5268F}"/>
              </a:ext>
            </a:extLst>
          </p:cNvPr>
          <p:cNvSpPr>
            <a:spLocks noGrp="1"/>
          </p:cNvSpPr>
          <p:nvPr>
            <p:ph type="title"/>
          </p:nvPr>
        </p:nvSpPr>
        <p:spPr>
          <a:xfrm>
            <a:off x="301752" y="-171400"/>
            <a:ext cx="8534400" cy="758952"/>
          </a:xfrm>
        </p:spPr>
        <p:txBody>
          <a:bodyPr>
            <a:normAutofit/>
          </a:bodyPr>
          <a:lstStyle/>
          <a:p>
            <a:r>
              <a:rPr lang="en-US" altLang="zh-TW" dirty="0" err="1"/>
              <a:t>api</a:t>
            </a:r>
            <a:r>
              <a:rPr lang="zh-TW" altLang="en-US" dirty="0"/>
              <a:t>接收溫度紀錄資料 </a:t>
            </a:r>
            <a:r>
              <a:rPr lang="en-US" altLang="zh-TW" dirty="0"/>
              <a:t>views.py</a:t>
            </a:r>
            <a:endParaRPr lang="zh-TW" altLang="en-US" dirty="0"/>
          </a:p>
        </p:txBody>
      </p:sp>
      <p:sp>
        <p:nvSpPr>
          <p:cNvPr id="4" name="投影片編號版面配置區 3">
            <a:extLst>
              <a:ext uri="{FF2B5EF4-FFF2-40B4-BE49-F238E27FC236}">
                <a16:creationId xmlns:a16="http://schemas.microsoft.com/office/drawing/2014/main" id="{5A38D5A1-12E2-AA28-416C-96D0FD5D0560}"/>
              </a:ext>
            </a:extLst>
          </p:cNvPr>
          <p:cNvSpPr>
            <a:spLocks noGrp="1"/>
          </p:cNvSpPr>
          <p:nvPr>
            <p:ph type="sldNum" sz="quarter" idx="12"/>
          </p:nvPr>
        </p:nvSpPr>
        <p:spPr/>
        <p:txBody>
          <a:bodyPr>
            <a:normAutofit fontScale="92500"/>
          </a:bodyPr>
          <a:lstStyle/>
          <a:p>
            <a:fld id="{369E457D-EE12-4164-8E32-9DDD40A95892}" type="slidenum">
              <a:rPr lang="zh-TW" altLang="en-US" smtClean="0"/>
              <a:pPr/>
              <a:t>105</a:t>
            </a:fld>
            <a:endParaRPr lang="zh-TW" altLang="en-US"/>
          </a:p>
        </p:txBody>
      </p:sp>
      <p:sp>
        <p:nvSpPr>
          <p:cNvPr id="8" name="文字方塊 7">
            <a:extLst>
              <a:ext uri="{FF2B5EF4-FFF2-40B4-BE49-F238E27FC236}">
                <a16:creationId xmlns:a16="http://schemas.microsoft.com/office/drawing/2014/main" id="{9F0AF0A8-6DEC-D185-3FF9-B3C2AE464A8F}"/>
              </a:ext>
            </a:extLst>
          </p:cNvPr>
          <p:cNvSpPr txBox="1"/>
          <p:nvPr/>
        </p:nvSpPr>
        <p:spPr>
          <a:xfrm>
            <a:off x="0" y="548680"/>
            <a:ext cx="9144000" cy="5909310"/>
          </a:xfrm>
          <a:prstGeom prst="rect">
            <a:avLst/>
          </a:prstGeom>
          <a:noFill/>
        </p:spPr>
        <p:txBody>
          <a:bodyPr wrap="square">
            <a:spAutoFit/>
          </a:bodyPr>
          <a:lstStyle/>
          <a:p>
            <a:r>
              <a:rPr lang="en-US" altLang="zh-TW" dirty="0"/>
              <a:t>@csrf_exempt</a:t>
            </a:r>
          </a:p>
          <a:p>
            <a:r>
              <a:rPr lang="en-US" altLang="zh-TW" dirty="0"/>
              <a:t>def </a:t>
            </a:r>
            <a:r>
              <a:rPr lang="en-US" altLang="zh-TW" dirty="0" err="1">
                <a:solidFill>
                  <a:srgbClr val="FF0000"/>
                </a:solidFill>
              </a:rPr>
              <a:t>plotly_api</a:t>
            </a:r>
            <a:r>
              <a:rPr lang="en-US" altLang="zh-TW" dirty="0"/>
              <a:t>(request):</a:t>
            </a:r>
          </a:p>
          <a:p>
            <a:r>
              <a:rPr lang="en-US" altLang="zh-TW" dirty="0"/>
              <a:t>    #</a:t>
            </a:r>
            <a:r>
              <a:rPr lang="zh-TW" altLang="en-US" dirty="0"/>
              <a:t>接收前端</a:t>
            </a:r>
            <a:r>
              <a:rPr lang="en-US" altLang="zh-TW" dirty="0" err="1"/>
              <a:t>sendTemperatureToBackend</a:t>
            </a:r>
            <a:r>
              <a:rPr lang="en-US" altLang="zh-TW" dirty="0"/>
              <a:t>(temperature), </a:t>
            </a:r>
          </a:p>
          <a:p>
            <a:r>
              <a:rPr lang="en-US" altLang="zh-TW" dirty="0"/>
              <a:t>    # </a:t>
            </a:r>
            <a:r>
              <a:rPr lang="zh-TW" altLang="en-US" dirty="0"/>
              <a:t>接收</a:t>
            </a:r>
            <a:r>
              <a:rPr lang="en-US" altLang="zh-TW" dirty="0" err="1"/>
              <a:t>XMLHttpRequest</a:t>
            </a:r>
            <a:r>
              <a:rPr lang="en-US" altLang="zh-TW" dirty="0"/>
              <a:t>()</a:t>
            </a:r>
            <a:r>
              <a:rPr lang="zh-TW" altLang="en-US" dirty="0"/>
              <a:t>傳來的資料</a:t>
            </a:r>
          </a:p>
          <a:p>
            <a:r>
              <a:rPr lang="zh-TW" altLang="en-US" dirty="0"/>
              <a:t>    </a:t>
            </a:r>
            <a:r>
              <a:rPr lang="en-US" altLang="zh-TW" dirty="0"/>
              <a:t>print('</a:t>
            </a:r>
            <a:r>
              <a:rPr lang="en-US" altLang="zh-TW" dirty="0" err="1"/>
              <a:t>request.body</a:t>
            </a:r>
            <a:r>
              <a:rPr lang="en-US" altLang="zh-TW" dirty="0"/>
              <a:t>:', </a:t>
            </a:r>
            <a:r>
              <a:rPr lang="en-US" altLang="zh-TW" dirty="0" err="1"/>
              <a:t>request.body</a:t>
            </a:r>
            <a:r>
              <a:rPr lang="en-US" altLang="zh-TW" dirty="0"/>
              <a:t>)</a:t>
            </a:r>
          </a:p>
          <a:p>
            <a:r>
              <a:rPr lang="en-US" altLang="zh-TW" dirty="0"/>
              <a:t>    # print('</a:t>
            </a:r>
            <a:r>
              <a:rPr lang="en-US" altLang="zh-TW" dirty="0" err="1"/>
              <a:t>request.POST</a:t>
            </a:r>
            <a:r>
              <a:rPr lang="en-US" altLang="zh-TW" dirty="0"/>
              <a:t>:', </a:t>
            </a:r>
            <a:r>
              <a:rPr lang="en-US" altLang="zh-TW" dirty="0" err="1"/>
              <a:t>request.POST</a:t>
            </a:r>
            <a:r>
              <a:rPr lang="en-US" altLang="zh-TW" dirty="0"/>
              <a:t>)</a:t>
            </a:r>
          </a:p>
          <a:p>
            <a:r>
              <a:rPr lang="en-US" altLang="zh-TW" dirty="0"/>
              <a:t>    # print('request:', request)</a:t>
            </a:r>
          </a:p>
          <a:p>
            <a:r>
              <a:rPr lang="en-US" altLang="zh-TW" dirty="0"/>
              <a:t>    </a:t>
            </a:r>
            <a:r>
              <a:rPr lang="en-US" altLang="zh-TW" dirty="0">
                <a:solidFill>
                  <a:srgbClr val="FF0000"/>
                </a:solidFill>
              </a:rPr>
              <a:t>if </a:t>
            </a:r>
            <a:r>
              <a:rPr lang="en-US" altLang="zh-TW" dirty="0" err="1">
                <a:solidFill>
                  <a:srgbClr val="FF0000"/>
                </a:solidFill>
              </a:rPr>
              <a:t>request.body</a:t>
            </a:r>
            <a:r>
              <a:rPr lang="en-US" altLang="zh-TW" dirty="0">
                <a:solidFill>
                  <a:srgbClr val="FF0000"/>
                </a:solidFill>
              </a:rPr>
              <a:t> :</a:t>
            </a:r>
          </a:p>
          <a:p>
            <a:r>
              <a:rPr lang="en-US" altLang="zh-TW" dirty="0"/>
              <a:t>        data = </a:t>
            </a:r>
            <a:r>
              <a:rPr lang="en-US" altLang="zh-TW" dirty="0" err="1"/>
              <a:t>json.loads</a:t>
            </a:r>
            <a:r>
              <a:rPr lang="en-US" altLang="zh-TW" dirty="0"/>
              <a:t>(</a:t>
            </a:r>
            <a:r>
              <a:rPr lang="en-US" altLang="zh-TW" dirty="0" err="1"/>
              <a:t>request.body.decode</a:t>
            </a:r>
            <a:r>
              <a:rPr lang="en-US" altLang="zh-TW" dirty="0"/>
              <a:t>('utf-8'))</a:t>
            </a:r>
          </a:p>
          <a:p>
            <a:r>
              <a:rPr lang="en-US" altLang="zh-TW" dirty="0"/>
              <a:t>        print('</a:t>
            </a:r>
            <a:r>
              <a:rPr lang="en-US" altLang="zh-TW" dirty="0" err="1"/>
              <a:t>json</a:t>
            </a:r>
            <a:r>
              <a:rPr lang="en-US" altLang="zh-TW" dirty="0"/>
              <a:t> data:', data)</a:t>
            </a:r>
          </a:p>
          <a:p>
            <a:r>
              <a:rPr lang="en-US" altLang="zh-TW" dirty="0"/>
              <a:t>        # temperature = int(data['temperature'])</a:t>
            </a:r>
          </a:p>
          <a:p>
            <a:r>
              <a:rPr lang="en-US" altLang="zh-TW" dirty="0"/>
              <a:t>        </a:t>
            </a:r>
            <a:r>
              <a:rPr lang="en-US" altLang="zh-TW" dirty="0">
                <a:solidFill>
                  <a:srgbClr val="FF0000"/>
                </a:solidFill>
              </a:rPr>
              <a:t>temperature = data['temperature']</a:t>
            </a:r>
          </a:p>
          <a:p>
            <a:r>
              <a:rPr lang="en-US" altLang="zh-TW" dirty="0"/>
              <a:t>    else : </a:t>
            </a:r>
          </a:p>
          <a:p>
            <a:r>
              <a:rPr lang="en-US" altLang="zh-TW" dirty="0"/>
              <a:t>        temperature = 0</a:t>
            </a:r>
          </a:p>
          <a:p>
            <a:r>
              <a:rPr lang="en-US" altLang="zh-TW" dirty="0"/>
              <a:t>    print(temperature)</a:t>
            </a:r>
          </a:p>
          <a:p>
            <a:r>
              <a:rPr lang="en-US" altLang="zh-TW" dirty="0"/>
              <a:t>    # </a:t>
            </a:r>
            <a:r>
              <a:rPr lang="zh-TW" altLang="en-US" dirty="0"/>
              <a:t>儲存溫度數據到資料庫</a:t>
            </a:r>
          </a:p>
          <a:p>
            <a:r>
              <a:rPr lang="zh-TW" altLang="en-US" dirty="0"/>
              <a:t>    </a:t>
            </a:r>
            <a:r>
              <a:rPr lang="en-US" altLang="zh-TW" dirty="0">
                <a:solidFill>
                  <a:srgbClr val="FF0000"/>
                </a:solidFill>
              </a:rPr>
              <a:t>temp = Temperature(temperature=temperature)</a:t>
            </a:r>
          </a:p>
          <a:p>
            <a:r>
              <a:rPr lang="en-US" altLang="zh-TW" dirty="0">
                <a:solidFill>
                  <a:srgbClr val="FF0000"/>
                </a:solidFill>
              </a:rPr>
              <a:t>    </a:t>
            </a:r>
            <a:r>
              <a:rPr lang="en-US" altLang="zh-TW" dirty="0" err="1">
                <a:solidFill>
                  <a:srgbClr val="FF0000"/>
                </a:solidFill>
              </a:rPr>
              <a:t>temp.save</a:t>
            </a:r>
            <a:r>
              <a:rPr lang="en-US" altLang="zh-TW" dirty="0">
                <a:solidFill>
                  <a:srgbClr val="FF0000"/>
                </a:solidFill>
              </a:rPr>
              <a:t>()</a:t>
            </a:r>
          </a:p>
          <a:p>
            <a:r>
              <a:rPr lang="en-US" altLang="zh-TW" dirty="0"/>
              <a:t>    print('</a:t>
            </a:r>
            <a:r>
              <a:rPr lang="zh-TW" altLang="en-US" dirty="0"/>
              <a:t>溫度數據已儲存到資料庫</a:t>
            </a:r>
            <a:r>
              <a:rPr lang="en-US" altLang="zh-TW" dirty="0"/>
              <a:t>')</a:t>
            </a:r>
          </a:p>
          <a:p>
            <a:r>
              <a:rPr lang="en-US" altLang="zh-TW" dirty="0"/>
              <a:t>    return </a:t>
            </a:r>
            <a:r>
              <a:rPr lang="en-US" altLang="zh-TW" dirty="0" err="1">
                <a:solidFill>
                  <a:srgbClr val="FF0000"/>
                </a:solidFill>
              </a:rPr>
              <a:t>HttpResponse</a:t>
            </a:r>
            <a:r>
              <a:rPr lang="en-US" altLang="zh-TW" dirty="0"/>
              <a:t>(temperature)</a:t>
            </a:r>
          </a:p>
          <a:p>
            <a:r>
              <a:rPr lang="en-US" altLang="zh-TW" dirty="0"/>
              <a:t>    return render(request, 'mqtt.html', locals())</a:t>
            </a:r>
            <a:endParaRPr lang="zh-TW" altLang="en-US" dirty="0"/>
          </a:p>
        </p:txBody>
      </p:sp>
    </p:spTree>
    <p:extLst>
      <p:ext uri="{BB962C8B-B14F-4D97-AF65-F5344CB8AC3E}">
        <p14:creationId xmlns:p14="http://schemas.microsoft.com/office/powerpoint/2010/main" val="205104069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0FDFA-F218-46C6-DCFE-E386B6320D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9083C37-C502-93DF-6BDC-A8BA58FF6D8C}"/>
              </a:ext>
            </a:extLst>
          </p:cNvPr>
          <p:cNvSpPr>
            <a:spLocks noGrp="1"/>
          </p:cNvSpPr>
          <p:nvPr>
            <p:ph type="title"/>
          </p:nvPr>
        </p:nvSpPr>
        <p:spPr/>
        <p:txBody>
          <a:bodyPr/>
          <a:lstStyle/>
          <a:p>
            <a:r>
              <a:rPr lang="zh-TW" altLang="en-US" dirty="0"/>
              <a:t>顯示圖表</a:t>
            </a:r>
            <a:r>
              <a:rPr lang="en-US" altLang="zh-TW" dirty="0" err="1"/>
              <a:t>Mqtt_show</a:t>
            </a:r>
            <a:r>
              <a:rPr lang="zh-TW" altLang="en-US" dirty="0"/>
              <a:t> </a:t>
            </a:r>
            <a:r>
              <a:rPr lang="en-US" altLang="zh-TW" dirty="0"/>
              <a:t>in</a:t>
            </a:r>
            <a:r>
              <a:rPr lang="zh-TW" altLang="en-US" dirty="0"/>
              <a:t> </a:t>
            </a:r>
            <a:r>
              <a:rPr lang="en-US" altLang="zh-TW" dirty="0"/>
              <a:t>views.py</a:t>
            </a:r>
            <a:endParaRPr lang="zh-TW" altLang="en-US" dirty="0"/>
          </a:p>
        </p:txBody>
      </p:sp>
      <p:sp>
        <p:nvSpPr>
          <p:cNvPr id="4" name="投影片編號版面配置區 3">
            <a:extLst>
              <a:ext uri="{FF2B5EF4-FFF2-40B4-BE49-F238E27FC236}">
                <a16:creationId xmlns:a16="http://schemas.microsoft.com/office/drawing/2014/main" id="{723A46AE-14B2-2497-2D91-6D4576428DA6}"/>
              </a:ext>
            </a:extLst>
          </p:cNvPr>
          <p:cNvSpPr>
            <a:spLocks noGrp="1"/>
          </p:cNvSpPr>
          <p:nvPr>
            <p:ph type="sldNum" sz="quarter" idx="12"/>
          </p:nvPr>
        </p:nvSpPr>
        <p:spPr/>
        <p:txBody>
          <a:bodyPr>
            <a:normAutofit fontScale="92500"/>
          </a:bodyPr>
          <a:lstStyle/>
          <a:p>
            <a:fld id="{369E457D-EE12-4164-8E32-9DDD40A95892}" type="slidenum">
              <a:rPr lang="zh-TW" altLang="en-US" smtClean="0"/>
              <a:pPr/>
              <a:t>106</a:t>
            </a:fld>
            <a:endParaRPr lang="zh-TW" altLang="en-US"/>
          </a:p>
        </p:txBody>
      </p:sp>
      <p:sp>
        <p:nvSpPr>
          <p:cNvPr id="6" name="文字方塊 5">
            <a:extLst>
              <a:ext uri="{FF2B5EF4-FFF2-40B4-BE49-F238E27FC236}">
                <a16:creationId xmlns:a16="http://schemas.microsoft.com/office/drawing/2014/main" id="{445955F9-BE27-584C-4EF3-B01891F7EF4E}"/>
              </a:ext>
            </a:extLst>
          </p:cNvPr>
          <p:cNvSpPr txBox="1"/>
          <p:nvPr/>
        </p:nvSpPr>
        <p:spPr>
          <a:xfrm>
            <a:off x="466104" y="1556792"/>
            <a:ext cx="8368608" cy="5355312"/>
          </a:xfrm>
          <a:prstGeom prst="rect">
            <a:avLst/>
          </a:prstGeom>
          <a:noFill/>
        </p:spPr>
        <p:txBody>
          <a:bodyPr wrap="square">
            <a:spAutoFit/>
          </a:bodyPr>
          <a:lstStyle/>
          <a:p>
            <a:r>
              <a:rPr lang="en-US" altLang="zh-TW" dirty="0"/>
              <a:t># </a:t>
            </a:r>
            <a:r>
              <a:rPr lang="zh-TW" altLang="en-US" dirty="0"/>
              <a:t>啟動</a:t>
            </a:r>
            <a:r>
              <a:rPr lang="en-US" altLang="zh-TW" dirty="0" err="1"/>
              <a:t>mqtt</a:t>
            </a:r>
            <a:r>
              <a:rPr lang="zh-TW" altLang="en-US" dirty="0"/>
              <a:t>溫度資料傳送</a:t>
            </a:r>
          </a:p>
          <a:p>
            <a:endParaRPr lang="en-US" altLang="zh-TW" dirty="0"/>
          </a:p>
          <a:p>
            <a:r>
              <a:rPr lang="en-US" altLang="zh-TW" dirty="0"/>
              <a:t>def </a:t>
            </a:r>
            <a:r>
              <a:rPr lang="en-US" altLang="zh-TW" dirty="0" err="1">
                <a:solidFill>
                  <a:srgbClr val="FF0000"/>
                </a:solidFill>
              </a:rPr>
              <a:t>mqtt_show</a:t>
            </a:r>
            <a:r>
              <a:rPr lang="en-US" altLang="zh-TW" dirty="0"/>
              <a:t>(request):</a:t>
            </a:r>
          </a:p>
          <a:p>
            <a:r>
              <a:rPr lang="en-US" altLang="zh-TW" dirty="0"/>
              <a:t>    return render(request, 'mqtt.html', locals())</a:t>
            </a:r>
          </a:p>
          <a:p>
            <a:endParaRPr lang="en-US" altLang="zh-TW" dirty="0"/>
          </a:p>
          <a:p>
            <a:r>
              <a:rPr lang="en-US" altLang="zh-TW" dirty="0"/>
              <a:t># </a:t>
            </a:r>
            <a:r>
              <a:rPr lang="zh-TW" altLang="en-US" dirty="0"/>
              <a:t>使用</a:t>
            </a:r>
            <a:r>
              <a:rPr lang="en-US" altLang="zh-TW" dirty="0" err="1"/>
              <a:t>ploty</a:t>
            </a:r>
            <a:r>
              <a:rPr lang="zh-TW" altLang="en-US" dirty="0"/>
              <a:t>來繪製溫度圖表</a:t>
            </a:r>
          </a:p>
          <a:p>
            <a:r>
              <a:rPr lang="en-US" altLang="zh-TW" dirty="0"/>
              <a:t>def </a:t>
            </a:r>
            <a:r>
              <a:rPr lang="en-US" altLang="zh-TW" dirty="0" err="1">
                <a:solidFill>
                  <a:srgbClr val="FF0000"/>
                </a:solidFill>
              </a:rPr>
              <a:t>plotly_mqtt</a:t>
            </a:r>
            <a:r>
              <a:rPr lang="en-US" altLang="zh-TW" dirty="0"/>
              <a:t>(request):</a:t>
            </a:r>
          </a:p>
          <a:p>
            <a:r>
              <a:rPr lang="en-US" altLang="zh-TW" dirty="0"/>
              <a:t>    data = </a:t>
            </a:r>
            <a:r>
              <a:rPr lang="en-US" altLang="zh-TW" dirty="0" err="1"/>
              <a:t>Temperature.objects.all</a:t>
            </a:r>
            <a:r>
              <a:rPr lang="en-US" altLang="zh-TW" dirty="0"/>
              <a:t>().</a:t>
            </a:r>
            <a:r>
              <a:rPr lang="en-US" altLang="zh-TW" dirty="0" err="1"/>
              <a:t>order_by</a:t>
            </a:r>
            <a:r>
              <a:rPr lang="en-US" altLang="zh-TW" dirty="0"/>
              <a:t>('-id')[:10]</a:t>
            </a:r>
          </a:p>
          <a:p>
            <a:r>
              <a:rPr lang="en-US" altLang="zh-TW" dirty="0"/>
              <a:t>    # data = </a:t>
            </a:r>
            <a:r>
              <a:rPr lang="en-US" altLang="zh-TW" dirty="0" err="1"/>
              <a:t>Temperature.objects.all</a:t>
            </a:r>
            <a:r>
              <a:rPr lang="en-US" altLang="zh-TW" dirty="0"/>
              <a:t>()</a:t>
            </a:r>
          </a:p>
          <a:p>
            <a:r>
              <a:rPr lang="en-US" altLang="zh-TW" dirty="0"/>
              <a:t>    x = [</a:t>
            </a:r>
            <a:r>
              <a:rPr lang="en-US" altLang="zh-TW" dirty="0" err="1"/>
              <a:t>d.created_at</a:t>
            </a:r>
            <a:r>
              <a:rPr lang="en-US" altLang="zh-TW" dirty="0"/>
              <a:t> for d in data]</a:t>
            </a:r>
          </a:p>
          <a:p>
            <a:r>
              <a:rPr lang="en-US" altLang="zh-TW" dirty="0"/>
              <a:t>    y = [</a:t>
            </a:r>
            <a:r>
              <a:rPr lang="en-US" altLang="zh-TW" dirty="0" err="1"/>
              <a:t>d.temperature</a:t>
            </a:r>
            <a:r>
              <a:rPr lang="en-US" altLang="zh-TW" dirty="0"/>
              <a:t> for d in data]</a:t>
            </a:r>
          </a:p>
          <a:p>
            <a:r>
              <a:rPr lang="en-US" altLang="zh-TW" dirty="0"/>
              <a:t>    trace = </a:t>
            </a:r>
            <a:r>
              <a:rPr lang="en-US" altLang="zh-TW" dirty="0" err="1"/>
              <a:t>go.Scatter</a:t>
            </a:r>
            <a:r>
              <a:rPr lang="en-US" altLang="zh-TW" dirty="0"/>
              <a:t>(x=x, y=y, name='</a:t>
            </a:r>
            <a:r>
              <a:rPr lang="zh-TW" altLang="en-US" dirty="0"/>
              <a:t>溫度</a:t>
            </a:r>
            <a:r>
              <a:rPr lang="en-US" altLang="zh-TW" dirty="0"/>
              <a:t>', mode='</a:t>
            </a:r>
            <a:r>
              <a:rPr lang="en-US" altLang="zh-TW" dirty="0" err="1"/>
              <a:t>lines+markers</a:t>
            </a:r>
            <a:r>
              <a:rPr lang="en-US" altLang="zh-TW" dirty="0"/>
              <a:t>')</a:t>
            </a:r>
          </a:p>
          <a:p>
            <a:r>
              <a:rPr lang="en-US" altLang="zh-TW" dirty="0"/>
              <a:t>    layout = </a:t>
            </a:r>
            <a:r>
              <a:rPr lang="en-US" altLang="zh-TW" dirty="0" err="1"/>
              <a:t>go.Layout</a:t>
            </a:r>
            <a:r>
              <a:rPr lang="en-US" altLang="zh-TW" dirty="0"/>
              <a:t>(title='</a:t>
            </a:r>
            <a:r>
              <a:rPr lang="zh-TW" altLang="en-US" dirty="0"/>
              <a:t>溫度數據</a:t>
            </a:r>
            <a:r>
              <a:rPr lang="en-US" altLang="zh-TW" dirty="0"/>
              <a:t>', height=500)</a:t>
            </a:r>
          </a:p>
          <a:p>
            <a:r>
              <a:rPr lang="en-US" altLang="zh-TW" dirty="0"/>
              <a:t>    fig = </a:t>
            </a:r>
            <a:r>
              <a:rPr lang="en-US" altLang="zh-TW" dirty="0" err="1"/>
              <a:t>go.Figure</a:t>
            </a:r>
            <a:r>
              <a:rPr lang="en-US" altLang="zh-TW" dirty="0"/>
              <a:t>(data=[trace], layout=layout)</a:t>
            </a:r>
          </a:p>
          <a:p>
            <a:r>
              <a:rPr lang="en-US" altLang="zh-TW" dirty="0"/>
              <a:t>    </a:t>
            </a:r>
            <a:r>
              <a:rPr lang="en-US" altLang="zh-TW" dirty="0" err="1"/>
              <a:t>temp_div</a:t>
            </a:r>
            <a:r>
              <a:rPr lang="en-US" altLang="zh-TW" dirty="0"/>
              <a:t> = plot(fig, </a:t>
            </a:r>
            <a:r>
              <a:rPr lang="en-US" altLang="zh-TW" dirty="0" err="1"/>
              <a:t>output_type</a:t>
            </a:r>
            <a:r>
              <a:rPr lang="en-US" altLang="zh-TW" dirty="0"/>
              <a:t>='div')</a:t>
            </a:r>
          </a:p>
          <a:p>
            <a:r>
              <a:rPr lang="en-US" altLang="zh-TW" dirty="0"/>
              <a:t>    return render(request, 'temp.html', locals())</a:t>
            </a:r>
          </a:p>
          <a:p>
            <a:br>
              <a:rPr lang="en-US" altLang="zh-TW" dirty="0"/>
            </a:br>
            <a:endParaRPr lang="en-US" altLang="zh-TW" dirty="0"/>
          </a:p>
          <a:p>
            <a:endParaRPr lang="zh-TW" altLang="en-US" dirty="0"/>
          </a:p>
        </p:txBody>
      </p:sp>
    </p:spTree>
    <p:extLst>
      <p:ext uri="{BB962C8B-B14F-4D97-AF65-F5344CB8AC3E}">
        <p14:creationId xmlns:p14="http://schemas.microsoft.com/office/powerpoint/2010/main" val="10210355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AB7FD-947E-23C0-A60F-ED96F3227B9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46493A3-CEC0-5D09-8AEA-8C5AAC204086}"/>
              </a:ext>
            </a:extLst>
          </p:cNvPr>
          <p:cNvSpPr>
            <a:spLocks noGrp="1"/>
          </p:cNvSpPr>
          <p:nvPr>
            <p:ph type="title"/>
          </p:nvPr>
        </p:nvSpPr>
        <p:spPr/>
        <p:txBody>
          <a:bodyPr/>
          <a:lstStyle/>
          <a:p>
            <a:r>
              <a:rPr lang="zh-TW" altLang="en-US" dirty="0"/>
              <a:t>前端</a:t>
            </a:r>
            <a:r>
              <a:rPr lang="en-US" altLang="zh-TW" dirty="0" err="1"/>
              <a:t>url</a:t>
            </a:r>
            <a:r>
              <a:rPr lang="en-US" altLang="zh-TW" dirty="0"/>
              <a:t> &amp; html</a:t>
            </a:r>
            <a:endParaRPr lang="zh-TW" altLang="en-US" dirty="0"/>
          </a:p>
        </p:txBody>
      </p:sp>
      <p:sp>
        <p:nvSpPr>
          <p:cNvPr id="4" name="投影片編號版面配置區 3">
            <a:extLst>
              <a:ext uri="{FF2B5EF4-FFF2-40B4-BE49-F238E27FC236}">
                <a16:creationId xmlns:a16="http://schemas.microsoft.com/office/drawing/2014/main" id="{08E7E193-6B12-0F10-ACE9-BCCCD7816DDC}"/>
              </a:ext>
            </a:extLst>
          </p:cNvPr>
          <p:cNvSpPr>
            <a:spLocks noGrp="1"/>
          </p:cNvSpPr>
          <p:nvPr>
            <p:ph type="sldNum" sz="quarter" idx="12"/>
          </p:nvPr>
        </p:nvSpPr>
        <p:spPr/>
        <p:txBody>
          <a:bodyPr>
            <a:normAutofit fontScale="92500"/>
          </a:bodyPr>
          <a:lstStyle/>
          <a:p>
            <a:fld id="{369E457D-EE12-4164-8E32-9DDD40A95892}" type="slidenum">
              <a:rPr lang="zh-TW" altLang="en-US" smtClean="0"/>
              <a:pPr/>
              <a:t>107</a:t>
            </a:fld>
            <a:endParaRPr lang="zh-TW" altLang="en-US"/>
          </a:p>
        </p:txBody>
      </p:sp>
      <p:sp>
        <p:nvSpPr>
          <p:cNvPr id="6" name="文字方塊 5">
            <a:extLst>
              <a:ext uri="{FF2B5EF4-FFF2-40B4-BE49-F238E27FC236}">
                <a16:creationId xmlns:a16="http://schemas.microsoft.com/office/drawing/2014/main" id="{450C1C41-77B2-70E1-995B-EA289E58B7CC}"/>
              </a:ext>
            </a:extLst>
          </p:cNvPr>
          <p:cNvSpPr txBox="1"/>
          <p:nvPr/>
        </p:nvSpPr>
        <p:spPr>
          <a:xfrm>
            <a:off x="466104" y="1268760"/>
            <a:ext cx="8368608" cy="5909310"/>
          </a:xfrm>
          <a:prstGeom prst="rect">
            <a:avLst/>
          </a:prstGeom>
          <a:noFill/>
        </p:spPr>
        <p:txBody>
          <a:bodyPr wrap="square">
            <a:spAutoFit/>
          </a:bodyPr>
          <a:lstStyle/>
          <a:p>
            <a:r>
              <a:rPr lang="en-US" altLang="zh-TW" dirty="0"/>
              <a:t>    path(</a:t>
            </a:r>
            <a:r>
              <a:rPr lang="en-US" altLang="zh-TW" dirty="0">
                <a:solidFill>
                  <a:srgbClr val="FF0000"/>
                </a:solidFill>
              </a:rPr>
              <a:t>'</a:t>
            </a:r>
            <a:r>
              <a:rPr lang="en-US" altLang="zh-TW" dirty="0" err="1">
                <a:solidFill>
                  <a:srgbClr val="FF0000"/>
                </a:solidFill>
              </a:rPr>
              <a:t>api</a:t>
            </a:r>
            <a:r>
              <a:rPr lang="en-US" altLang="zh-TW" dirty="0">
                <a:solidFill>
                  <a:srgbClr val="FF0000"/>
                </a:solidFill>
              </a:rPr>
              <a:t>/</a:t>
            </a:r>
            <a:r>
              <a:rPr lang="en-US" altLang="zh-TW" dirty="0"/>
              <a:t>temperature/', </a:t>
            </a:r>
            <a:r>
              <a:rPr lang="en-US" altLang="zh-TW" dirty="0" err="1"/>
              <a:t>plotly_api</a:t>
            </a:r>
            <a:r>
              <a:rPr lang="en-US" altLang="zh-TW" dirty="0"/>
              <a:t>, name='</a:t>
            </a:r>
            <a:r>
              <a:rPr lang="en-US" altLang="zh-TW" dirty="0" err="1"/>
              <a:t>plotly_api</a:t>
            </a:r>
            <a:r>
              <a:rPr lang="en-US" altLang="zh-TW" dirty="0"/>
              <a:t>'),</a:t>
            </a:r>
          </a:p>
          <a:p>
            <a:r>
              <a:rPr lang="en-US" altLang="zh-TW" dirty="0"/>
              <a:t>    path('</a:t>
            </a:r>
            <a:r>
              <a:rPr lang="en-US" altLang="zh-TW" dirty="0" err="1"/>
              <a:t>mqtt</a:t>
            </a:r>
            <a:r>
              <a:rPr lang="en-US" altLang="zh-TW" dirty="0"/>
              <a:t>/', </a:t>
            </a:r>
            <a:r>
              <a:rPr lang="en-US" altLang="zh-TW" dirty="0" err="1"/>
              <a:t>mqtt_show</a:t>
            </a:r>
            <a:r>
              <a:rPr lang="en-US" altLang="zh-TW" dirty="0"/>
              <a:t>, name='</a:t>
            </a:r>
            <a:r>
              <a:rPr lang="en-US" altLang="zh-TW" dirty="0" err="1"/>
              <a:t>mqtt_show</a:t>
            </a:r>
            <a:r>
              <a:rPr lang="en-US" altLang="zh-TW" dirty="0"/>
              <a:t>'),</a:t>
            </a:r>
          </a:p>
          <a:p>
            <a:r>
              <a:rPr lang="en-US" altLang="zh-TW" dirty="0"/>
              <a:t>    path('temp/', </a:t>
            </a:r>
            <a:r>
              <a:rPr lang="en-US" altLang="zh-TW" dirty="0" err="1"/>
              <a:t>plotly_mqtt</a:t>
            </a:r>
            <a:r>
              <a:rPr lang="en-US" altLang="zh-TW" dirty="0"/>
              <a:t>, name='</a:t>
            </a:r>
            <a:r>
              <a:rPr lang="en-US" altLang="zh-TW" dirty="0" err="1"/>
              <a:t>plotly_mqtt</a:t>
            </a:r>
            <a:r>
              <a:rPr lang="en-US" altLang="zh-TW" dirty="0"/>
              <a:t>’),</a:t>
            </a:r>
          </a:p>
          <a:p>
            <a:endParaRPr lang="en-US" altLang="zh-TW" dirty="0"/>
          </a:p>
          <a:p>
            <a:r>
              <a:rPr lang="en-US" altLang="zh-TW" dirty="0"/>
              <a:t>Html: </a:t>
            </a:r>
            <a:r>
              <a:rPr lang="zh-TW" altLang="en-US" dirty="0"/>
              <a:t>用</a:t>
            </a:r>
            <a:r>
              <a:rPr lang="en-US" altLang="zh-TW" dirty="0"/>
              <a:t>plotly.html</a:t>
            </a:r>
            <a:r>
              <a:rPr lang="zh-TW" altLang="en-US" dirty="0"/>
              <a:t>來改成</a:t>
            </a:r>
            <a:r>
              <a:rPr lang="en-US" altLang="zh-TW" dirty="0"/>
              <a:t>temp.html</a:t>
            </a:r>
          </a:p>
          <a:p>
            <a:r>
              <a:rPr lang="en-US" altLang="zh-TW" dirty="0"/>
              <a:t>{{ </a:t>
            </a:r>
            <a:r>
              <a:rPr lang="en-US" altLang="zh-TW" dirty="0" err="1">
                <a:solidFill>
                  <a:srgbClr val="FF0000"/>
                </a:solidFill>
              </a:rPr>
              <a:t>temp</a:t>
            </a:r>
            <a:r>
              <a:rPr lang="en-US" altLang="zh-TW" dirty="0" err="1"/>
              <a:t>_div</a:t>
            </a:r>
            <a:r>
              <a:rPr lang="en-US" altLang="zh-TW" dirty="0"/>
              <a:t> }}</a:t>
            </a:r>
          </a:p>
          <a:p>
            <a:r>
              <a:rPr lang="en-US" altLang="zh-TW" dirty="0"/>
              <a:t>            &lt;table class="table table-striped table-</a:t>
            </a:r>
            <a:r>
              <a:rPr lang="en-US" altLang="zh-TW" dirty="0" err="1"/>
              <a:t>sm</a:t>
            </a:r>
            <a:r>
              <a:rPr lang="en-US" altLang="zh-TW" dirty="0"/>
              <a:t>"&gt;</a:t>
            </a:r>
          </a:p>
          <a:p>
            <a:r>
              <a:rPr lang="en-US" altLang="zh-TW" dirty="0"/>
              <a:t>                &lt;tr&gt;</a:t>
            </a:r>
          </a:p>
          <a:p>
            <a:r>
              <a:rPr lang="en-US" altLang="zh-TW" dirty="0"/>
              <a:t>                    &lt;td&gt;ID&lt;/td&gt;</a:t>
            </a:r>
          </a:p>
          <a:p>
            <a:r>
              <a:rPr lang="en-US" altLang="zh-TW" dirty="0"/>
              <a:t>                    &lt;td&gt;</a:t>
            </a:r>
            <a:r>
              <a:rPr lang="zh-TW" altLang="en-US" dirty="0"/>
              <a:t>溫度</a:t>
            </a:r>
            <a:r>
              <a:rPr lang="en-US" altLang="zh-TW" dirty="0"/>
              <a:t>&lt;/td&gt;</a:t>
            </a:r>
          </a:p>
          <a:p>
            <a:r>
              <a:rPr lang="en-US" altLang="zh-TW" dirty="0"/>
              <a:t>                    &lt;td&gt;</a:t>
            </a:r>
            <a:r>
              <a:rPr lang="zh-TW" altLang="en-US" dirty="0"/>
              <a:t>接收時間</a:t>
            </a:r>
            <a:r>
              <a:rPr lang="en-US" altLang="zh-TW" dirty="0"/>
              <a:t>&lt;/td&gt;</a:t>
            </a:r>
          </a:p>
          <a:p>
            <a:r>
              <a:rPr lang="en-US" altLang="zh-TW" dirty="0"/>
              <a:t>                &lt;/tr&gt;</a:t>
            </a:r>
          </a:p>
          <a:p>
            <a:r>
              <a:rPr lang="en-US" altLang="zh-TW" dirty="0"/>
              <a:t>                {% for d in data %}</a:t>
            </a:r>
          </a:p>
          <a:p>
            <a:r>
              <a:rPr lang="en-US" altLang="zh-TW" dirty="0"/>
              <a:t>                &lt;tr&gt;</a:t>
            </a:r>
          </a:p>
          <a:p>
            <a:r>
              <a:rPr lang="en-US" altLang="zh-TW" dirty="0"/>
              <a:t>                    &lt;td&gt;{{ d.</a:t>
            </a:r>
            <a:r>
              <a:rPr lang="en-US" altLang="zh-TW" dirty="0">
                <a:solidFill>
                  <a:srgbClr val="FF0000"/>
                </a:solidFill>
              </a:rPr>
              <a:t>id</a:t>
            </a:r>
            <a:r>
              <a:rPr lang="en-US" altLang="zh-TW" dirty="0"/>
              <a:t> }}&lt;/td&gt;</a:t>
            </a:r>
          </a:p>
          <a:p>
            <a:r>
              <a:rPr lang="en-US" altLang="zh-TW" dirty="0"/>
              <a:t>                    &lt;td&gt;{{ </a:t>
            </a:r>
            <a:r>
              <a:rPr lang="en-US" altLang="zh-TW" dirty="0" err="1"/>
              <a:t>d.</a:t>
            </a:r>
            <a:r>
              <a:rPr lang="en-US" altLang="zh-TW" dirty="0" err="1">
                <a:solidFill>
                  <a:srgbClr val="FF0000"/>
                </a:solidFill>
              </a:rPr>
              <a:t>temperature</a:t>
            </a:r>
            <a:r>
              <a:rPr lang="en-US" altLang="zh-TW" dirty="0"/>
              <a:t> }}&lt;/td&gt;</a:t>
            </a:r>
          </a:p>
          <a:p>
            <a:r>
              <a:rPr lang="en-US" altLang="zh-TW" dirty="0"/>
              <a:t>                    &lt;td&gt;{{ </a:t>
            </a:r>
            <a:r>
              <a:rPr lang="en-US" altLang="zh-TW" dirty="0" err="1"/>
              <a:t>d.</a:t>
            </a:r>
            <a:r>
              <a:rPr lang="en-US" altLang="zh-TW" dirty="0" err="1">
                <a:solidFill>
                  <a:srgbClr val="FF0000"/>
                </a:solidFill>
              </a:rPr>
              <a:t>created_at</a:t>
            </a:r>
            <a:r>
              <a:rPr lang="en-US" altLang="zh-TW" dirty="0">
                <a:solidFill>
                  <a:srgbClr val="FF0000"/>
                </a:solidFill>
              </a:rPr>
              <a:t> </a:t>
            </a:r>
            <a:r>
              <a:rPr lang="en-US" altLang="zh-TW" dirty="0"/>
              <a:t>}}&lt;/td&gt;</a:t>
            </a:r>
          </a:p>
          <a:p>
            <a:r>
              <a:rPr lang="en-US" altLang="zh-TW" dirty="0"/>
              <a:t>                &lt;/tr&gt;</a:t>
            </a:r>
          </a:p>
          <a:p>
            <a:r>
              <a:rPr lang="en-US" altLang="zh-TW" dirty="0"/>
              <a:t>                {% </a:t>
            </a:r>
            <a:r>
              <a:rPr lang="en-US" altLang="zh-TW" dirty="0" err="1"/>
              <a:t>endfor</a:t>
            </a:r>
            <a:r>
              <a:rPr lang="en-US" altLang="zh-TW" dirty="0"/>
              <a:t> %}</a:t>
            </a:r>
          </a:p>
          <a:p>
            <a:r>
              <a:rPr lang="en-US" altLang="zh-TW" dirty="0"/>
              <a:t>            &lt;/table&gt;</a:t>
            </a:r>
          </a:p>
          <a:p>
            <a:endParaRPr lang="zh-TW" altLang="en-US" dirty="0"/>
          </a:p>
        </p:txBody>
      </p:sp>
    </p:spTree>
    <p:extLst>
      <p:ext uri="{BB962C8B-B14F-4D97-AF65-F5344CB8AC3E}">
        <p14:creationId xmlns:p14="http://schemas.microsoft.com/office/powerpoint/2010/main" val="118417420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B7BD5-BACD-6675-0D88-35E3995F6BA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3412D05-684D-1808-23D4-94A5403C8BBA}"/>
              </a:ext>
            </a:extLst>
          </p:cNvPr>
          <p:cNvSpPr>
            <a:spLocks noGrp="1"/>
          </p:cNvSpPr>
          <p:nvPr>
            <p:ph type="title"/>
          </p:nvPr>
        </p:nvSpPr>
        <p:spPr/>
        <p:txBody>
          <a:bodyPr/>
          <a:lstStyle/>
          <a:p>
            <a:r>
              <a:rPr lang="zh-TW" altLang="en-US"/>
              <a:t>說明同步和非同步</a:t>
            </a:r>
          </a:p>
        </p:txBody>
      </p:sp>
      <p:sp>
        <p:nvSpPr>
          <p:cNvPr id="3" name="直排文字版面配置區 2">
            <a:extLst>
              <a:ext uri="{FF2B5EF4-FFF2-40B4-BE49-F238E27FC236}">
                <a16:creationId xmlns:a16="http://schemas.microsoft.com/office/drawing/2014/main" id="{445A7537-3C76-ED44-7B8F-D04CB74C4512}"/>
              </a:ext>
            </a:extLst>
          </p:cNvPr>
          <p:cNvSpPr>
            <a:spLocks noGrp="1"/>
          </p:cNvSpPr>
          <p:nvPr>
            <p:ph type="body" orient="vert" idx="1"/>
          </p:nvPr>
        </p:nvSpPr>
        <p:spPr/>
        <p:txBody>
          <a:bodyPr/>
          <a:lstStyle/>
          <a:p>
            <a:endParaRPr lang="zh-TW" altLang="en-US"/>
          </a:p>
        </p:txBody>
      </p:sp>
      <p:sp>
        <p:nvSpPr>
          <p:cNvPr id="4" name="投影片編號版面配置區 3">
            <a:extLst>
              <a:ext uri="{FF2B5EF4-FFF2-40B4-BE49-F238E27FC236}">
                <a16:creationId xmlns:a16="http://schemas.microsoft.com/office/drawing/2014/main" id="{A37C63BF-17E3-4B52-E19F-F157B8BFFFBF}"/>
              </a:ext>
            </a:extLst>
          </p:cNvPr>
          <p:cNvSpPr>
            <a:spLocks noGrp="1"/>
          </p:cNvSpPr>
          <p:nvPr>
            <p:ph type="sldNum" sz="quarter" idx="12"/>
          </p:nvPr>
        </p:nvSpPr>
        <p:spPr/>
        <p:txBody>
          <a:bodyPr>
            <a:normAutofit fontScale="92500"/>
          </a:bodyPr>
          <a:lstStyle/>
          <a:p>
            <a:fld id="{369E457D-EE12-4164-8E32-9DDD40A95892}" type="slidenum">
              <a:rPr lang="zh-TW" altLang="en-US" smtClean="0"/>
              <a:pPr/>
              <a:t>108</a:t>
            </a:fld>
            <a:endParaRPr lang="zh-TW" altLang="en-US"/>
          </a:p>
        </p:txBody>
      </p:sp>
    </p:spTree>
    <p:extLst>
      <p:ext uri="{BB962C8B-B14F-4D97-AF65-F5344CB8AC3E}">
        <p14:creationId xmlns:p14="http://schemas.microsoft.com/office/powerpoint/2010/main" val="1591741343"/>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Civic</Template>
  <TotalTime>9136</TotalTime>
  <Words>9681</Words>
  <Application>Microsoft Office PowerPoint</Application>
  <PresentationFormat>如螢幕大小 (4:3)</PresentationFormat>
  <Paragraphs>1176</Paragraphs>
  <Slides>108</Slides>
  <Notes>13</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108</vt:i4>
      </vt:variant>
    </vt:vector>
  </HeadingPairs>
  <TitlesOfParts>
    <vt:vector size="115" baseType="lpstr">
      <vt:lpstr>Calibri</vt:lpstr>
      <vt:lpstr>Consolas</vt:lpstr>
      <vt:lpstr>Courier New</vt:lpstr>
      <vt:lpstr>Verdana</vt:lpstr>
      <vt:lpstr>Wingdings</vt:lpstr>
      <vt:lpstr>Wingdings 2</vt:lpstr>
      <vt:lpstr>市鎮</vt:lpstr>
      <vt:lpstr>第九堂 網站的Session功能</vt:lpstr>
      <vt:lpstr>學習目標</vt:lpstr>
      <vt:lpstr>Session簡介</vt:lpstr>
      <vt:lpstr>複製Django網站</vt:lpstr>
      <vt:lpstr>複製Django網站(總共改四個檔案)</vt:lpstr>
      <vt:lpstr>複製Django網站</vt:lpstr>
      <vt:lpstr>開始使用Session</vt:lpstr>
      <vt:lpstr>開始使用Session 要執行第二次才能確定是否支援</vt:lpstr>
      <vt:lpstr>開始使用Session</vt:lpstr>
      <vt:lpstr>建立使用者資料表models.py 記得migrate</vt:lpstr>
      <vt:lpstr>建立使用者資料表(記得註冊user model到後台)</vt:lpstr>
      <vt:lpstr>建立使用者資料表</vt:lpstr>
      <vt:lpstr>建立使用者資料表forms.py</vt:lpstr>
      <vt:lpstr>建立使用者資料表</vt:lpstr>
      <vt:lpstr>建立使用者資料表</vt:lpstr>
      <vt:lpstr>建立使用者資料表veiws.login 注意user欄位名稱</vt:lpstr>
      <vt:lpstr>建立使用者資料表</vt:lpstr>
      <vt:lpstr>建立使用者資料表(說明可跨網頁取得session資料)</vt:lpstr>
      <vt:lpstr>建立使用者資料表</vt:lpstr>
      <vt:lpstr>建立使用者資料表</vt:lpstr>
      <vt:lpstr>建立使用者資料表(要在後台建立一筆資料來test)</vt:lpstr>
      <vt:lpstr>建立使用者資料表</vt:lpstr>
      <vt:lpstr>建立使用者資料表</vt:lpstr>
      <vt:lpstr>建立使用者資料表</vt:lpstr>
      <vt:lpstr>建立使用者資料表-如何處理登出</vt:lpstr>
      <vt:lpstr>建立使用者資料表</vt:lpstr>
      <vt:lpstr>建立使用者資料表 copy index.html</vt:lpstr>
      <vt:lpstr>整合Django的訊息顯示框架Messages Framework views.py</vt:lpstr>
      <vt:lpstr>整合Django的訊息顯示框架Messages Framework</vt:lpstr>
      <vt:lpstr>整合Django的訊息顯示框架Messages Framework(這頁不用改)</vt:lpstr>
      <vt:lpstr>整合Django的訊息顯示框架Messages Framework</vt:lpstr>
      <vt:lpstr>整合Django的訊息顯示框架Messages Framework login.html</vt:lpstr>
      <vt:lpstr>整合Django的訊息顯示框架Messages Framework(這頁不用改)</vt:lpstr>
      <vt:lpstr>整合Django的訊息顯示框架Messages Framework index.html</vt:lpstr>
      <vt:lpstr>整合Django的訊息顯示框架Messages Framework(不用改)</vt:lpstr>
      <vt:lpstr>整合Django的訊息顯示框架Messages Framework</vt:lpstr>
      <vt:lpstr>使用Django的使用者驗證系統</vt:lpstr>
      <vt:lpstr>使用Django的使用者驗證系統</vt:lpstr>
      <vt:lpstr>使用Django的使用者驗證系統</vt:lpstr>
      <vt:lpstr>使用Django的使用者驗證系統</vt:lpstr>
      <vt:lpstr>程式內運用Django的使用者驗證系統</vt:lpstr>
      <vt:lpstr>使用Django的使用者驗證系統</vt:lpstr>
      <vt:lpstr>使用Django的使用者驗證系統</vt:lpstr>
      <vt:lpstr>使用Django的使用者驗證系統</vt:lpstr>
      <vt:lpstr>使用Django的使用者驗證系統</vt:lpstr>
      <vt:lpstr>使用Django的使用者驗證系統</vt:lpstr>
      <vt:lpstr>使用Django的使用者驗證系統</vt:lpstr>
      <vt:lpstr>使用Django的使用者驗證系統</vt:lpstr>
      <vt:lpstr>增加User的欄位</vt:lpstr>
      <vt:lpstr>增加User的欄位</vt:lpstr>
      <vt:lpstr>增加User的欄位</vt:lpstr>
      <vt:lpstr>增加User的欄位-說明為何要設定一對一</vt:lpstr>
      <vt:lpstr>顯示新增加的User欄位</vt:lpstr>
      <vt:lpstr>顯示新增加的User欄位</vt:lpstr>
      <vt:lpstr>增加顯示新增加的User欄位User的欄位</vt:lpstr>
      <vt:lpstr>顯示新增加的User欄位</vt:lpstr>
      <vt:lpstr>顯示新增加的User欄位</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使用Django提供的登入介面</vt:lpstr>
      <vt:lpstr>使用Django提供的登入介面</vt:lpstr>
      <vt:lpstr>使用Django提供的登入介面</vt:lpstr>
      <vt:lpstr>繪製圖表：建立匯入CSV資料用的Model</vt:lpstr>
      <vt:lpstr>建立匯入CSV資料的程式importdata.py</vt:lpstr>
      <vt:lpstr>環境設定</vt:lpstr>
      <vt:lpstr>votes.html</vt:lpstr>
      <vt:lpstr>votes.html</vt:lpstr>
      <vt:lpstr>以表格的型式顯示資料</vt:lpstr>
      <vt:lpstr>Chart.js官網由上到下順序(略直接用下兩頁方法)</vt:lpstr>
      <vt:lpstr>先到官網取得CDN連結(略直接用下一頁方法)  get start-&gt;install-&gt;CDNJS(可不用加)</vt:lpstr>
      <vt:lpstr>修改votes.html中的內容 copy官網js的內容：get start-&gt;create a chart</vt:lpstr>
      <vt:lpstr>先測試圖表是否可以出現</vt:lpstr>
      <vt:lpstr>修改真實的選票資料到votes.html中</vt:lpstr>
      <vt:lpstr>第一版呈現的結果</vt:lpstr>
      <vt:lpstr>改為橫條圖設定</vt:lpstr>
      <vt:lpstr>最終的版本</vt:lpstr>
      <vt:lpstr>安裝Plotly</vt:lpstr>
      <vt:lpstr>加入相關設定</vt:lpstr>
      <vt:lpstr>views.py中的plotly函式</vt:lpstr>
      <vt:lpstr>plotly.html</vt:lpstr>
      <vt:lpstr>views.chart3d</vt:lpstr>
      <vt:lpstr>3D圖形的呈現結果</vt:lpstr>
      <vt:lpstr>Plotly的橫條圖程式</vt:lpstr>
      <vt:lpstr>使用Plotly展示橫條圖的呈現結果</vt:lpstr>
      <vt:lpstr>使用AJAX和jQuery將MQTT資料送到資料庫儲存</vt:lpstr>
      <vt:lpstr>使用AJAX和jQuery</vt:lpstr>
      <vt:lpstr>使用AJAX和jQuery</vt:lpstr>
      <vt:lpstr>使用AJAX和jQuery</vt:lpstr>
      <vt:lpstr>建立溫度紀錄資料表models.py 記得migrate</vt:lpstr>
      <vt:lpstr>api接收溫度紀錄資料 views.py</vt:lpstr>
      <vt:lpstr>顯示圖表Mqtt_show in views.py</vt:lpstr>
      <vt:lpstr>前端url &amp; html</vt:lpstr>
      <vt:lpstr>說明同步和非同步</vt:lpstr>
    </vt:vector>
  </TitlesOfParts>
  <Company>SYNNEX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第一堂 程式設計所需要的基礎知識</dc:title>
  <dc:creator>USER</dc:creator>
  <cp:lastModifiedBy>炳志 林</cp:lastModifiedBy>
  <cp:revision>194</cp:revision>
  <dcterms:created xsi:type="dcterms:W3CDTF">2017-10-09T22:32:02Z</dcterms:created>
  <dcterms:modified xsi:type="dcterms:W3CDTF">2026-06-11T13:01:32Z</dcterms:modified>
</cp:coreProperties>
</file>