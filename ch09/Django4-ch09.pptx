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0"/>
  </p:notesMasterIdLst>
  <p:sldIdLst>
    <p:sldId id="256" r:id="rId2"/>
    <p:sldId id="257" r:id="rId3"/>
    <p:sldId id="259" r:id="rId4"/>
    <p:sldId id="260" r:id="rId5"/>
    <p:sldId id="261" r:id="rId6"/>
    <p:sldId id="262" r:id="rId7"/>
    <p:sldId id="294" r:id="rId8"/>
    <p:sldId id="295" r:id="rId9"/>
    <p:sldId id="298" r:id="rId10"/>
    <p:sldId id="296" r:id="rId11"/>
    <p:sldId id="297"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1" r:id="rId25"/>
    <p:sldId id="312" r:id="rId26"/>
    <p:sldId id="313" r:id="rId27"/>
    <p:sldId id="314" r:id="rId28"/>
    <p:sldId id="315" r:id="rId29"/>
    <p:sldId id="316" r:id="rId30"/>
    <p:sldId id="317" r:id="rId31"/>
    <p:sldId id="318" r:id="rId32"/>
    <p:sldId id="319" r:id="rId33"/>
    <p:sldId id="320" r:id="rId34"/>
    <p:sldId id="321" r:id="rId35"/>
    <p:sldId id="322" r:id="rId36"/>
    <p:sldId id="323" r:id="rId37"/>
    <p:sldId id="325" r:id="rId38"/>
    <p:sldId id="326" r:id="rId39"/>
    <p:sldId id="327" r:id="rId40"/>
    <p:sldId id="328" r:id="rId41"/>
    <p:sldId id="329" r:id="rId42"/>
    <p:sldId id="330" r:id="rId43"/>
    <p:sldId id="331" r:id="rId44"/>
    <p:sldId id="332" r:id="rId45"/>
    <p:sldId id="333" r:id="rId46"/>
    <p:sldId id="334" r:id="rId47"/>
    <p:sldId id="335" r:id="rId48"/>
    <p:sldId id="336" r:id="rId49"/>
    <p:sldId id="337" r:id="rId50"/>
    <p:sldId id="338" r:id="rId51"/>
    <p:sldId id="339" r:id="rId52"/>
    <p:sldId id="340" r:id="rId53"/>
    <p:sldId id="341" r:id="rId54"/>
    <p:sldId id="265" r:id="rId55"/>
    <p:sldId id="266" r:id="rId56"/>
    <p:sldId id="267" r:id="rId57"/>
    <p:sldId id="268" r:id="rId58"/>
    <p:sldId id="272" r:id="rId59"/>
    <p:sldId id="269" r:id="rId60"/>
    <p:sldId id="270" r:id="rId61"/>
    <p:sldId id="271" r:id="rId62"/>
    <p:sldId id="273" r:id="rId63"/>
    <p:sldId id="274" r:id="rId64"/>
    <p:sldId id="275" r:id="rId65"/>
    <p:sldId id="276" r:id="rId66"/>
    <p:sldId id="277" r:id="rId67"/>
    <p:sldId id="278" r:id="rId68"/>
    <p:sldId id="279" r:id="rId69"/>
    <p:sldId id="280" r:id="rId70"/>
    <p:sldId id="281" r:id="rId71"/>
    <p:sldId id="282" r:id="rId72"/>
    <p:sldId id="284" r:id="rId73"/>
    <p:sldId id="285" r:id="rId74"/>
    <p:sldId id="286" r:id="rId75"/>
    <p:sldId id="342" r:id="rId76"/>
    <p:sldId id="343" r:id="rId77"/>
    <p:sldId id="344" r:id="rId78"/>
    <p:sldId id="345" r:id="rId79"/>
    <p:sldId id="346" r:id="rId80"/>
    <p:sldId id="347" r:id="rId81"/>
    <p:sldId id="348" r:id="rId82"/>
    <p:sldId id="349" r:id="rId83"/>
    <p:sldId id="350" r:id="rId84"/>
    <p:sldId id="351" r:id="rId85"/>
    <p:sldId id="352" r:id="rId86"/>
    <p:sldId id="353" r:id="rId87"/>
    <p:sldId id="354" r:id="rId88"/>
    <p:sldId id="355" r:id="rId89"/>
    <p:sldId id="356" r:id="rId90"/>
    <p:sldId id="357" r:id="rId91"/>
    <p:sldId id="358" r:id="rId92"/>
    <p:sldId id="359" r:id="rId93"/>
    <p:sldId id="360" r:id="rId94"/>
    <p:sldId id="361" r:id="rId95"/>
    <p:sldId id="362" r:id="rId96"/>
    <p:sldId id="363" r:id="rId97"/>
    <p:sldId id="364" r:id="rId98"/>
    <p:sldId id="365" r:id="rId99"/>
    <p:sldId id="366" r:id="rId100"/>
    <p:sldId id="367" r:id="rId101"/>
    <p:sldId id="368" r:id="rId102"/>
    <p:sldId id="369" r:id="rId103"/>
    <p:sldId id="370" r:id="rId104"/>
    <p:sldId id="371" r:id="rId105"/>
    <p:sldId id="373" r:id="rId106"/>
    <p:sldId id="372" r:id="rId107"/>
    <p:sldId id="375" r:id="rId108"/>
    <p:sldId id="374" r:id="rId10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9388CA-441C-4E40-9B65-CDE9ADE3A70B}" v="282" dt="2023-05-28T00:56:52.375"/>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939" autoAdjust="0"/>
  </p:normalViewPr>
  <p:slideViewPr>
    <p:cSldViewPr>
      <p:cViewPr varScale="1">
        <p:scale>
          <a:sx n="106" d="100"/>
          <a:sy n="106" d="100"/>
        </p:scale>
        <p:origin x="1044" y="11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150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uang Ho" userId="3b9e8198e6400288" providerId="LiveId" clId="{239388CA-441C-4E40-9B65-CDE9ADE3A70B}"/>
    <pc:docChg chg="undo custSel addSld delSld modSld">
      <pc:chgData name="Min-Huang Ho" userId="3b9e8198e6400288" providerId="LiveId" clId="{239388CA-441C-4E40-9B65-CDE9ADE3A70B}" dt="2023-05-28T00:56:52.374" v="2667"/>
      <pc:docMkLst>
        <pc:docMk/>
      </pc:docMkLst>
      <pc:sldChg chg="del">
        <pc:chgData name="Min-Huang Ho" userId="3b9e8198e6400288" providerId="LiveId" clId="{239388CA-441C-4E40-9B65-CDE9ADE3A70B}" dt="2023-05-28T00:32:22.559" v="693" actId="47"/>
        <pc:sldMkLst>
          <pc:docMk/>
          <pc:sldMk cId="0" sldId="258"/>
        </pc:sldMkLst>
      </pc:sldChg>
      <pc:sldChg chg="modSp mod">
        <pc:chgData name="Min-Huang Ho" userId="3b9e8198e6400288" providerId="LiveId" clId="{239388CA-441C-4E40-9B65-CDE9ADE3A70B}" dt="2023-05-28T00:22:01.234" v="619" actId="12"/>
        <pc:sldMkLst>
          <pc:docMk/>
          <pc:sldMk cId="1785799814" sldId="265"/>
        </pc:sldMkLst>
        <pc:spChg chg="mod">
          <ac:chgData name="Min-Huang Ho" userId="3b9e8198e6400288" providerId="LiveId" clId="{239388CA-441C-4E40-9B65-CDE9ADE3A70B}" dt="2023-05-28T00:22:01.234" v="619" actId="12"/>
          <ac:spMkLst>
            <pc:docMk/>
            <pc:sldMk cId="1785799814" sldId="265"/>
            <ac:spMk id="4" creationId="{00000000-0000-0000-0000-000000000000}"/>
          </ac:spMkLst>
        </pc:spChg>
      </pc:sldChg>
      <pc:sldChg chg="modSp mod">
        <pc:chgData name="Min-Huang Ho" userId="3b9e8198e6400288" providerId="LiveId" clId="{239388CA-441C-4E40-9B65-CDE9ADE3A70B}" dt="2023-05-28T00:22:43.555" v="628" actId="403"/>
        <pc:sldMkLst>
          <pc:docMk/>
          <pc:sldMk cId="811818120" sldId="266"/>
        </pc:sldMkLst>
        <pc:spChg chg="mod">
          <ac:chgData name="Min-Huang Ho" userId="3b9e8198e6400288" providerId="LiveId" clId="{239388CA-441C-4E40-9B65-CDE9ADE3A70B}" dt="2023-05-28T00:22:43.555" v="628" actId="403"/>
          <ac:spMkLst>
            <pc:docMk/>
            <pc:sldMk cId="811818120" sldId="266"/>
            <ac:spMk id="4" creationId="{00000000-0000-0000-0000-000000000000}"/>
          </ac:spMkLst>
        </pc:spChg>
      </pc:sldChg>
      <pc:sldChg chg="addSp delSp modSp mod">
        <pc:chgData name="Min-Huang Ho" userId="3b9e8198e6400288" providerId="LiveId" clId="{239388CA-441C-4E40-9B65-CDE9ADE3A70B}" dt="2023-05-28T00:23:00.876" v="632" actId="14100"/>
        <pc:sldMkLst>
          <pc:docMk/>
          <pc:sldMk cId="1566167773" sldId="267"/>
        </pc:sldMkLst>
        <pc:picChg chg="del">
          <ac:chgData name="Min-Huang Ho" userId="3b9e8198e6400288" providerId="LiveId" clId="{239388CA-441C-4E40-9B65-CDE9ADE3A70B}" dt="2023-05-28T00:22:48.751" v="629" actId="478"/>
          <ac:picMkLst>
            <pc:docMk/>
            <pc:sldMk cId="1566167773" sldId="267"/>
            <ac:picMk id="5" creationId="{00000000-0000-0000-0000-000000000000}"/>
          </ac:picMkLst>
        </pc:picChg>
        <pc:picChg chg="add mod">
          <ac:chgData name="Min-Huang Ho" userId="3b9e8198e6400288" providerId="LiveId" clId="{239388CA-441C-4E40-9B65-CDE9ADE3A70B}" dt="2023-05-28T00:23:00.876" v="632" actId="14100"/>
          <ac:picMkLst>
            <pc:docMk/>
            <pc:sldMk cId="1566167773" sldId="267"/>
            <ac:picMk id="6" creationId="{FC2EB0D6-E355-8326-01FA-3F9B0E1C765D}"/>
          </ac:picMkLst>
        </pc:picChg>
      </pc:sldChg>
      <pc:sldChg chg="modSp mod">
        <pc:chgData name="Min-Huang Ho" userId="3b9e8198e6400288" providerId="LiveId" clId="{239388CA-441C-4E40-9B65-CDE9ADE3A70B}" dt="2023-05-28T00:23:55.509" v="636" actId="12"/>
        <pc:sldMkLst>
          <pc:docMk/>
          <pc:sldMk cId="3233298224" sldId="270"/>
        </pc:sldMkLst>
        <pc:spChg chg="mod">
          <ac:chgData name="Min-Huang Ho" userId="3b9e8198e6400288" providerId="LiveId" clId="{239388CA-441C-4E40-9B65-CDE9ADE3A70B}" dt="2023-05-28T00:23:55.509" v="636" actId="12"/>
          <ac:spMkLst>
            <pc:docMk/>
            <pc:sldMk cId="3233298224" sldId="270"/>
            <ac:spMk id="4" creationId="{00000000-0000-0000-0000-000000000000}"/>
          </ac:spMkLst>
        </pc:spChg>
      </pc:sldChg>
      <pc:sldChg chg="modSp mod">
        <pc:chgData name="Min-Huang Ho" userId="3b9e8198e6400288" providerId="LiveId" clId="{239388CA-441C-4E40-9B65-CDE9ADE3A70B}" dt="2023-05-28T00:24:36.681" v="638" actId="12"/>
        <pc:sldMkLst>
          <pc:docMk/>
          <pc:sldMk cId="2693286418" sldId="271"/>
        </pc:sldMkLst>
        <pc:spChg chg="mod">
          <ac:chgData name="Min-Huang Ho" userId="3b9e8198e6400288" providerId="LiveId" clId="{239388CA-441C-4E40-9B65-CDE9ADE3A70B}" dt="2023-05-28T00:24:36.681" v="638" actId="12"/>
          <ac:spMkLst>
            <pc:docMk/>
            <pc:sldMk cId="2693286418" sldId="271"/>
            <ac:spMk id="4" creationId="{00000000-0000-0000-0000-000000000000}"/>
          </ac:spMkLst>
        </pc:spChg>
      </pc:sldChg>
      <pc:sldChg chg="modSp mod">
        <pc:chgData name="Min-Huang Ho" userId="3b9e8198e6400288" providerId="LiveId" clId="{239388CA-441C-4E40-9B65-CDE9ADE3A70B}" dt="2023-05-28T00:25:01.919" v="642" actId="207"/>
        <pc:sldMkLst>
          <pc:docMk/>
          <pc:sldMk cId="132664490" sldId="273"/>
        </pc:sldMkLst>
        <pc:spChg chg="mod">
          <ac:chgData name="Min-Huang Ho" userId="3b9e8198e6400288" providerId="LiveId" clId="{239388CA-441C-4E40-9B65-CDE9ADE3A70B}" dt="2023-05-28T00:25:01.919" v="642" actId="207"/>
          <ac:spMkLst>
            <pc:docMk/>
            <pc:sldMk cId="132664490" sldId="273"/>
            <ac:spMk id="4" creationId="{00000000-0000-0000-0000-000000000000}"/>
          </ac:spMkLst>
        </pc:spChg>
      </pc:sldChg>
      <pc:sldChg chg="addSp delSp modSp mod">
        <pc:chgData name="Min-Huang Ho" userId="3b9e8198e6400288" providerId="LiveId" clId="{239388CA-441C-4E40-9B65-CDE9ADE3A70B}" dt="2023-05-28T00:25:20.408" v="647" actId="1076"/>
        <pc:sldMkLst>
          <pc:docMk/>
          <pc:sldMk cId="3358334995" sldId="274"/>
        </pc:sldMkLst>
        <pc:picChg chg="del">
          <ac:chgData name="Min-Huang Ho" userId="3b9e8198e6400288" providerId="LiveId" clId="{239388CA-441C-4E40-9B65-CDE9ADE3A70B}" dt="2023-05-28T00:25:12.013" v="643" actId="478"/>
          <ac:picMkLst>
            <pc:docMk/>
            <pc:sldMk cId="3358334995" sldId="274"/>
            <ac:picMk id="5" creationId="{00000000-0000-0000-0000-000000000000}"/>
          </ac:picMkLst>
        </pc:picChg>
        <pc:picChg chg="add mod">
          <ac:chgData name="Min-Huang Ho" userId="3b9e8198e6400288" providerId="LiveId" clId="{239388CA-441C-4E40-9B65-CDE9ADE3A70B}" dt="2023-05-28T00:25:20.408" v="647" actId="1076"/>
          <ac:picMkLst>
            <pc:docMk/>
            <pc:sldMk cId="3358334995" sldId="274"/>
            <ac:picMk id="6" creationId="{501B1AC6-B4D0-003A-AFFA-E2DE52B77E38}"/>
          </ac:picMkLst>
        </pc:picChg>
      </pc:sldChg>
      <pc:sldChg chg="addSp delSp modSp mod">
        <pc:chgData name="Min-Huang Ho" userId="3b9e8198e6400288" providerId="LiveId" clId="{239388CA-441C-4E40-9B65-CDE9ADE3A70B}" dt="2023-05-28T00:25:35.335" v="651" actId="14100"/>
        <pc:sldMkLst>
          <pc:docMk/>
          <pc:sldMk cId="2929562633" sldId="275"/>
        </pc:sldMkLst>
        <pc:picChg chg="add mod">
          <ac:chgData name="Min-Huang Ho" userId="3b9e8198e6400288" providerId="LiveId" clId="{239388CA-441C-4E40-9B65-CDE9ADE3A70B}" dt="2023-05-28T00:25:35.335" v="651" actId="14100"/>
          <ac:picMkLst>
            <pc:docMk/>
            <pc:sldMk cId="2929562633" sldId="275"/>
            <ac:picMk id="5" creationId="{9C0F177D-EEF5-5F56-2030-D2AC30D75364}"/>
          </ac:picMkLst>
        </pc:picChg>
        <pc:picChg chg="del">
          <ac:chgData name="Min-Huang Ho" userId="3b9e8198e6400288" providerId="LiveId" clId="{239388CA-441C-4E40-9B65-CDE9ADE3A70B}" dt="2023-05-28T00:25:29.217" v="648" actId="478"/>
          <ac:picMkLst>
            <pc:docMk/>
            <pc:sldMk cId="2929562633" sldId="275"/>
            <ac:picMk id="6" creationId="{00000000-0000-0000-0000-000000000000}"/>
          </ac:picMkLst>
        </pc:picChg>
      </pc:sldChg>
      <pc:sldChg chg="modSp mod">
        <pc:chgData name="Min-Huang Ho" userId="3b9e8198e6400288" providerId="LiveId" clId="{239388CA-441C-4E40-9B65-CDE9ADE3A70B}" dt="2023-05-28T00:26:10.810" v="654" actId="12"/>
        <pc:sldMkLst>
          <pc:docMk/>
          <pc:sldMk cId="1828839737" sldId="276"/>
        </pc:sldMkLst>
        <pc:spChg chg="mod">
          <ac:chgData name="Min-Huang Ho" userId="3b9e8198e6400288" providerId="LiveId" clId="{239388CA-441C-4E40-9B65-CDE9ADE3A70B}" dt="2023-05-28T00:26:10.810" v="654" actId="12"/>
          <ac:spMkLst>
            <pc:docMk/>
            <pc:sldMk cId="1828839737" sldId="276"/>
            <ac:spMk id="4" creationId="{00000000-0000-0000-0000-000000000000}"/>
          </ac:spMkLst>
        </pc:spChg>
      </pc:sldChg>
      <pc:sldChg chg="modSp mod">
        <pc:chgData name="Min-Huang Ho" userId="3b9e8198e6400288" providerId="LiveId" clId="{239388CA-441C-4E40-9B65-CDE9ADE3A70B}" dt="2023-05-28T00:26:33.878" v="657" actId="12"/>
        <pc:sldMkLst>
          <pc:docMk/>
          <pc:sldMk cId="1232347485" sldId="277"/>
        </pc:sldMkLst>
        <pc:spChg chg="mod">
          <ac:chgData name="Min-Huang Ho" userId="3b9e8198e6400288" providerId="LiveId" clId="{239388CA-441C-4E40-9B65-CDE9ADE3A70B}" dt="2023-05-28T00:26:33.878" v="657" actId="12"/>
          <ac:spMkLst>
            <pc:docMk/>
            <pc:sldMk cId="1232347485" sldId="277"/>
            <ac:spMk id="4" creationId="{00000000-0000-0000-0000-000000000000}"/>
          </ac:spMkLst>
        </pc:spChg>
      </pc:sldChg>
      <pc:sldChg chg="modSp mod">
        <pc:chgData name="Min-Huang Ho" userId="3b9e8198e6400288" providerId="LiveId" clId="{239388CA-441C-4E40-9B65-CDE9ADE3A70B}" dt="2023-05-28T00:27:37.414" v="661" actId="12"/>
        <pc:sldMkLst>
          <pc:docMk/>
          <pc:sldMk cId="2984499752" sldId="278"/>
        </pc:sldMkLst>
        <pc:spChg chg="mod">
          <ac:chgData name="Min-Huang Ho" userId="3b9e8198e6400288" providerId="LiveId" clId="{239388CA-441C-4E40-9B65-CDE9ADE3A70B}" dt="2023-05-28T00:27:37.414" v="661" actId="12"/>
          <ac:spMkLst>
            <pc:docMk/>
            <pc:sldMk cId="2984499752" sldId="278"/>
            <ac:spMk id="4" creationId="{00000000-0000-0000-0000-000000000000}"/>
          </ac:spMkLst>
        </pc:spChg>
      </pc:sldChg>
      <pc:sldChg chg="modSp mod">
        <pc:chgData name="Min-Huang Ho" userId="3b9e8198e6400288" providerId="LiveId" clId="{239388CA-441C-4E40-9B65-CDE9ADE3A70B}" dt="2023-05-28T00:28:00.141" v="665" actId="207"/>
        <pc:sldMkLst>
          <pc:docMk/>
          <pc:sldMk cId="1714848558" sldId="279"/>
        </pc:sldMkLst>
        <pc:spChg chg="mod">
          <ac:chgData name="Min-Huang Ho" userId="3b9e8198e6400288" providerId="LiveId" clId="{239388CA-441C-4E40-9B65-CDE9ADE3A70B}" dt="2023-05-28T00:28:00.141" v="665" actId="207"/>
          <ac:spMkLst>
            <pc:docMk/>
            <pc:sldMk cId="1714848558" sldId="279"/>
            <ac:spMk id="4" creationId="{00000000-0000-0000-0000-000000000000}"/>
          </ac:spMkLst>
        </pc:spChg>
      </pc:sldChg>
      <pc:sldChg chg="modSp mod">
        <pc:chgData name="Min-Huang Ho" userId="3b9e8198e6400288" providerId="LiveId" clId="{239388CA-441C-4E40-9B65-CDE9ADE3A70B}" dt="2023-05-28T00:28:29.510" v="668" actId="12"/>
        <pc:sldMkLst>
          <pc:docMk/>
          <pc:sldMk cId="2770015393" sldId="280"/>
        </pc:sldMkLst>
        <pc:spChg chg="mod">
          <ac:chgData name="Min-Huang Ho" userId="3b9e8198e6400288" providerId="LiveId" clId="{239388CA-441C-4E40-9B65-CDE9ADE3A70B}" dt="2023-05-28T00:28:29.510" v="668" actId="12"/>
          <ac:spMkLst>
            <pc:docMk/>
            <pc:sldMk cId="2770015393" sldId="280"/>
            <ac:spMk id="4" creationId="{00000000-0000-0000-0000-000000000000}"/>
          </ac:spMkLst>
        </pc:spChg>
      </pc:sldChg>
      <pc:sldChg chg="modSp mod">
        <pc:chgData name="Min-Huang Ho" userId="3b9e8198e6400288" providerId="LiveId" clId="{239388CA-441C-4E40-9B65-CDE9ADE3A70B}" dt="2023-05-28T00:29:49.047" v="673" actId="12"/>
        <pc:sldMkLst>
          <pc:docMk/>
          <pc:sldMk cId="3836763835" sldId="281"/>
        </pc:sldMkLst>
        <pc:spChg chg="mod">
          <ac:chgData name="Min-Huang Ho" userId="3b9e8198e6400288" providerId="LiveId" clId="{239388CA-441C-4E40-9B65-CDE9ADE3A70B}" dt="2023-05-28T00:29:49.047" v="673" actId="12"/>
          <ac:spMkLst>
            <pc:docMk/>
            <pc:sldMk cId="3836763835" sldId="281"/>
            <ac:spMk id="4" creationId="{00000000-0000-0000-0000-000000000000}"/>
          </ac:spMkLst>
        </pc:spChg>
      </pc:sldChg>
      <pc:sldChg chg="modSp mod">
        <pc:chgData name="Min-Huang Ho" userId="3b9e8198e6400288" providerId="LiveId" clId="{239388CA-441C-4E40-9B65-CDE9ADE3A70B}" dt="2023-05-28T00:30:49.618" v="678" actId="12"/>
        <pc:sldMkLst>
          <pc:docMk/>
          <pc:sldMk cId="1947857464" sldId="282"/>
        </pc:sldMkLst>
        <pc:spChg chg="mod">
          <ac:chgData name="Min-Huang Ho" userId="3b9e8198e6400288" providerId="LiveId" clId="{239388CA-441C-4E40-9B65-CDE9ADE3A70B}" dt="2023-05-28T00:30:49.618" v="678" actId="12"/>
          <ac:spMkLst>
            <pc:docMk/>
            <pc:sldMk cId="1947857464" sldId="282"/>
            <ac:spMk id="4" creationId="{00000000-0000-0000-0000-000000000000}"/>
          </ac:spMkLst>
        </pc:spChg>
      </pc:sldChg>
      <pc:sldChg chg="del">
        <pc:chgData name="Min-Huang Ho" userId="3b9e8198e6400288" providerId="LiveId" clId="{239388CA-441C-4E40-9B65-CDE9ADE3A70B}" dt="2023-05-28T00:31:09.880" v="679" actId="47"/>
        <pc:sldMkLst>
          <pc:docMk/>
          <pc:sldMk cId="2707799295" sldId="283"/>
        </pc:sldMkLst>
      </pc:sldChg>
      <pc:sldChg chg="modSp mod">
        <pc:chgData name="Min-Huang Ho" userId="3b9e8198e6400288" providerId="LiveId" clId="{239388CA-441C-4E40-9B65-CDE9ADE3A70B}" dt="2023-05-28T00:31:38.927" v="683" actId="207"/>
        <pc:sldMkLst>
          <pc:docMk/>
          <pc:sldMk cId="2860086853" sldId="284"/>
        </pc:sldMkLst>
        <pc:spChg chg="mod">
          <ac:chgData name="Min-Huang Ho" userId="3b9e8198e6400288" providerId="LiveId" clId="{239388CA-441C-4E40-9B65-CDE9ADE3A70B}" dt="2023-05-28T00:31:38.927" v="683" actId="207"/>
          <ac:spMkLst>
            <pc:docMk/>
            <pc:sldMk cId="2860086853" sldId="284"/>
            <ac:spMk id="4" creationId="{00000000-0000-0000-0000-000000000000}"/>
          </ac:spMkLst>
        </pc:spChg>
      </pc:sldChg>
      <pc:sldChg chg="addSp delSp modSp mod">
        <pc:chgData name="Min-Huang Ho" userId="3b9e8198e6400288" providerId="LiveId" clId="{239388CA-441C-4E40-9B65-CDE9ADE3A70B}" dt="2023-05-28T00:31:54.968" v="687" actId="14100"/>
        <pc:sldMkLst>
          <pc:docMk/>
          <pc:sldMk cId="426062958" sldId="285"/>
        </pc:sldMkLst>
        <pc:picChg chg="del">
          <ac:chgData name="Min-Huang Ho" userId="3b9e8198e6400288" providerId="LiveId" clId="{239388CA-441C-4E40-9B65-CDE9ADE3A70B}" dt="2023-05-28T00:31:49.610" v="684" actId="478"/>
          <ac:picMkLst>
            <pc:docMk/>
            <pc:sldMk cId="426062958" sldId="285"/>
            <ac:picMk id="5" creationId="{00000000-0000-0000-0000-000000000000}"/>
          </ac:picMkLst>
        </pc:picChg>
        <pc:picChg chg="add mod">
          <ac:chgData name="Min-Huang Ho" userId="3b9e8198e6400288" providerId="LiveId" clId="{239388CA-441C-4E40-9B65-CDE9ADE3A70B}" dt="2023-05-28T00:31:54.968" v="687" actId="14100"/>
          <ac:picMkLst>
            <pc:docMk/>
            <pc:sldMk cId="426062958" sldId="285"/>
            <ac:picMk id="6" creationId="{B0012EFF-08EA-6EBF-E88D-25F78D95CA96}"/>
          </ac:picMkLst>
        </pc:picChg>
      </pc:sldChg>
      <pc:sldChg chg="addSp delSp modSp mod">
        <pc:chgData name="Min-Huang Ho" userId="3b9e8198e6400288" providerId="LiveId" clId="{239388CA-441C-4E40-9B65-CDE9ADE3A70B}" dt="2023-05-28T00:32:16.813" v="692" actId="1076"/>
        <pc:sldMkLst>
          <pc:docMk/>
          <pc:sldMk cId="1061194022" sldId="286"/>
        </pc:sldMkLst>
        <pc:picChg chg="del">
          <ac:chgData name="Min-Huang Ho" userId="3b9e8198e6400288" providerId="LiveId" clId="{239388CA-441C-4E40-9B65-CDE9ADE3A70B}" dt="2023-05-28T00:32:01.199" v="688" actId="478"/>
          <ac:picMkLst>
            <pc:docMk/>
            <pc:sldMk cId="1061194022" sldId="286"/>
            <ac:picMk id="5" creationId="{00000000-0000-0000-0000-000000000000}"/>
          </ac:picMkLst>
        </pc:picChg>
        <pc:picChg chg="add mod">
          <ac:chgData name="Min-Huang Ho" userId="3b9e8198e6400288" providerId="LiveId" clId="{239388CA-441C-4E40-9B65-CDE9ADE3A70B}" dt="2023-05-28T00:32:16.813" v="692" actId="1076"/>
          <ac:picMkLst>
            <pc:docMk/>
            <pc:sldMk cId="1061194022" sldId="286"/>
            <ac:picMk id="6" creationId="{53AAD022-9F8B-2558-8A81-863FB6A8610F}"/>
          </ac:picMkLst>
        </pc:picChg>
      </pc:sldChg>
      <pc:sldChg chg="modSp mod">
        <pc:chgData name="Min-Huang Ho" userId="3b9e8198e6400288" providerId="LiveId" clId="{239388CA-441C-4E40-9B65-CDE9ADE3A70B}" dt="2023-05-27T09:19:57.303" v="26" actId="27636"/>
        <pc:sldMkLst>
          <pc:docMk/>
          <pc:sldMk cId="1756027468" sldId="296"/>
        </pc:sldMkLst>
        <pc:spChg chg="mod">
          <ac:chgData name="Min-Huang Ho" userId="3b9e8198e6400288" providerId="LiveId" clId="{239388CA-441C-4E40-9B65-CDE9ADE3A70B}" dt="2023-05-27T09:19:57.303" v="26" actId="27636"/>
          <ac:spMkLst>
            <pc:docMk/>
            <pc:sldMk cId="1756027468" sldId="296"/>
            <ac:spMk id="4" creationId="{00000000-0000-0000-0000-000000000000}"/>
          </ac:spMkLst>
        </pc:spChg>
      </pc:sldChg>
      <pc:sldChg chg="modSp mod">
        <pc:chgData name="Min-Huang Ho" userId="3b9e8198e6400288" providerId="LiveId" clId="{239388CA-441C-4E40-9B65-CDE9ADE3A70B}" dt="2023-05-27T09:21:32.781" v="33" actId="12"/>
        <pc:sldMkLst>
          <pc:docMk/>
          <pc:sldMk cId="1730528051" sldId="297"/>
        </pc:sldMkLst>
        <pc:spChg chg="mod">
          <ac:chgData name="Min-Huang Ho" userId="3b9e8198e6400288" providerId="LiveId" clId="{239388CA-441C-4E40-9B65-CDE9ADE3A70B}" dt="2023-05-27T09:21:32.781" v="33" actId="12"/>
          <ac:spMkLst>
            <pc:docMk/>
            <pc:sldMk cId="1730528051" sldId="297"/>
            <ac:spMk id="4" creationId="{00000000-0000-0000-0000-000000000000}"/>
          </ac:spMkLst>
        </pc:spChg>
      </pc:sldChg>
      <pc:sldChg chg="modSp mod">
        <pc:chgData name="Min-Huang Ho" userId="3b9e8198e6400288" providerId="LiveId" clId="{239388CA-441C-4E40-9B65-CDE9ADE3A70B}" dt="2023-05-27T09:17:54.653" v="12" actId="20577"/>
        <pc:sldMkLst>
          <pc:docMk/>
          <pc:sldMk cId="1177334699" sldId="298"/>
        </pc:sldMkLst>
        <pc:spChg chg="mod">
          <ac:chgData name="Min-Huang Ho" userId="3b9e8198e6400288" providerId="LiveId" clId="{239388CA-441C-4E40-9B65-CDE9ADE3A70B}" dt="2023-05-27T09:17:54.653" v="12" actId="20577"/>
          <ac:spMkLst>
            <pc:docMk/>
            <pc:sldMk cId="1177334699" sldId="298"/>
            <ac:spMk id="4" creationId="{00000000-0000-0000-0000-000000000000}"/>
          </ac:spMkLst>
        </pc:spChg>
      </pc:sldChg>
      <pc:sldChg chg="modSp mod">
        <pc:chgData name="Min-Huang Ho" userId="3b9e8198e6400288" providerId="LiveId" clId="{239388CA-441C-4E40-9B65-CDE9ADE3A70B}" dt="2023-05-27T09:21:55.155" v="36" actId="12"/>
        <pc:sldMkLst>
          <pc:docMk/>
          <pc:sldMk cId="3217657909" sldId="299"/>
        </pc:sldMkLst>
        <pc:spChg chg="mod">
          <ac:chgData name="Min-Huang Ho" userId="3b9e8198e6400288" providerId="LiveId" clId="{239388CA-441C-4E40-9B65-CDE9ADE3A70B}" dt="2023-05-27T09:21:55.155" v="36" actId="12"/>
          <ac:spMkLst>
            <pc:docMk/>
            <pc:sldMk cId="3217657909" sldId="299"/>
            <ac:spMk id="4" creationId="{00000000-0000-0000-0000-000000000000}"/>
          </ac:spMkLst>
        </pc:spChg>
      </pc:sldChg>
      <pc:sldChg chg="modSp mod">
        <pc:chgData name="Min-Huang Ho" userId="3b9e8198e6400288" providerId="LiveId" clId="{239388CA-441C-4E40-9B65-CDE9ADE3A70B}" dt="2023-05-27T09:22:16.959" v="38" actId="12"/>
        <pc:sldMkLst>
          <pc:docMk/>
          <pc:sldMk cId="3741789371" sldId="300"/>
        </pc:sldMkLst>
        <pc:spChg chg="mod">
          <ac:chgData name="Min-Huang Ho" userId="3b9e8198e6400288" providerId="LiveId" clId="{239388CA-441C-4E40-9B65-CDE9ADE3A70B}" dt="2023-05-27T09:22:16.959" v="38" actId="12"/>
          <ac:spMkLst>
            <pc:docMk/>
            <pc:sldMk cId="3741789371" sldId="300"/>
            <ac:spMk id="4" creationId="{00000000-0000-0000-0000-000000000000}"/>
          </ac:spMkLst>
        </pc:spChg>
      </pc:sldChg>
      <pc:sldChg chg="modSp mod">
        <pc:chgData name="Min-Huang Ho" userId="3b9e8198e6400288" providerId="LiveId" clId="{239388CA-441C-4E40-9B65-CDE9ADE3A70B}" dt="2023-05-27T09:22:52.533" v="41" actId="12"/>
        <pc:sldMkLst>
          <pc:docMk/>
          <pc:sldMk cId="2787752734" sldId="301"/>
        </pc:sldMkLst>
        <pc:spChg chg="mod">
          <ac:chgData name="Min-Huang Ho" userId="3b9e8198e6400288" providerId="LiveId" clId="{239388CA-441C-4E40-9B65-CDE9ADE3A70B}" dt="2023-05-27T09:22:52.533" v="41" actId="12"/>
          <ac:spMkLst>
            <pc:docMk/>
            <pc:sldMk cId="2787752734" sldId="301"/>
            <ac:spMk id="4" creationId="{00000000-0000-0000-0000-000000000000}"/>
          </ac:spMkLst>
        </pc:spChg>
      </pc:sldChg>
      <pc:sldChg chg="modSp mod">
        <pc:chgData name="Min-Huang Ho" userId="3b9e8198e6400288" providerId="LiveId" clId="{239388CA-441C-4E40-9B65-CDE9ADE3A70B}" dt="2023-05-27T09:23:19.234" v="45" actId="12"/>
        <pc:sldMkLst>
          <pc:docMk/>
          <pc:sldMk cId="3632865397" sldId="302"/>
        </pc:sldMkLst>
        <pc:spChg chg="mod">
          <ac:chgData name="Min-Huang Ho" userId="3b9e8198e6400288" providerId="LiveId" clId="{239388CA-441C-4E40-9B65-CDE9ADE3A70B}" dt="2023-05-27T09:23:19.234" v="45" actId="12"/>
          <ac:spMkLst>
            <pc:docMk/>
            <pc:sldMk cId="3632865397" sldId="302"/>
            <ac:spMk id="4" creationId="{00000000-0000-0000-0000-000000000000}"/>
          </ac:spMkLst>
        </pc:spChg>
      </pc:sldChg>
      <pc:sldChg chg="modSp mod">
        <pc:chgData name="Min-Huang Ho" userId="3b9e8198e6400288" providerId="LiveId" clId="{239388CA-441C-4E40-9B65-CDE9ADE3A70B}" dt="2023-05-27T09:24:17.062" v="48" actId="207"/>
        <pc:sldMkLst>
          <pc:docMk/>
          <pc:sldMk cId="1616517293" sldId="303"/>
        </pc:sldMkLst>
        <pc:spChg chg="mod">
          <ac:chgData name="Min-Huang Ho" userId="3b9e8198e6400288" providerId="LiveId" clId="{239388CA-441C-4E40-9B65-CDE9ADE3A70B}" dt="2023-05-27T09:24:17.062" v="48" actId="207"/>
          <ac:spMkLst>
            <pc:docMk/>
            <pc:sldMk cId="1616517293" sldId="303"/>
            <ac:spMk id="4" creationId="{00000000-0000-0000-0000-000000000000}"/>
          </ac:spMkLst>
        </pc:spChg>
      </pc:sldChg>
      <pc:sldChg chg="modSp mod">
        <pc:chgData name="Min-Huang Ho" userId="3b9e8198e6400288" providerId="LiveId" clId="{239388CA-441C-4E40-9B65-CDE9ADE3A70B}" dt="2023-05-27T09:26:22.149" v="150" actId="20577"/>
        <pc:sldMkLst>
          <pc:docMk/>
          <pc:sldMk cId="3654595862" sldId="304"/>
        </pc:sldMkLst>
        <pc:spChg chg="mod">
          <ac:chgData name="Min-Huang Ho" userId="3b9e8198e6400288" providerId="LiveId" clId="{239388CA-441C-4E40-9B65-CDE9ADE3A70B}" dt="2023-05-27T09:26:22.149" v="150" actId="20577"/>
          <ac:spMkLst>
            <pc:docMk/>
            <pc:sldMk cId="3654595862" sldId="304"/>
            <ac:spMk id="4" creationId="{00000000-0000-0000-0000-000000000000}"/>
          </ac:spMkLst>
        </pc:spChg>
      </pc:sldChg>
      <pc:sldChg chg="modSp mod">
        <pc:chgData name="Min-Huang Ho" userId="3b9e8198e6400288" providerId="LiveId" clId="{239388CA-441C-4E40-9B65-CDE9ADE3A70B}" dt="2023-05-27T09:26:47.125" v="160" actId="20577"/>
        <pc:sldMkLst>
          <pc:docMk/>
          <pc:sldMk cId="3657589009" sldId="305"/>
        </pc:sldMkLst>
        <pc:spChg chg="mod">
          <ac:chgData name="Min-Huang Ho" userId="3b9e8198e6400288" providerId="LiveId" clId="{239388CA-441C-4E40-9B65-CDE9ADE3A70B}" dt="2023-05-27T09:26:47.125" v="160" actId="20577"/>
          <ac:spMkLst>
            <pc:docMk/>
            <pc:sldMk cId="3657589009" sldId="305"/>
            <ac:spMk id="4" creationId="{00000000-0000-0000-0000-000000000000}"/>
          </ac:spMkLst>
        </pc:spChg>
      </pc:sldChg>
      <pc:sldChg chg="modSp mod">
        <pc:chgData name="Min-Huang Ho" userId="3b9e8198e6400288" providerId="LiveId" clId="{239388CA-441C-4E40-9B65-CDE9ADE3A70B}" dt="2023-05-27T09:27:49.391" v="168" actId="20577"/>
        <pc:sldMkLst>
          <pc:docMk/>
          <pc:sldMk cId="858128213" sldId="306"/>
        </pc:sldMkLst>
        <pc:spChg chg="mod">
          <ac:chgData name="Min-Huang Ho" userId="3b9e8198e6400288" providerId="LiveId" clId="{239388CA-441C-4E40-9B65-CDE9ADE3A70B}" dt="2023-05-27T09:27:49.391" v="168" actId="20577"/>
          <ac:spMkLst>
            <pc:docMk/>
            <pc:sldMk cId="858128213" sldId="306"/>
            <ac:spMk id="4" creationId="{00000000-0000-0000-0000-000000000000}"/>
          </ac:spMkLst>
        </pc:spChg>
      </pc:sldChg>
      <pc:sldChg chg="modSp mod">
        <pc:chgData name="Min-Huang Ho" userId="3b9e8198e6400288" providerId="LiveId" clId="{239388CA-441C-4E40-9B65-CDE9ADE3A70B}" dt="2023-05-27T09:28:13.965" v="171" actId="12"/>
        <pc:sldMkLst>
          <pc:docMk/>
          <pc:sldMk cId="1030434790" sldId="307"/>
        </pc:sldMkLst>
        <pc:spChg chg="mod">
          <ac:chgData name="Min-Huang Ho" userId="3b9e8198e6400288" providerId="LiveId" clId="{239388CA-441C-4E40-9B65-CDE9ADE3A70B}" dt="2023-05-27T09:28:13.965" v="171" actId="12"/>
          <ac:spMkLst>
            <pc:docMk/>
            <pc:sldMk cId="1030434790" sldId="307"/>
            <ac:spMk id="4" creationId="{00000000-0000-0000-0000-000000000000}"/>
          </ac:spMkLst>
        </pc:spChg>
      </pc:sldChg>
      <pc:sldChg chg="addSp delSp modSp mod">
        <pc:chgData name="Min-Huang Ho" userId="3b9e8198e6400288" providerId="LiveId" clId="{239388CA-441C-4E40-9B65-CDE9ADE3A70B}" dt="2023-05-27T09:28:30.499" v="175" actId="14100"/>
        <pc:sldMkLst>
          <pc:docMk/>
          <pc:sldMk cId="1251002935" sldId="308"/>
        </pc:sldMkLst>
        <pc:picChg chg="add mod">
          <ac:chgData name="Min-Huang Ho" userId="3b9e8198e6400288" providerId="LiveId" clId="{239388CA-441C-4E40-9B65-CDE9ADE3A70B}" dt="2023-05-27T09:28:30.499" v="175" actId="14100"/>
          <ac:picMkLst>
            <pc:docMk/>
            <pc:sldMk cId="1251002935" sldId="308"/>
            <ac:picMk id="5" creationId="{7A57A3DA-DB4C-BC6E-B2A6-072BDCDD5A60}"/>
          </ac:picMkLst>
        </pc:picChg>
        <pc:picChg chg="del">
          <ac:chgData name="Min-Huang Ho" userId="3b9e8198e6400288" providerId="LiveId" clId="{239388CA-441C-4E40-9B65-CDE9ADE3A70B}" dt="2023-05-27T09:28:24.321" v="172" actId="478"/>
          <ac:picMkLst>
            <pc:docMk/>
            <pc:sldMk cId="1251002935" sldId="308"/>
            <ac:picMk id="7" creationId="{00000000-0000-0000-0000-000000000000}"/>
          </ac:picMkLst>
        </pc:picChg>
      </pc:sldChg>
      <pc:sldChg chg="addSp delSp modSp mod">
        <pc:chgData name="Min-Huang Ho" userId="3b9e8198e6400288" providerId="LiveId" clId="{239388CA-441C-4E40-9B65-CDE9ADE3A70B}" dt="2023-05-27T09:28:53.068" v="181" actId="1076"/>
        <pc:sldMkLst>
          <pc:docMk/>
          <pc:sldMk cId="3571312011" sldId="309"/>
        </pc:sldMkLst>
        <pc:picChg chg="del">
          <ac:chgData name="Min-Huang Ho" userId="3b9e8198e6400288" providerId="LiveId" clId="{239388CA-441C-4E40-9B65-CDE9ADE3A70B}" dt="2023-05-27T09:28:34.144" v="176" actId="478"/>
          <ac:picMkLst>
            <pc:docMk/>
            <pc:sldMk cId="3571312011" sldId="309"/>
            <ac:picMk id="5" creationId="{00000000-0000-0000-0000-000000000000}"/>
          </ac:picMkLst>
        </pc:picChg>
        <pc:picChg chg="add mod">
          <ac:chgData name="Min-Huang Ho" userId="3b9e8198e6400288" providerId="LiveId" clId="{239388CA-441C-4E40-9B65-CDE9ADE3A70B}" dt="2023-05-27T09:28:53.068" v="181" actId="1076"/>
          <ac:picMkLst>
            <pc:docMk/>
            <pc:sldMk cId="3571312011" sldId="309"/>
            <ac:picMk id="6" creationId="{7A8EC97B-1F91-DA99-2B8D-BEFBC25B6605}"/>
          </ac:picMkLst>
        </pc:picChg>
      </pc:sldChg>
      <pc:sldChg chg="addSp delSp modSp mod">
        <pc:chgData name="Min-Huang Ho" userId="3b9e8198e6400288" providerId="LiveId" clId="{239388CA-441C-4E40-9B65-CDE9ADE3A70B}" dt="2023-05-27T09:29:09.126" v="186" actId="1076"/>
        <pc:sldMkLst>
          <pc:docMk/>
          <pc:sldMk cId="4036029077" sldId="310"/>
        </pc:sldMkLst>
        <pc:picChg chg="del">
          <ac:chgData name="Min-Huang Ho" userId="3b9e8198e6400288" providerId="LiveId" clId="{239388CA-441C-4E40-9B65-CDE9ADE3A70B}" dt="2023-05-27T09:28:55.682" v="182" actId="478"/>
          <ac:picMkLst>
            <pc:docMk/>
            <pc:sldMk cId="4036029077" sldId="310"/>
            <ac:picMk id="5" creationId="{00000000-0000-0000-0000-000000000000}"/>
          </ac:picMkLst>
        </pc:picChg>
        <pc:picChg chg="add mod">
          <ac:chgData name="Min-Huang Ho" userId="3b9e8198e6400288" providerId="LiveId" clId="{239388CA-441C-4E40-9B65-CDE9ADE3A70B}" dt="2023-05-27T09:29:09.126" v="186" actId="1076"/>
          <ac:picMkLst>
            <pc:docMk/>
            <pc:sldMk cId="4036029077" sldId="310"/>
            <ac:picMk id="6" creationId="{1C009D1B-F408-F1BF-5CED-93761167EC8F}"/>
          </ac:picMkLst>
        </pc:picChg>
      </pc:sldChg>
      <pc:sldChg chg="addSp delSp modSp mod">
        <pc:chgData name="Min-Huang Ho" userId="3b9e8198e6400288" providerId="LiveId" clId="{239388CA-441C-4E40-9B65-CDE9ADE3A70B}" dt="2023-05-27T09:29:28.708" v="191" actId="1076"/>
        <pc:sldMkLst>
          <pc:docMk/>
          <pc:sldMk cId="3578455135" sldId="311"/>
        </pc:sldMkLst>
        <pc:picChg chg="del">
          <ac:chgData name="Min-Huang Ho" userId="3b9e8198e6400288" providerId="LiveId" clId="{239388CA-441C-4E40-9B65-CDE9ADE3A70B}" dt="2023-05-27T09:29:12.226" v="187" actId="478"/>
          <ac:picMkLst>
            <pc:docMk/>
            <pc:sldMk cId="3578455135" sldId="311"/>
            <ac:picMk id="5" creationId="{00000000-0000-0000-0000-000000000000}"/>
          </ac:picMkLst>
        </pc:picChg>
        <pc:picChg chg="add mod">
          <ac:chgData name="Min-Huang Ho" userId="3b9e8198e6400288" providerId="LiveId" clId="{239388CA-441C-4E40-9B65-CDE9ADE3A70B}" dt="2023-05-27T09:29:28.708" v="191" actId="1076"/>
          <ac:picMkLst>
            <pc:docMk/>
            <pc:sldMk cId="3578455135" sldId="311"/>
            <ac:picMk id="6" creationId="{3CE0EC53-C64D-40A8-E4E7-DC80554A1B4C}"/>
          </ac:picMkLst>
        </pc:picChg>
      </pc:sldChg>
      <pc:sldChg chg="modSp mod">
        <pc:chgData name="Min-Huang Ho" userId="3b9e8198e6400288" providerId="LiveId" clId="{239388CA-441C-4E40-9B65-CDE9ADE3A70B}" dt="2023-05-27T09:30:25.579" v="202" actId="1037"/>
        <pc:sldMkLst>
          <pc:docMk/>
          <pc:sldMk cId="3933982581" sldId="312"/>
        </pc:sldMkLst>
        <pc:spChg chg="mod">
          <ac:chgData name="Min-Huang Ho" userId="3b9e8198e6400288" providerId="LiveId" clId="{239388CA-441C-4E40-9B65-CDE9ADE3A70B}" dt="2023-05-27T09:30:16.473" v="194" actId="12"/>
          <ac:spMkLst>
            <pc:docMk/>
            <pc:sldMk cId="3933982581" sldId="312"/>
            <ac:spMk id="4" creationId="{00000000-0000-0000-0000-000000000000}"/>
          </ac:spMkLst>
        </pc:spChg>
        <pc:spChg chg="mod">
          <ac:chgData name="Min-Huang Ho" userId="3b9e8198e6400288" providerId="LiveId" clId="{239388CA-441C-4E40-9B65-CDE9ADE3A70B}" dt="2023-05-27T09:30:22.846" v="199" actId="1038"/>
          <ac:spMkLst>
            <pc:docMk/>
            <pc:sldMk cId="3933982581" sldId="312"/>
            <ac:spMk id="5" creationId="{00000000-0000-0000-0000-000000000000}"/>
          </ac:spMkLst>
        </pc:spChg>
        <pc:cxnChg chg="mod">
          <ac:chgData name="Min-Huang Ho" userId="3b9e8198e6400288" providerId="LiveId" clId="{239388CA-441C-4E40-9B65-CDE9ADE3A70B}" dt="2023-05-27T09:30:25.579" v="202" actId="1037"/>
          <ac:cxnSpMkLst>
            <pc:docMk/>
            <pc:sldMk cId="3933982581" sldId="312"/>
            <ac:cxnSpMk id="7" creationId="{00000000-0000-0000-0000-000000000000}"/>
          </ac:cxnSpMkLst>
        </pc:cxnChg>
      </pc:sldChg>
      <pc:sldChg chg="modSp mod">
        <pc:chgData name="Min-Huang Ho" userId="3b9e8198e6400288" providerId="LiveId" clId="{239388CA-441C-4E40-9B65-CDE9ADE3A70B}" dt="2023-05-27T09:30:46.519" v="213" actId="1035"/>
        <pc:sldMkLst>
          <pc:docMk/>
          <pc:sldMk cId="4270406969" sldId="313"/>
        </pc:sldMkLst>
        <pc:spChg chg="mod">
          <ac:chgData name="Min-Huang Ho" userId="3b9e8198e6400288" providerId="LiveId" clId="{239388CA-441C-4E40-9B65-CDE9ADE3A70B}" dt="2023-05-27T09:30:38.266" v="205" actId="27636"/>
          <ac:spMkLst>
            <pc:docMk/>
            <pc:sldMk cId="4270406969" sldId="313"/>
            <ac:spMk id="4" creationId="{00000000-0000-0000-0000-000000000000}"/>
          </ac:spMkLst>
        </pc:spChg>
        <pc:spChg chg="mod">
          <ac:chgData name="Min-Huang Ho" userId="3b9e8198e6400288" providerId="LiveId" clId="{239388CA-441C-4E40-9B65-CDE9ADE3A70B}" dt="2023-05-27T09:30:46.519" v="213" actId="1035"/>
          <ac:spMkLst>
            <pc:docMk/>
            <pc:sldMk cId="4270406969" sldId="313"/>
            <ac:spMk id="5" creationId="{00000000-0000-0000-0000-000000000000}"/>
          </ac:spMkLst>
        </pc:spChg>
        <pc:cxnChg chg="mod">
          <ac:chgData name="Min-Huang Ho" userId="3b9e8198e6400288" providerId="LiveId" clId="{239388CA-441C-4E40-9B65-CDE9ADE3A70B}" dt="2023-05-27T09:30:46.519" v="213" actId="1035"/>
          <ac:cxnSpMkLst>
            <pc:docMk/>
            <pc:sldMk cId="4270406969" sldId="313"/>
            <ac:cxnSpMk id="6" creationId="{00000000-0000-0000-0000-000000000000}"/>
          </ac:cxnSpMkLst>
        </pc:cxnChg>
      </pc:sldChg>
      <pc:sldChg chg="modSp mod">
        <pc:chgData name="Min-Huang Ho" userId="3b9e8198e6400288" providerId="LiveId" clId="{239388CA-441C-4E40-9B65-CDE9ADE3A70B}" dt="2023-05-27T09:31:44.619" v="223" actId="207"/>
        <pc:sldMkLst>
          <pc:docMk/>
          <pc:sldMk cId="903525636" sldId="314"/>
        </pc:sldMkLst>
        <pc:spChg chg="mod">
          <ac:chgData name="Min-Huang Ho" userId="3b9e8198e6400288" providerId="LiveId" clId="{239388CA-441C-4E40-9B65-CDE9ADE3A70B}" dt="2023-05-27T09:31:44.619" v="223" actId="207"/>
          <ac:spMkLst>
            <pc:docMk/>
            <pc:sldMk cId="903525636" sldId="314"/>
            <ac:spMk id="4" creationId="{00000000-0000-0000-0000-000000000000}"/>
          </ac:spMkLst>
        </pc:spChg>
      </pc:sldChg>
      <pc:sldChg chg="modSp mod">
        <pc:chgData name="Min-Huang Ho" userId="3b9e8198e6400288" providerId="LiveId" clId="{239388CA-441C-4E40-9B65-CDE9ADE3A70B}" dt="2023-05-27T09:32:42.069" v="232" actId="12"/>
        <pc:sldMkLst>
          <pc:docMk/>
          <pc:sldMk cId="65697382" sldId="315"/>
        </pc:sldMkLst>
        <pc:spChg chg="mod">
          <ac:chgData name="Min-Huang Ho" userId="3b9e8198e6400288" providerId="LiveId" clId="{239388CA-441C-4E40-9B65-CDE9ADE3A70B}" dt="2023-05-27T09:32:42.069" v="232" actId="12"/>
          <ac:spMkLst>
            <pc:docMk/>
            <pc:sldMk cId="65697382" sldId="315"/>
            <ac:spMk id="4" creationId="{00000000-0000-0000-0000-000000000000}"/>
          </ac:spMkLst>
        </pc:spChg>
      </pc:sldChg>
      <pc:sldChg chg="modSp mod">
        <pc:chgData name="Min-Huang Ho" userId="3b9e8198e6400288" providerId="LiveId" clId="{239388CA-441C-4E40-9B65-CDE9ADE3A70B}" dt="2023-05-27T09:33:27.799" v="257" actId="20577"/>
        <pc:sldMkLst>
          <pc:docMk/>
          <pc:sldMk cId="787495772" sldId="316"/>
        </pc:sldMkLst>
        <pc:spChg chg="mod">
          <ac:chgData name="Min-Huang Ho" userId="3b9e8198e6400288" providerId="LiveId" clId="{239388CA-441C-4E40-9B65-CDE9ADE3A70B}" dt="2023-05-27T09:33:27.799" v="257" actId="20577"/>
          <ac:spMkLst>
            <pc:docMk/>
            <pc:sldMk cId="787495772" sldId="316"/>
            <ac:spMk id="4" creationId="{00000000-0000-0000-0000-000000000000}"/>
          </ac:spMkLst>
        </pc:spChg>
      </pc:sldChg>
      <pc:sldChg chg="modSp mod">
        <pc:chgData name="Min-Huang Ho" userId="3b9e8198e6400288" providerId="LiveId" clId="{239388CA-441C-4E40-9B65-CDE9ADE3A70B}" dt="2023-05-27T09:34:01.479" v="259" actId="12"/>
        <pc:sldMkLst>
          <pc:docMk/>
          <pc:sldMk cId="785740433" sldId="317"/>
        </pc:sldMkLst>
        <pc:spChg chg="mod">
          <ac:chgData name="Min-Huang Ho" userId="3b9e8198e6400288" providerId="LiveId" clId="{239388CA-441C-4E40-9B65-CDE9ADE3A70B}" dt="2023-05-27T09:34:01.479" v="259" actId="12"/>
          <ac:spMkLst>
            <pc:docMk/>
            <pc:sldMk cId="785740433" sldId="317"/>
            <ac:spMk id="4" creationId="{00000000-0000-0000-0000-000000000000}"/>
          </ac:spMkLst>
        </pc:spChg>
      </pc:sldChg>
      <pc:sldChg chg="modSp mod">
        <pc:chgData name="Min-Huang Ho" userId="3b9e8198e6400288" providerId="LiveId" clId="{239388CA-441C-4E40-9B65-CDE9ADE3A70B}" dt="2023-05-28T00:06:46.737" v="449" actId="207"/>
        <pc:sldMkLst>
          <pc:docMk/>
          <pc:sldMk cId="2455374713" sldId="318"/>
        </pc:sldMkLst>
        <pc:spChg chg="mod">
          <ac:chgData name="Min-Huang Ho" userId="3b9e8198e6400288" providerId="LiveId" clId="{239388CA-441C-4E40-9B65-CDE9ADE3A70B}" dt="2023-05-28T00:06:46.737" v="449" actId="207"/>
          <ac:spMkLst>
            <pc:docMk/>
            <pc:sldMk cId="2455374713" sldId="318"/>
            <ac:spMk id="4" creationId="{00000000-0000-0000-0000-000000000000}"/>
          </ac:spMkLst>
        </pc:spChg>
      </pc:sldChg>
      <pc:sldChg chg="modSp mod">
        <pc:chgData name="Min-Huang Ho" userId="3b9e8198e6400288" providerId="LiveId" clId="{239388CA-441C-4E40-9B65-CDE9ADE3A70B}" dt="2023-05-28T00:07:22.528" v="452" actId="12"/>
        <pc:sldMkLst>
          <pc:docMk/>
          <pc:sldMk cId="1534188229" sldId="319"/>
        </pc:sldMkLst>
        <pc:spChg chg="mod">
          <ac:chgData name="Min-Huang Ho" userId="3b9e8198e6400288" providerId="LiveId" clId="{239388CA-441C-4E40-9B65-CDE9ADE3A70B}" dt="2023-05-28T00:07:22.528" v="452" actId="12"/>
          <ac:spMkLst>
            <pc:docMk/>
            <pc:sldMk cId="1534188229" sldId="319"/>
            <ac:spMk id="4" creationId="{00000000-0000-0000-0000-000000000000}"/>
          </ac:spMkLst>
        </pc:spChg>
      </pc:sldChg>
      <pc:sldChg chg="modSp mod">
        <pc:chgData name="Min-Huang Ho" userId="3b9e8198e6400288" providerId="LiveId" clId="{239388CA-441C-4E40-9B65-CDE9ADE3A70B}" dt="2023-05-28T00:07:41.067" v="455" actId="12"/>
        <pc:sldMkLst>
          <pc:docMk/>
          <pc:sldMk cId="2317787150" sldId="320"/>
        </pc:sldMkLst>
        <pc:spChg chg="mod">
          <ac:chgData name="Min-Huang Ho" userId="3b9e8198e6400288" providerId="LiveId" clId="{239388CA-441C-4E40-9B65-CDE9ADE3A70B}" dt="2023-05-28T00:07:41.067" v="455" actId="12"/>
          <ac:spMkLst>
            <pc:docMk/>
            <pc:sldMk cId="2317787150" sldId="320"/>
            <ac:spMk id="4" creationId="{00000000-0000-0000-0000-000000000000}"/>
          </ac:spMkLst>
        </pc:spChg>
      </pc:sldChg>
      <pc:sldChg chg="modSp mod">
        <pc:chgData name="Min-Huang Ho" userId="3b9e8198e6400288" providerId="LiveId" clId="{239388CA-441C-4E40-9B65-CDE9ADE3A70B}" dt="2023-05-28T00:08:20.433" v="460" actId="403"/>
        <pc:sldMkLst>
          <pc:docMk/>
          <pc:sldMk cId="1049668908" sldId="321"/>
        </pc:sldMkLst>
        <pc:spChg chg="mod">
          <ac:chgData name="Min-Huang Ho" userId="3b9e8198e6400288" providerId="LiveId" clId="{239388CA-441C-4E40-9B65-CDE9ADE3A70B}" dt="2023-05-28T00:08:20.433" v="460" actId="403"/>
          <ac:spMkLst>
            <pc:docMk/>
            <pc:sldMk cId="1049668908" sldId="321"/>
            <ac:spMk id="4" creationId="{00000000-0000-0000-0000-000000000000}"/>
          </ac:spMkLst>
        </pc:spChg>
      </pc:sldChg>
      <pc:sldChg chg="modSp mod">
        <pc:chgData name="Min-Huang Ho" userId="3b9e8198e6400288" providerId="LiveId" clId="{239388CA-441C-4E40-9B65-CDE9ADE3A70B}" dt="2023-05-28T00:08:39.906" v="462" actId="12"/>
        <pc:sldMkLst>
          <pc:docMk/>
          <pc:sldMk cId="3814838230" sldId="322"/>
        </pc:sldMkLst>
        <pc:spChg chg="mod">
          <ac:chgData name="Min-Huang Ho" userId="3b9e8198e6400288" providerId="LiveId" clId="{239388CA-441C-4E40-9B65-CDE9ADE3A70B}" dt="2023-05-28T00:08:39.906" v="462" actId="12"/>
          <ac:spMkLst>
            <pc:docMk/>
            <pc:sldMk cId="3814838230" sldId="322"/>
            <ac:spMk id="4" creationId="{00000000-0000-0000-0000-000000000000}"/>
          </ac:spMkLst>
        </pc:spChg>
      </pc:sldChg>
      <pc:sldChg chg="addSp delSp modSp mod">
        <pc:chgData name="Min-Huang Ho" userId="3b9e8198e6400288" providerId="LiveId" clId="{239388CA-441C-4E40-9B65-CDE9ADE3A70B}" dt="2023-05-28T00:08:58.500" v="466" actId="14100"/>
        <pc:sldMkLst>
          <pc:docMk/>
          <pc:sldMk cId="2791518234" sldId="323"/>
        </pc:sldMkLst>
        <pc:picChg chg="del">
          <ac:chgData name="Min-Huang Ho" userId="3b9e8198e6400288" providerId="LiveId" clId="{239388CA-441C-4E40-9B65-CDE9ADE3A70B}" dt="2023-05-28T00:08:51.950" v="463" actId="478"/>
          <ac:picMkLst>
            <pc:docMk/>
            <pc:sldMk cId="2791518234" sldId="323"/>
            <ac:picMk id="5" creationId="{00000000-0000-0000-0000-000000000000}"/>
          </ac:picMkLst>
        </pc:picChg>
        <pc:picChg chg="add mod">
          <ac:chgData name="Min-Huang Ho" userId="3b9e8198e6400288" providerId="LiveId" clId="{239388CA-441C-4E40-9B65-CDE9ADE3A70B}" dt="2023-05-28T00:08:58.500" v="466" actId="14100"/>
          <ac:picMkLst>
            <pc:docMk/>
            <pc:sldMk cId="2791518234" sldId="323"/>
            <ac:picMk id="6" creationId="{A6910CDF-BC15-09F3-437A-596597AC4A43}"/>
          </ac:picMkLst>
        </pc:picChg>
      </pc:sldChg>
      <pc:sldChg chg="del">
        <pc:chgData name="Min-Huang Ho" userId="3b9e8198e6400288" providerId="LiveId" clId="{239388CA-441C-4E40-9B65-CDE9ADE3A70B}" dt="2023-05-28T00:09:42.983" v="467" actId="47"/>
        <pc:sldMkLst>
          <pc:docMk/>
          <pc:sldMk cId="1874706126" sldId="324"/>
        </pc:sldMkLst>
      </pc:sldChg>
      <pc:sldChg chg="addSp delSp modSp mod">
        <pc:chgData name="Min-Huang Ho" userId="3b9e8198e6400288" providerId="LiveId" clId="{239388CA-441C-4E40-9B65-CDE9ADE3A70B}" dt="2023-05-28T00:10:08.628" v="472" actId="1076"/>
        <pc:sldMkLst>
          <pc:docMk/>
          <pc:sldMk cId="3464638155" sldId="325"/>
        </pc:sldMkLst>
        <pc:picChg chg="del">
          <ac:chgData name="Min-Huang Ho" userId="3b9e8198e6400288" providerId="LiveId" clId="{239388CA-441C-4E40-9B65-CDE9ADE3A70B}" dt="2023-05-28T00:09:57.863" v="468" actId="478"/>
          <ac:picMkLst>
            <pc:docMk/>
            <pc:sldMk cId="3464638155" sldId="325"/>
            <ac:picMk id="5" creationId="{00000000-0000-0000-0000-000000000000}"/>
          </ac:picMkLst>
        </pc:picChg>
        <pc:picChg chg="add mod">
          <ac:chgData name="Min-Huang Ho" userId="3b9e8198e6400288" providerId="LiveId" clId="{239388CA-441C-4E40-9B65-CDE9ADE3A70B}" dt="2023-05-28T00:10:08.628" v="472" actId="1076"/>
          <ac:picMkLst>
            <pc:docMk/>
            <pc:sldMk cId="3464638155" sldId="325"/>
            <ac:picMk id="6" creationId="{CC9DF457-CB5B-49E7-BF0C-B6D62B008F06}"/>
          </ac:picMkLst>
        </pc:picChg>
      </pc:sldChg>
      <pc:sldChg chg="modSp mod">
        <pc:chgData name="Min-Huang Ho" userId="3b9e8198e6400288" providerId="LiveId" clId="{239388CA-441C-4E40-9B65-CDE9ADE3A70B}" dt="2023-05-28T00:12:02.219" v="474" actId="2711"/>
        <pc:sldMkLst>
          <pc:docMk/>
          <pc:sldMk cId="1852462821" sldId="329"/>
        </pc:sldMkLst>
        <pc:spChg chg="mod">
          <ac:chgData name="Min-Huang Ho" userId="3b9e8198e6400288" providerId="LiveId" clId="{239388CA-441C-4E40-9B65-CDE9ADE3A70B}" dt="2023-05-28T00:12:02.219" v="474" actId="2711"/>
          <ac:spMkLst>
            <pc:docMk/>
            <pc:sldMk cId="1852462821" sldId="329"/>
            <ac:spMk id="4" creationId="{00000000-0000-0000-0000-000000000000}"/>
          </ac:spMkLst>
        </pc:spChg>
      </pc:sldChg>
      <pc:sldChg chg="modSp mod">
        <pc:chgData name="Min-Huang Ho" userId="3b9e8198e6400288" providerId="LiveId" clId="{239388CA-441C-4E40-9B65-CDE9ADE3A70B}" dt="2023-05-28T00:12:29.226" v="476" actId="2711"/>
        <pc:sldMkLst>
          <pc:docMk/>
          <pc:sldMk cId="612759391" sldId="330"/>
        </pc:sldMkLst>
        <pc:spChg chg="mod">
          <ac:chgData name="Min-Huang Ho" userId="3b9e8198e6400288" providerId="LiveId" clId="{239388CA-441C-4E40-9B65-CDE9ADE3A70B}" dt="2023-05-28T00:12:29.226" v="476" actId="2711"/>
          <ac:spMkLst>
            <pc:docMk/>
            <pc:sldMk cId="612759391" sldId="330"/>
            <ac:spMk id="4" creationId="{00000000-0000-0000-0000-000000000000}"/>
          </ac:spMkLst>
        </pc:spChg>
      </pc:sldChg>
      <pc:sldChg chg="modSp mod">
        <pc:chgData name="Min-Huang Ho" userId="3b9e8198e6400288" providerId="LiveId" clId="{239388CA-441C-4E40-9B65-CDE9ADE3A70B}" dt="2023-05-28T00:13:51.065" v="478" actId="6549"/>
        <pc:sldMkLst>
          <pc:docMk/>
          <pc:sldMk cId="2855916373" sldId="331"/>
        </pc:sldMkLst>
        <pc:spChg chg="mod">
          <ac:chgData name="Min-Huang Ho" userId="3b9e8198e6400288" providerId="LiveId" clId="{239388CA-441C-4E40-9B65-CDE9ADE3A70B}" dt="2023-05-28T00:13:51.065" v="478" actId="6549"/>
          <ac:spMkLst>
            <pc:docMk/>
            <pc:sldMk cId="2855916373" sldId="331"/>
            <ac:spMk id="4" creationId="{00000000-0000-0000-0000-000000000000}"/>
          </ac:spMkLst>
        </pc:spChg>
      </pc:sldChg>
      <pc:sldChg chg="modSp mod">
        <pc:chgData name="Min-Huang Ho" userId="3b9e8198e6400288" providerId="LiveId" clId="{239388CA-441C-4E40-9B65-CDE9ADE3A70B}" dt="2023-05-28T00:14:53.320" v="484" actId="404"/>
        <pc:sldMkLst>
          <pc:docMk/>
          <pc:sldMk cId="470654097" sldId="332"/>
        </pc:sldMkLst>
        <pc:spChg chg="mod">
          <ac:chgData name="Min-Huang Ho" userId="3b9e8198e6400288" providerId="LiveId" clId="{239388CA-441C-4E40-9B65-CDE9ADE3A70B}" dt="2023-05-28T00:14:53.320" v="484" actId="404"/>
          <ac:spMkLst>
            <pc:docMk/>
            <pc:sldMk cId="470654097" sldId="332"/>
            <ac:spMk id="4" creationId="{00000000-0000-0000-0000-000000000000}"/>
          </ac:spMkLst>
        </pc:spChg>
      </pc:sldChg>
      <pc:sldChg chg="modSp mod">
        <pc:chgData name="Min-Huang Ho" userId="3b9e8198e6400288" providerId="LiveId" clId="{239388CA-441C-4E40-9B65-CDE9ADE3A70B}" dt="2023-05-28T00:15:13.964" v="487" actId="27636"/>
        <pc:sldMkLst>
          <pc:docMk/>
          <pc:sldMk cId="1140736253" sldId="333"/>
        </pc:sldMkLst>
        <pc:spChg chg="mod">
          <ac:chgData name="Min-Huang Ho" userId="3b9e8198e6400288" providerId="LiveId" clId="{239388CA-441C-4E40-9B65-CDE9ADE3A70B}" dt="2023-05-28T00:15:13.964" v="487" actId="27636"/>
          <ac:spMkLst>
            <pc:docMk/>
            <pc:sldMk cId="1140736253" sldId="333"/>
            <ac:spMk id="4" creationId="{00000000-0000-0000-0000-000000000000}"/>
          </ac:spMkLst>
        </pc:spChg>
      </pc:sldChg>
      <pc:sldChg chg="modSp mod">
        <pc:chgData name="Min-Huang Ho" userId="3b9e8198e6400288" providerId="LiveId" clId="{239388CA-441C-4E40-9B65-CDE9ADE3A70B}" dt="2023-05-28T00:16:44.675" v="576"/>
        <pc:sldMkLst>
          <pc:docMk/>
          <pc:sldMk cId="433362632" sldId="334"/>
        </pc:sldMkLst>
        <pc:spChg chg="mod">
          <ac:chgData name="Min-Huang Ho" userId="3b9e8198e6400288" providerId="LiveId" clId="{239388CA-441C-4E40-9B65-CDE9ADE3A70B}" dt="2023-05-28T00:16:44.675" v="576"/>
          <ac:spMkLst>
            <pc:docMk/>
            <pc:sldMk cId="433362632" sldId="334"/>
            <ac:spMk id="4" creationId="{00000000-0000-0000-0000-000000000000}"/>
          </ac:spMkLst>
        </pc:spChg>
      </pc:sldChg>
      <pc:sldChg chg="addSp delSp modSp mod">
        <pc:chgData name="Min-Huang Ho" userId="3b9e8198e6400288" providerId="LiveId" clId="{239388CA-441C-4E40-9B65-CDE9ADE3A70B}" dt="2023-05-28T00:17:29.051" v="587" actId="1076"/>
        <pc:sldMkLst>
          <pc:docMk/>
          <pc:sldMk cId="529587781" sldId="335"/>
        </pc:sldMkLst>
        <pc:spChg chg="mod">
          <ac:chgData name="Min-Huang Ho" userId="3b9e8198e6400288" providerId="LiveId" clId="{239388CA-441C-4E40-9B65-CDE9ADE3A70B}" dt="2023-05-28T00:17:26.007" v="586" actId="1076"/>
          <ac:spMkLst>
            <pc:docMk/>
            <pc:sldMk cId="529587781" sldId="335"/>
            <ac:spMk id="6" creationId="{00000000-0000-0000-0000-000000000000}"/>
          </ac:spMkLst>
        </pc:spChg>
        <pc:picChg chg="del">
          <ac:chgData name="Min-Huang Ho" userId="3b9e8198e6400288" providerId="LiveId" clId="{239388CA-441C-4E40-9B65-CDE9ADE3A70B}" dt="2023-05-28T00:16:57.958" v="577" actId="478"/>
          <ac:picMkLst>
            <pc:docMk/>
            <pc:sldMk cId="529587781" sldId="335"/>
            <ac:picMk id="5" creationId="{00000000-0000-0000-0000-000000000000}"/>
          </ac:picMkLst>
        </pc:picChg>
        <pc:picChg chg="add mod ord">
          <ac:chgData name="Min-Huang Ho" userId="3b9e8198e6400288" providerId="LiveId" clId="{239388CA-441C-4E40-9B65-CDE9ADE3A70B}" dt="2023-05-28T00:17:22.462" v="585" actId="167"/>
          <ac:picMkLst>
            <pc:docMk/>
            <pc:sldMk cId="529587781" sldId="335"/>
            <ac:picMk id="8" creationId="{A0329FF2-67B2-C7F3-A5B2-3A10DA0844D6}"/>
          </ac:picMkLst>
        </pc:picChg>
        <pc:cxnChg chg="mod">
          <ac:chgData name="Min-Huang Ho" userId="3b9e8198e6400288" providerId="LiveId" clId="{239388CA-441C-4E40-9B65-CDE9ADE3A70B}" dt="2023-05-28T00:17:29.051" v="587" actId="1076"/>
          <ac:cxnSpMkLst>
            <pc:docMk/>
            <pc:sldMk cId="529587781" sldId="335"/>
            <ac:cxnSpMk id="9" creationId="{00000000-0000-0000-0000-000000000000}"/>
          </ac:cxnSpMkLst>
        </pc:cxnChg>
      </pc:sldChg>
      <pc:sldChg chg="modSp mod">
        <pc:chgData name="Min-Huang Ho" userId="3b9e8198e6400288" providerId="LiveId" clId="{239388CA-441C-4E40-9B65-CDE9ADE3A70B}" dt="2023-05-28T00:17:50.841" v="589" actId="2711"/>
        <pc:sldMkLst>
          <pc:docMk/>
          <pc:sldMk cId="475065890" sldId="336"/>
        </pc:sldMkLst>
        <pc:spChg chg="mod">
          <ac:chgData name="Min-Huang Ho" userId="3b9e8198e6400288" providerId="LiveId" clId="{239388CA-441C-4E40-9B65-CDE9ADE3A70B}" dt="2023-05-28T00:17:50.841" v="589" actId="2711"/>
          <ac:spMkLst>
            <pc:docMk/>
            <pc:sldMk cId="475065890" sldId="336"/>
            <ac:spMk id="4" creationId="{00000000-0000-0000-0000-000000000000}"/>
          </ac:spMkLst>
        </pc:spChg>
      </pc:sldChg>
      <pc:sldChg chg="modSp mod">
        <pc:chgData name="Min-Huang Ho" userId="3b9e8198e6400288" providerId="LiveId" clId="{239388CA-441C-4E40-9B65-CDE9ADE3A70B}" dt="2023-05-28T00:19:34.251" v="598" actId="207"/>
        <pc:sldMkLst>
          <pc:docMk/>
          <pc:sldMk cId="946794831" sldId="338"/>
        </pc:sldMkLst>
        <pc:spChg chg="mod">
          <ac:chgData name="Min-Huang Ho" userId="3b9e8198e6400288" providerId="LiveId" clId="{239388CA-441C-4E40-9B65-CDE9ADE3A70B}" dt="2023-05-28T00:19:34.251" v="598" actId="207"/>
          <ac:spMkLst>
            <pc:docMk/>
            <pc:sldMk cId="946794831" sldId="338"/>
            <ac:spMk id="4" creationId="{00000000-0000-0000-0000-000000000000}"/>
          </ac:spMkLst>
        </pc:spChg>
      </pc:sldChg>
      <pc:sldChg chg="addSp delSp modSp mod">
        <pc:chgData name="Min-Huang Ho" userId="3b9e8198e6400288" providerId="LiveId" clId="{239388CA-441C-4E40-9B65-CDE9ADE3A70B}" dt="2023-05-28T00:20:29.466" v="606" actId="1076"/>
        <pc:sldMkLst>
          <pc:docMk/>
          <pc:sldMk cId="1023316382" sldId="339"/>
        </pc:sldMkLst>
        <pc:spChg chg="mod">
          <ac:chgData name="Min-Huang Ho" userId="3b9e8198e6400288" providerId="LiveId" clId="{239388CA-441C-4E40-9B65-CDE9ADE3A70B}" dt="2023-05-28T00:20:08.992" v="600" actId="12"/>
          <ac:spMkLst>
            <pc:docMk/>
            <pc:sldMk cId="1023316382" sldId="339"/>
            <ac:spMk id="4" creationId="{00000000-0000-0000-0000-000000000000}"/>
          </ac:spMkLst>
        </pc:spChg>
        <pc:picChg chg="del">
          <ac:chgData name="Min-Huang Ho" userId="3b9e8198e6400288" providerId="LiveId" clId="{239388CA-441C-4E40-9B65-CDE9ADE3A70B}" dt="2023-05-28T00:20:11.928" v="601" actId="478"/>
          <ac:picMkLst>
            <pc:docMk/>
            <pc:sldMk cId="1023316382" sldId="339"/>
            <ac:picMk id="5" creationId="{00000000-0000-0000-0000-000000000000}"/>
          </ac:picMkLst>
        </pc:picChg>
        <pc:picChg chg="add mod">
          <ac:chgData name="Min-Huang Ho" userId="3b9e8198e6400288" providerId="LiveId" clId="{239388CA-441C-4E40-9B65-CDE9ADE3A70B}" dt="2023-05-28T00:20:29.466" v="606" actId="1076"/>
          <ac:picMkLst>
            <pc:docMk/>
            <pc:sldMk cId="1023316382" sldId="339"/>
            <ac:picMk id="6" creationId="{A6507936-27A0-4E82-9F14-A25AA90FEA30}"/>
          </ac:picMkLst>
        </pc:picChg>
      </pc:sldChg>
      <pc:sldChg chg="addSp delSp modSp mod">
        <pc:chgData name="Min-Huang Ho" userId="3b9e8198e6400288" providerId="LiveId" clId="{239388CA-441C-4E40-9B65-CDE9ADE3A70B}" dt="2023-05-28T00:20:48.822" v="611" actId="1076"/>
        <pc:sldMkLst>
          <pc:docMk/>
          <pc:sldMk cId="542629047" sldId="340"/>
        </pc:sldMkLst>
        <pc:picChg chg="del">
          <ac:chgData name="Min-Huang Ho" userId="3b9e8198e6400288" providerId="LiveId" clId="{239388CA-441C-4E40-9B65-CDE9ADE3A70B}" dt="2023-05-28T00:20:41.075" v="607" actId="478"/>
          <ac:picMkLst>
            <pc:docMk/>
            <pc:sldMk cId="542629047" sldId="340"/>
            <ac:picMk id="5" creationId="{00000000-0000-0000-0000-000000000000}"/>
          </ac:picMkLst>
        </pc:picChg>
        <pc:picChg chg="add mod">
          <ac:chgData name="Min-Huang Ho" userId="3b9e8198e6400288" providerId="LiveId" clId="{239388CA-441C-4E40-9B65-CDE9ADE3A70B}" dt="2023-05-28T00:20:48.822" v="611" actId="1076"/>
          <ac:picMkLst>
            <pc:docMk/>
            <pc:sldMk cId="542629047" sldId="340"/>
            <ac:picMk id="6" creationId="{4BC3A2AD-D97B-2015-58CC-0CEBD837B702}"/>
          </ac:picMkLst>
        </pc:picChg>
      </pc:sldChg>
      <pc:sldChg chg="modSp mod">
        <pc:chgData name="Min-Huang Ho" userId="3b9e8198e6400288" providerId="LiveId" clId="{239388CA-441C-4E40-9B65-CDE9ADE3A70B}" dt="2023-05-28T00:21:27.202" v="614" actId="12"/>
        <pc:sldMkLst>
          <pc:docMk/>
          <pc:sldMk cId="1163489826" sldId="341"/>
        </pc:sldMkLst>
        <pc:spChg chg="mod">
          <ac:chgData name="Min-Huang Ho" userId="3b9e8198e6400288" providerId="LiveId" clId="{239388CA-441C-4E40-9B65-CDE9ADE3A70B}" dt="2023-05-28T00:21:27.202" v="614" actId="12"/>
          <ac:spMkLst>
            <pc:docMk/>
            <pc:sldMk cId="1163489826" sldId="341"/>
            <ac:spMk id="4" creationId="{00000000-0000-0000-0000-000000000000}"/>
          </ac:spMkLst>
        </pc:spChg>
      </pc:sldChg>
      <pc:sldChg chg="delSp modSp add mod">
        <pc:chgData name="Min-Huang Ho" userId="3b9e8198e6400288" providerId="LiveId" clId="{239388CA-441C-4E40-9B65-CDE9ADE3A70B}" dt="2023-05-28T00:35:15.964" v="895" actId="12"/>
        <pc:sldMkLst>
          <pc:docMk/>
          <pc:sldMk cId="762178950" sldId="342"/>
        </pc:sldMkLst>
        <pc:spChg chg="mod">
          <ac:chgData name="Min-Huang Ho" userId="3b9e8198e6400288" providerId="LiveId" clId="{239388CA-441C-4E40-9B65-CDE9ADE3A70B}" dt="2023-05-28T00:33:48.398" v="809"/>
          <ac:spMkLst>
            <pc:docMk/>
            <pc:sldMk cId="762178950" sldId="342"/>
            <ac:spMk id="2" creationId="{00000000-0000-0000-0000-000000000000}"/>
          </ac:spMkLst>
        </pc:spChg>
        <pc:spChg chg="mod">
          <ac:chgData name="Min-Huang Ho" userId="3b9e8198e6400288" providerId="LiveId" clId="{239388CA-441C-4E40-9B65-CDE9ADE3A70B}" dt="2023-05-28T00:35:15.964" v="895" actId="12"/>
          <ac:spMkLst>
            <pc:docMk/>
            <pc:sldMk cId="762178950" sldId="342"/>
            <ac:spMk id="4" creationId="{00000000-0000-0000-0000-000000000000}"/>
          </ac:spMkLst>
        </pc:spChg>
        <pc:picChg chg="del">
          <ac:chgData name="Min-Huang Ho" userId="3b9e8198e6400288" providerId="LiveId" clId="{239388CA-441C-4E40-9B65-CDE9ADE3A70B}" dt="2023-05-28T00:33:50.700" v="810" actId="478"/>
          <ac:picMkLst>
            <pc:docMk/>
            <pc:sldMk cId="762178950" sldId="342"/>
            <ac:picMk id="6" creationId="{53AAD022-9F8B-2558-8A81-863FB6A8610F}"/>
          </ac:picMkLst>
        </pc:picChg>
      </pc:sldChg>
      <pc:sldChg chg="addSp modSp add mod">
        <pc:chgData name="Min-Huang Ho" userId="3b9e8198e6400288" providerId="LiveId" clId="{239388CA-441C-4E40-9B65-CDE9ADE3A70B}" dt="2023-05-28T00:36:20.659" v="1024" actId="1076"/>
        <pc:sldMkLst>
          <pc:docMk/>
          <pc:sldMk cId="257740521" sldId="343"/>
        </pc:sldMkLst>
        <pc:spChg chg="mod">
          <ac:chgData name="Min-Huang Ho" userId="3b9e8198e6400288" providerId="LiveId" clId="{239388CA-441C-4E40-9B65-CDE9ADE3A70B}" dt="2023-05-28T00:36:04.545" v="1020"/>
          <ac:spMkLst>
            <pc:docMk/>
            <pc:sldMk cId="257740521" sldId="343"/>
            <ac:spMk id="4" creationId="{00000000-0000-0000-0000-000000000000}"/>
          </ac:spMkLst>
        </pc:spChg>
        <pc:picChg chg="add mod">
          <ac:chgData name="Min-Huang Ho" userId="3b9e8198e6400288" providerId="LiveId" clId="{239388CA-441C-4E40-9B65-CDE9ADE3A70B}" dt="2023-05-28T00:36:20.659" v="1024" actId="1076"/>
          <ac:picMkLst>
            <pc:docMk/>
            <pc:sldMk cId="257740521" sldId="343"/>
            <ac:picMk id="5" creationId="{1FF14913-E32F-D288-5560-E1CB6D3D1116}"/>
          </ac:picMkLst>
        </pc:picChg>
      </pc:sldChg>
      <pc:sldChg chg="addSp delSp modSp add mod">
        <pc:chgData name="Min-Huang Ho" userId="3b9e8198e6400288" providerId="LiveId" clId="{239388CA-441C-4E40-9B65-CDE9ADE3A70B}" dt="2023-05-28T00:37:07.709" v="1116" actId="1076"/>
        <pc:sldMkLst>
          <pc:docMk/>
          <pc:sldMk cId="2404880388" sldId="344"/>
        </pc:sldMkLst>
        <pc:spChg chg="mod">
          <ac:chgData name="Min-Huang Ho" userId="3b9e8198e6400288" providerId="LiveId" clId="{239388CA-441C-4E40-9B65-CDE9ADE3A70B}" dt="2023-05-28T00:36:56.434" v="1111" actId="6549"/>
          <ac:spMkLst>
            <pc:docMk/>
            <pc:sldMk cId="2404880388" sldId="344"/>
            <ac:spMk id="4" creationId="{00000000-0000-0000-0000-000000000000}"/>
          </ac:spMkLst>
        </pc:spChg>
        <pc:picChg chg="del">
          <ac:chgData name="Min-Huang Ho" userId="3b9e8198e6400288" providerId="LiveId" clId="{239388CA-441C-4E40-9B65-CDE9ADE3A70B}" dt="2023-05-28T00:36:59.125" v="1112" actId="478"/>
          <ac:picMkLst>
            <pc:docMk/>
            <pc:sldMk cId="2404880388" sldId="344"/>
            <ac:picMk id="5" creationId="{1FF14913-E32F-D288-5560-E1CB6D3D1116}"/>
          </ac:picMkLst>
        </pc:picChg>
        <pc:picChg chg="add mod">
          <ac:chgData name="Min-Huang Ho" userId="3b9e8198e6400288" providerId="LiveId" clId="{239388CA-441C-4E40-9B65-CDE9ADE3A70B}" dt="2023-05-28T00:37:07.709" v="1116" actId="1076"/>
          <ac:picMkLst>
            <pc:docMk/>
            <pc:sldMk cId="2404880388" sldId="344"/>
            <ac:picMk id="6" creationId="{3F6B748F-FDA8-296A-BCD7-EFE66BDC9CC8}"/>
          </ac:picMkLst>
        </pc:picChg>
      </pc:sldChg>
      <pc:sldChg chg="delSp modSp add mod">
        <pc:chgData name="Min-Huang Ho" userId="3b9e8198e6400288" providerId="LiveId" clId="{239388CA-441C-4E40-9B65-CDE9ADE3A70B}" dt="2023-05-28T00:38:26.398" v="1227" actId="12"/>
        <pc:sldMkLst>
          <pc:docMk/>
          <pc:sldMk cId="2906426632" sldId="345"/>
        </pc:sldMkLst>
        <pc:spChg chg="mod">
          <ac:chgData name="Min-Huang Ho" userId="3b9e8198e6400288" providerId="LiveId" clId="{239388CA-441C-4E40-9B65-CDE9ADE3A70B}" dt="2023-05-28T00:37:57.403" v="1208" actId="20577"/>
          <ac:spMkLst>
            <pc:docMk/>
            <pc:sldMk cId="2906426632" sldId="345"/>
            <ac:spMk id="2" creationId="{00000000-0000-0000-0000-000000000000}"/>
          </ac:spMkLst>
        </pc:spChg>
        <pc:spChg chg="mod">
          <ac:chgData name="Min-Huang Ho" userId="3b9e8198e6400288" providerId="LiveId" clId="{239388CA-441C-4E40-9B65-CDE9ADE3A70B}" dt="2023-05-28T00:38:26.398" v="1227" actId="12"/>
          <ac:spMkLst>
            <pc:docMk/>
            <pc:sldMk cId="2906426632" sldId="345"/>
            <ac:spMk id="4" creationId="{00000000-0000-0000-0000-000000000000}"/>
          </ac:spMkLst>
        </pc:spChg>
        <pc:picChg chg="del">
          <ac:chgData name="Min-Huang Ho" userId="3b9e8198e6400288" providerId="LiveId" clId="{239388CA-441C-4E40-9B65-CDE9ADE3A70B}" dt="2023-05-28T00:38:01.124" v="1209" actId="478"/>
          <ac:picMkLst>
            <pc:docMk/>
            <pc:sldMk cId="2906426632" sldId="345"/>
            <ac:picMk id="6" creationId="{3F6B748F-FDA8-296A-BCD7-EFE66BDC9CC8}"/>
          </ac:picMkLst>
        </pc:picChg>
      </pc:sldChg>
      <pc:sldChg chg="modSp add mod">
        <pc:chgData name="Min-Huang Ho" userId="3b9e8198e6400288" providerId="LiveId" clId="{239388CA-441C-4E40-9B65-CDE9ADE3A70B}" dt="2023-05-28T00:39:58.073" v="1286" actId="12"/>
        <pc:sldMkLst>
          <pc:docMk/>
          <pc:sldMk cId="928490979" sldId="346"/>
        </pc:sldMkLst>
        <pc:spChg chg="mod">
          <ac:chgData name="Min-Huang Ho" userId="3b9e8198e6400288" providerId="LiveId" clId="{239388CA-441C-4E40-9B65-CDE9ADE3A70B}" dt="2023-05-28T00:39:40.102" v="1282" actId="20577"/>
          <ac:spMkLst>
            <pc:docMk/>
            <pc:sldMk cId="928490979" sldId="346"/>
            <ac:spMk id="2" creationId="{00000000-0000-0000-0000-000000000000}"/>
          </ac:spMkLst>
        </pc:spChg>
        <pc:spChg chg="mod">
          <ac:chgData name="Min-Huang Ho" userId="3b9e8198e6400288" providerId="LiveId" clId="{239388CA-441C-4E40-9B65-CDE9ADE3A70B}" dt="2023-05-28T00:39:58.073" v="1286" actId="12"/>
          <ac:spMkLst>
            <pc:docMk/>
            <pc:sldMk cId="928490979" sldId="346"/>
            <ac:spMk id="4" creationId="{00000000-0000-0000-0000-000000000000}"/>
          </ac:spMkLst>
        </pc:spChg>
      </pc:sldChg>
      <pc:sldChg chg="modSp new mod">
        <pc:chgData name="Min-Huang Ho" userId="3b9e8198e6400288" providerId="LiveId" clId="{239388CA-441C-4E40-9B65-CDE9ADE3A70B}" dt="2023-05-28T00:42:03.767" v="1376" actId="404"/>
        <pc:sldMkLst>
          <pc:docMk/>
          <pc:sldMk cId="2997338579" sldId="347"/>
        </pc:sldMkLst>
        <pc:spChg chg="mod">
          <ac:chgData name="Min-Huang Ho" userId="3b9e8198e6400288" providerId="LiveId" clId="{239388CA-441C-4E40-9B65-CDE9ADE3A70B}" dt="2023-05-28T00:40:50.566" v="1320"/>
          <ac:spMkLst>
            <pc:docMk/>
            <pc:sldMk cId="2997338579" sldId="347"/>
            <ac:spMk id="2" creationId="{79F926D7-933C-8220-490D-89030ECE72F1}"/>
          </ac:spMkLst>
        </pc:spChg>
        <pc:spChg chg="mod">
          <ac:chgData name="Min-Huang Ho" userId="3b9e8198e6400288" providerId="LiveId" clId="{239388CA-441C-4E40-9B65-CDE9ADE3A70B}" dt="2023-05-28T00:42:03.767" v="1376" actId="404"/>
          <ac:spMkLst>
            <pc:docMk/>
            <pc:sldMk cId="2997338579" sldId="347"/>
            <ac:spMk id="4" creationId="{1956D293-609E-B711-D94A-BC28E9351972}"/>
          </ac:spMkLst>
        </pc:spChg>
      </pc:sldChg>
      <pc:sldChg chg="modSp new mod">
        <pc:chgData name="Min-Huang Ho" userId="3b9e8198e6400288" providerId="LiveId" clId="{239388CA-441C-4E40-9B65-CDE9ADE3A70B}" dt="2023-05-28T00:42:35.536" v="1389" actId="12"/>
        <pc:sldMkLst>
          <pc:docMk/>
          <pc:sldMk cId="3725125075" sldId="348"/>
        </pc:sldMkLst>
        <pc:spChg chg="mod">
          <ac:chgData name="Min-Huang Ho" userId="3b9e8198e6400288" providerId="LiveId" clId="{239388CA-441C-4E40-9B65-CDE9ADE3A70B}" dt="2023-05-28T00:42:12.541" v="1387" actId="20577"/>
          <ac:spMkLst>
            <pc:docMk/>
            <pc:sldMk cId="3725125075" sldId="348"/>
            <ac:spMk id="2" creationId="{E8200E07-C9BE-B8E0-8F3A-C70DE00EFA57}"/>
          </ac:spMkLst>
        </pc:spChg>
        <pc:spChg chg="mod">
          <ac:chgData name="Min-Huang Ho" userId="3b9e8198e6400288" providerId="LiveId" clId="{239388CA-441C-4E40-9B65-CDE9ADE3A70B}" dt="2023-05-28T00:42:35.536" v="1389" actId="12"/>
          <ac:spMkLst>
            <pc:docMk/>
            <pc:sldMk cId="3725125075" sldId="348"/>
            <ac:spMk id="4" creationId="{F27CF282-1DB6-66F8-D5D3-79F84C1382AE}"/>
          </ac:spMkLst>
        </pc:spChg>
      </pc:sldChg>
      <pc:sldChg chg="modSp new mod">
        <pc:chgData name="Min-Huang Ho" userId="3b9e8198e6400288" providerId="LiveId" clId="{239388CA-441C-4E40-9B65-CDE9ADE3A70B}" dt="2023-05-28T00:42:54.850" v="1403" actId="12"/>
        <pc:sldMkLst>
          <pc:docMk/>
          <pc:sldMk cId="1828385683" sldId="349"/>
        </pc:sldMkLst>
        <pc:spChg chg="mod">
          <ac:chgData name="Min-Huang Ho" userId="3b9e8198e6400288" providerId="LiveId" clId="{239388CA-441C-4E40-9B65-CDE9ADE3A70B}" dt="2023-05-28T00:42:40.819" v="1400" actId="20577"/>
          <ac:spMkLst>
            <pc:docMk/>
            <pc:sldMk cId="1828385683" sldId="349"/>
            <ac:spMk id="2" creationId="{24DD5D25-78BE-8330-7F1A-236235C33B0F}"/>
          </ac:spMkLst>
        </pc:spChg>
        <pc:spChg chg="mod">
          <ac:chgData name="Min-Huang Ho" userId="3b9e8198e6400288" providerId="LiveId" clId="{239388CA-441C-4E40-9B65-CDE9ADE3A70B}" dt="2023-05-28T00:42:54.850" v="1403" actId="12"/>
          <ac:spMkLst>
            <pc:docMk/>
            <pc:sldMk cId="1828385683" sldId="349"/>
            <ac:spMk id="4" creationId="{A6A400F0-29A3-42F6-51BE-E4A3B4E90E45}"/>
          </ac:spMkLst>
        </pc:spChg>
      </pc:sldChg>
      <pc:sldChg chg="addSp delSp modSp new mod">
        <pc:chgData name="Min-Huang Ho" userId="3b9e8198e6400288" providerId="LiveId" clId="{239388CA-441C-4E40-9B65-CDE9ADE3A70B}" dt="2023-05-28T00:43:25.598" v="1480"/>
        <pc:sldMkLst>
          <pc:docMk/>
          <pc:sldMk cId="2653558352" sldId="350"/>
        </pc:sldMkLst>
        <pc:spChg chg="mod">
          <ac:chgData name="Min-Huang Ho" userId="3b9e8198e6400288" providerId="LiveId" clId="{239388CA-441C-4E40-9B65-CDE9ADE3A70B}" dt="2023-05-28T00:43:23.771" v="1479"/>
          <ac:spMkLst>
            <pc:docMk/>
            <pc:sldMk cId="2653558352" sldId="350"/>
            <ac:spMk id="2" creationId="{BF60E9E1-6448-FCB5-34F4-DE3990A96CAA}"/>
          </ac:spMkLst>
        </pc:spChg>
        <pc:spChg chg="del">
          <ac:chgData name="Min-Huang Ho" userId="3b9e8198e6400288" providerId="LiveId" clId="{239388CA-441C-4E40-9B65-CDE9ADE3A70B}" dt="2023-05-28T00:43:25.598" v="1480"/>
          <ac:spMkLst>
            <pc:docMk/>
            <pc:sldMk cId="2653558352" sldId="350"/>
            <ac:spMk id="4" creationId="{D267DDAF-E658-1888-4D1A-3732BC24D8A6}"/>
          </ac:spMkLst>
        </pc:spChg>
        <pc:picChg chg="add mod">
          <ac:chgData name="Min-Huang Ho" userId="3b9e8198e6400288" providerId="LiveId" clId="{239388CA-441C-4E40-9B65-CDE9ADE3A70B}" dt="2023-05-28T00:43:25.598" v="1480"/>
          <ac:picMkLst>
            <pc:docMk/>
            <pc:sldMk cId="2653558352" sldId="350"/>
            <ac:picMk id="5" creationId="{06EF073C-4E90-0446-4E0E-0D494BF98B4D}"/>
          </ac:picMkLst>
        </pc:picChg>
      </pc:sldChg>
      <pc:sldChg chg="addSp delSp modSp new mod">
        <pc:chgData name="Min-Huang Ho" userId="3b9e8198e6400288" providerId="LiveId" clId="{239388CA-441C-4E40-9B65-CDE9ADE3A70B}" dt="2023-05-28T00:44:51.924" v="1511" actId="20577"/>
        <pc:sldMkLst>
          <pc:docMk/>
          <pc:sldMk cId="3298774046" sldId="351"/>
        </pc:sldMkLst>
        <pc:spChg chg="mod">
          <ac:chgData name="Min-Huang Ho" userId="3b9e8198e6400288" providerId="LiveId" clId="{239388CA-441C-4E40-9B65-CDE9ADE3A70B}" dt="2023-05-28T00:44:51.924" v="1511" actId="20577"/>
          <ac:spMkLst>
            <pc:docMk/>
            <pc:sldMk cId="3298774046" sldId="351"/>
            <ac:spMk id="2" creationId="{B1284BBA-156F-25FC-993A-02B4734712CB}"/>
          </ac:spMkLst>
        </pc:spChg>
        <pc:spChg chg="del">
          <ac:chgData name="Min-Huang Ho" userId="3b9e8198e6400288" providerId="LiveId" clId="{239388CA-441C-4E40-9B65-CDE9ADE3A70B}" dt="2023-05-28T00:44:47.604" v="1506"/>
          <ac:spMkLst>
            <pc:docMk/>
            <pc:sldMk cId="3298774046" sldId="351"/>
            <ac:spMk id="4" creationId="{05982BAD-3CC0-467C-6251-2379A1F9E03F}"/>
          </ac:spMkLst>
        </pc:spChg>
        <pc:picChg chg="add mod">
          <ac:chgData name="Min-Huang Ho" userId="3b9e8198e6400288" providerId="LiveId" clId="{239388CA-441C-4E40-9B65-CDE9ADE3A70B}" dt="2023-05-28T00:44:47.604" v="1506"/>
          <ac:picMkLst>
            <pc:docMk/>
            <pc:sldMk cId="3298774046" sldId="351"/>
            <ac:picMk id="5" creationId="{4721B455-EE2F-535C-C8FA-4AECA730B76F}"/>
          </ac:picMkLst>
        </pc:picChg>
      </pc:sldChg>
      <pc:sldChg chg="modSp new mod">
        <pc:chgData name="Min-Huang Ho" userId="3b9e8198e6400288" providerId="LiveId" clId="{239388CA-441C-4E40-9B65-CDE9ADE3A70B}" dt="2023-05-28T00:45:37.381" v="1627"/>
        <pc:sldMkLst>
          <pc:docMk/>
          <pc:sldMk cId="4142947550" sldId="352"/>
        </pc:sldMkLst>
        <pc:spChg chg="mod">
          <ac:chgData name="Min-Huang Ho" userId="3b9e8198e6400288" providerId="LiveId" clId="{239388CA-441C-4E40-9B65-CDE9ADE3A70B}" dt="2023-05-28T00:45:16.998" v="1578"/>
          <ac:spMkLst>
            <pc:docMk/>
            <pc:sldMk cId="4142947550" sldId="352"/>
            <ac:spMk id="2" creationId="{BAB3BF29-005B-4457-937F-27EC029D2E29}"/>
          </ac:spMkLst>
        </pc:spChg>
        <pc:spChg chg="mod">
          <ac:chgData name="Min-Huang Ho" userId="3b9e8198e6400288" providerId="LiveId" clId="{239388CA-441C-4E40-9B65-CDE9ADE3A70B}" dt="2023-05-28T00:45:37.381" v="1627"/>
          <ac:spMkLst>
            <pc:docMk/>
            <pc:sldMk cId="4142947550" sldId="352"/>
            <ac:spMk id="4" creationId="{CDDE9338-9864-E1FE-1D0A-B66CBF075D68}"/>
          </ac:spMkLst>
        </pc:spChg>
      </pc:sldChg>
      <pc:sldChg chg="modSp new mod">
        <pc:chgData name="Min-Huang Ho" userId="3b9e8198e6400288" providerId="LiveId" clId="{239388CA-441C-4E40-9B65-CDE9ADE3A70B}" dt="2023-05-28T00:46:41.066" v="1697" actId="1076"/>
        <pc:sldMkLst>
          <pc:docMk/>
          <pc:sldMk cId="748562456" sldId="353"/>
        </pc:sldMkLst>
        <pc:spChg chg="mod">
          <ac:chgData name="Min-Huang Ho" userId="3b9e8198e6400288" providerId="LiveId" clId="{239388CA-441C-4E40-9B65-CDE9ADE3A70B}" dt="2023-05-28T00:46:19.975" v="1684"/>
          <ac:spMkLst>
            <pc:docMk/>
            <pc:sldMk cId="748562456" sldId="353"/>
            <ac:spMk id="2" creationId="{C1D3D860-CD1C-8264-59C5-31786FDCC02D}"/>
          </ac:spMkLst>
        </pc:spChg>
        <pc:spChg chg="mod">
          <ac:chgData name="Min-Huang Ho" userId="3b9e8198e6400288" providerId="LiveId" clId="{239388CA-441C-4E40-9B65-CDE9ADE3A70B}" dt="2023-05-28T00:46:41.066" v="1697" actId="1076"/>
          <ac:spMkLst>
            <pc:docMk/>
            <pc:sldMk cId="748562456" sldId="353"/>
            <ac:spMk id="4" creationId="{12834A10-6B63-AF1D-4585-BDB3515E2F4E}"/>
          </ac:spMkLst>
        </pc:spChg>
      </pc:sldChg>
      <pc:sldChg chg="addSp delSp modSp new mod">
        <pc:chgData name="Min-Huang Ho" userId="3b9e8198e6400288" providerId="LiveId" clId="{239388CA-441C-4E40-9B65-CDE9ADE3A70B}" dt="2023-05-28T00:47:32.297" v="1780"/>
        <pc:sldMkLst>
          <pc:docMk/>
          <pc:sldMk cId="3453306147" sldId="354"/>
        </pc:sldMkLst>
        <pc:spChg chg="mod">
          <ac:chgData name="Min-Huang Ho" userId="3b9e8198e6400288" providerId="LiveId" clId="{239388CA-441C-4E40-9B65-CDE9ADE3A70B}" dt="2023-05-28T00:47:30.027" v="1779"/>
          <ac:spMkLst>
            <pc:docMk/>
            <pc:sldMk cId="3453306147" sldId="354"/>
            <ac:spMk id="2" creationId="{AD1BAB97-6748-BFDE-8505-C97C43E996AD}"/>
          </ac:spMkLst>
        </pc:spChg>
        <pc:spChg chg="del">
          <ac:chgData name="Min-Huang Ho" userId="3b9e8198e6400288" providerId="LiveId" clId="{239388CA-441C-4E40-9B65-CDE9ADE3A70B}" dt="2023-05-28T00:47:32.297" v="1780"/>
          <ac:spMkLst>
            <pc:docMk/>
            <pc:sldMk cId="3453306147" sldId="354"/>
            <ac:spMk id="4" creationId="{98DFC5F2-DFC7-595F-E474-714ED60DA2AA}"/>
          </ac:spMkLst>
        </pc:spChg>
        <pc:picChg chg="add mod">
          <ac:chgData name="Min-Huang Ho" userId="3b9e8198e6400288" providerId="LiveId" clId="{239388CA-441C-4E40-9B65-CDE9ADE3A70B}" dt="2023-05-28T00:47:32.297" v="1780"/>
          <ac:picMkLst>
            <pc:docMk/>
            <pc:sldMk cId="3453306147" sldId="354"/>
            <ac:picMk id="5" creationId="{386A41E0-70FE-2255-879C-B037B1378F64}"/>
          </ac:picMkLst>
        </pc:picChg>
      </pc:sldChg>
      <pc:sldChg chg="modSp new mod">
        <pc:chgData name="Min-Huang Ho" userId="3b9e8198e6400288" providerId="LiveId" clId="{239388CA-441C-4E40-9B65-CDE9ADE3A70B}" dt="2023-05-28T00:48:17.001" v="1885" actId="12"/>
        <pc:sldMkLst>
          <pc:docMk/>
          <pc:sldMk cId="1073767559" sldId="355"/>
        </pc:sldMkLst>
        <pc:spChg chg="mod">
          <ac:chgData name="Min-Huang Ho" userId="3b9e8198e6400288" providerId="LiveId" clId="{239388CA-441C-4E40-9B65-CDE9ADE3A70B}" dt="2023-05-28T00:48:10.958" v="1882"/>
          <ac:spMkLst>
            <pc:docMk/>
            <pc:sldMk cId="1073767559" sldId="355"/>
            <ac:spMk id="2" creationId="{E5A05963-D75B-9F4E-36D5-BE050C9F36AF}"/>
          </ac:spMkLst>
        </pc:spChg>
        <pc:spChg chg="mod">
          <ac:chgData name="Min-Huang Ho" userId="3b9e8198e6400288" providerId="LiveId" clId="{239388CA-441C-4E40-9B65-CDE9ADE3A70B}" dt="2023-05-28T00:48:17.001" v="1885" actId="12"/>
          <ac:spMkLst>
            <pc:docMk/>
            <pc:sldMk cId="1073767559" sldId="355"/>
            <ac:spMk id="4" creationId="{302F4BD8-A4AF-10D6-2C83-AAFBEA0769A4}"/>
          </ac:spMkLst>
        </pc:spChg>
      </pc:sldChg>
      <pc:sldChg chg="addSp delSp modSp new mod">
        <pc:chgData name="Min-Huang Ho" userId="3b9e8198e6400288" providerId="LiveId" clId="{239388CA-441C-4E40-9B65-CDE9ADE3A70B}" dt="2023-05-28T00:49:05.435" v="1954"/>
        <pc:sldMkLst>
          <pc:docMk/>
          <pc:sldMk cId="2031256343" sldId="356"/>
        </pc:sldMkLst>
        <pc:spChg chg="mod">
          <ac:chgData name="Min-Huang Ho" userId="3b9e8198e6400288" providerId="LiveId" clId="{239388CA-441C-4E40-9B65-CDE9ADE3A70B}" dt="2023-05-28T00:49:05.435" v="1954"/>
          <ac:spMkLst>
            <pc:docMk/>
            <pc:sldMk cId="2031256343" sldId="356"/>
            <ac:spMk id="2" creationId="{83259C48-BFF2-2A7B-CF28-6188BD878523}"/>
          </ac:spMkLst>
        </pc:spChg>
        <pc:spChg chg="del">
          <ac:chgData name="Min-Huang Ho" userId="3b9e8198e6400288" providerId="LiveId" clId="{239388CA-441C-4E40-9B65-CDE9ADE3A70B}" dt="2023-05-28T00:48:39.357" v="1934"/>
          <ac:spMkLst>
            <pc:docMk/>
            <pc:sldMk cId="2031256343" sldId="356"/>
            <ac:spMk id="4" creationId="{F7022C48-32E5-A694-EE0B-84AF261CFE62}"/>
          </ac:spMkLst>
        </pc:spChg>
        <pc:picChg chg="add mod">
          <ac:chgData name="Min-Huang Ho" userId="3b9e8198e6400288" providerId="LiveId" clId="{239388CA-441C-4E40-9B65-CDE9ADE3A70B}" dt="2023-05-28T00:48:39.357" v="1934"/>
          <ac:picMkLst>
            <pc:docMk/>
            <pc:sldMk cId="2031256343" sldId="356"/>
            <ac:picMk id="5" creationId="{C468DC74-357F-5617-E5A0-10734B94A476}"/>
          </ac:picMkLst>
        </pc:picChg>
      </pc:sldChg>
      <pc:sldChg chg="modSp new mod">
        <pc:chgData name="Min-Huang Ho" userId="3b9e8198e6400288" providerId="LiveId" clId="{239388CA-441C-4E40-9B65-CDE9ADE3A70B}" dt="2023-05-28T00:49:53.602" v="2074" actId="12"/>
        <pc:sldMkLst>
          <pc:docMk/>
          <pc:sldMk cId="234629991" sldId="357"/>
        </pc:sldMkLst>
        <pc:spChg chg="mod">
          <ac:chgData name="Min-Huang Ho" userId="3b9e8198e6400288" providerId="LiveId" clId="{239388CA-441C-4E40-9B65-CDE9ADE3A70B}" dt="2023-05-28T00:49:17.501" v="2011"/>
          <ac:spMkLst>
            <pc:docMk/>
            <pc:sldMk cId="234629991" sldId="357"/>
            <ac:spMk id="2" creationId="{1245E611-F2A9-98D6-1DBE-D6B9775AE304}"/>
          </ac:spMkLst>
        </pc:spChg>
        <pc:spChg chg="mod">
          <ac:chgData name="Min-Huang Ho" userId="3b9e8198e6400288" providerId="LiveId" clId="{239388CA-441C-4E40-9B65-CDE9ADE3A70B}" dt="2023-05-28T00:49:53.602" v="2074" actId="12"/>
          <ac:spMkLst>
            <pc:docMk/>
            <pc:sldMk cId="234629991" sldId="357"/>
            <ac:spMk id="4" creationId="{E79A900A-4AD8-3B3A-E944-647F542589BD}"/>
          </ac:spMkLst>
        </pc:spChg>
      </pc:sldChg>
      <pc:sldChg chg="addSp delSp modSp new mod">
        <pc:chgData name="Min-Huang Ho" userId="3b9e8198e6400288" providerId="LiveId" clId="{239388CA-441C-4E40-9B65-CDE9ADE3A70B}" dt="2023-05-28T00:50:12.533" v="2108" actId="14100"/>
        <pc:sldMkLst>
          <pc:docMk/>
          <pc:sldMk cId="1731652034" sldId="358"/>
        </pc:sldMkLst>
        <pc:spChg chg="mod">
          <ac:chgData name="Min-Huang Ho" userId="3b9e8198e6400288" providerId="LiveId" clId="{239388CA-441C-4E40-9B65-CDE9ADE3A70B}" dt="2023-05-28T00:50:05.046" v="2105"/>
          <ac:spMkLst>
            <pc:docMk/>
            <pc:sldMk cId="1731652034" sldId="358"/>
            <ac:spMk id="2" creationId="{8CE65DF4-C715-E73F-8FEC-1366ADF14BA5}"/>
          </ac:spMkLst>
        </pc:spChg>
        <pc:spChg chg="del">
          <ac:chgData name="Min-Huang Ho" userId="3b9e8198e6400288" providerId="LiveId" clId="{239388CA-441C-4E40-9B65-CDE9ADE3A70B}" dt="2023-05-28T00:50:06.792" v="2106"/>
          <ac:spMkLst>
            <pc:docMk/>
            <pc:sldMk cId="1731652034" sldId="358"/>
            <ac:spMk id="4" creationId="{CD50DC84-1DAD-B2E3-7109-1872CA7DBECF}"/>
          </ac:spMkLst>
        </pc:spChg>
        <pc:picChg chg="add mod">
          <ac:chgData name="Min-Huang Ho" userId="3b9e8198e6400288" providerId="LiveId" clId="{239388CA-441C-4E40-9B65-CDE9ADE3A70B}" dt="2023-05-28T00:50:12.533" v="2108" actId="14100"/>
          <ac:picMkLst>
            <pc:docMk/>
            <pc:sldMk cId="1731652034" sldId="358"/>
            <ac:picMk id="5" creationId="{FF5706B2-3908-56A4-D1C0-C410D822A729}"/>
          </ac:picMkLst>
        </pc:picChg>
      </pc:sldChg>
      <pc:sldChg chg="modSp new mod">
        <pc:chgData name="Min-Huang Ho" userId="3b9e8198e6400288" providerId="LiveId" clId="{239388CA-441C-4E40-9B65-CDE9ADE3A70B}" dt="2023-05-28T00:51:01.458" v="2132" actId="12"/>
        <pc:sldMkLst>
          <pc:docMk/>
          <pc:sldMk cId="1396046047" sldId="359"/>
        </pc:sldMkLst>
        <pc:spChg chg="mod">
          <ac:chgData name="Min-Huang Ho" userId="3b9e8198e6400288" providerId="LiveId" clId="{239388CA-441C-4E40-9B65-CDE9ADE3A70B}" dt="2023-05-28T00:50:54.816" v="2130" actId="20577"/>
          <ac:spMkLst>
            <pc:docMk/>
            <pc:sldMk cId="1396046047" sldId="359"/>
            <ac:spMk id="2" creationId="{DEE8B921-71E5-4715-CD70-74D5FB363DB0}"/>
          </ac:spMkLst>
        </pc:spChg>
        <pc:spChg chg="mod">
          <ac:chgData name="Min-Huang Ho" userId="3b9e8198e6400288" providerId="LiveId" clId="{239388CA-441C-4E40-9B65-CDE9ADE3A70B}" dt="2023-05-28T00:51:01.458" v="2132" actId="12"/>
          <ac:spMkLst>
            <pc:docMk/>
            <pc:sldMk cId="1396046047" sldId="359"/>
            <ac:spMk id="4" creationId="{26948799-E967-EC93-07A6-206D82BC60B2}"/>
          </ac:spMkLst>
        </pc:spChg>
      </pc:sldChg>
      <pc:sldChg chg="modSp new mod">
        <pc:chgData name="Min-Huang Ho" userId="3b9e8198e6400288" providerId="LiveId" clId="{239388CA-441C-4E40-9B65-CDE9ADE3A70B}" dt="2023-05-28T00:52:16.291" v="2205" actId="12"/>
        <pc:sldMkLst>
          <pc:docMk/>
          <pc:sldMk cId="3828022289" sldId="360"/>
        </pc:sldMkLst>
        <pc:spChg chg="mod">
          <ac:chgData name="Min-Huang Ho" userId="3b9e8198e6400288" providerId="LiveId" clId="{239388CA-441C-4E40-9B65-CDE9ADE3A70B}" dt="2023-05-28T00:51:20.636" v="2173"/>
          <ac:spMkLst>
            <pc:docMk/>
            <pc:sldMk cId="3828022289" sldId="360"/>
            <ac:spMk id="2" creationId="{4399405E-6F79-B75F-E648-ED9E21775CDF}"/>
          </ac:spMkLst>
        </pc:spChg>
        <pc:spChg chg="mod">
          <ac:chgData name="Min-Huang Ho" userId="3b9e8198e6400288" providerId="LiveId" clId="{239388CA-441C-4E40-9B65-CDE9ADE3A70B}" dt="2023-05-28T00:52:16.291" v="2205" actId="12"/>
          <ac:spMkLst>
            <pc:docMk/>
            <pc:sldMk cId="3828022289" sldId="360"/>
            <ac:spMk id="4" creationId="{55F47346-395C-0C3B-1509-94436A755798}"/>
          </ac:spMkLst>
        </pc:spChg>
      </pc:sldChg>
      <pc:sldChg chg="modSp new mod">
        <pc:chgData name="Min-Huang Ho" userId="3b9e8198e6400288" providerId="LiveId" clId="{239388CA-441C-4E40-9B65-CDE9ADE3A70B}" dt="2023-05-28T00:52:49.165" v="2251" actId="12"/>
        <pc:sldMkLst>
          <pc:docMk/>
          <pc:sldMk cId="43466923" sldId="361"/>
        </pc:sldMkLst>
        <pc:spChg chg="mod">
          <ac:chgData name="Min-Huang Ho" userId="3b9e8198e6400288" providerId="LiveId" clId="{239388CA-441C-4E40-9B65-CDE9ADE3A70B}" dt="2023-05-28T00:52:43.691" v="2248"/>
          <ac:spMkLst>
            <pc:docMk/>
            <pc:sldMk cId="43466923" sldId="361"/>
            <ac:spMk id="2" creationId="{FD4D6790-5DCE-3EFD-2DCE-1B54D62034C8}"/>
          </ac:spMkLst>
        </pc:spChg>
        <pc:spChg chg="mod">
          <ac:chgData name="Min-Huang Ho" userId="3b9e8198e6400288" providerId="LiveId" clId="{239388CA-441C-4E40-9B65-CDE9ADE3A70B}" dt="2023-05-28T00:52:49.165" v="2251" actId="12"/>
          <ac:spMkLst>
            <pc:docMk/>
            <pc:sldMk cId="43466923" sldId="361"/>
            <ac:spMk id="4" creationId="{0FB9AFA3-0FEF-8D5B-2A03-E4DDBD6E3B61}"/>
          </ac:spMkLst>
        </pc:spChg>
      </pc:sldChg>
      <pc:sldChg chg="addSp modSp new mod">
        <pc:chgData name="Min-Huang Ho" userId="3b9e8198e6400288" providerId="LiveId" clId="{239388CA-441C-4E40-9B65-CDE9ADE3A70B}" dt="2023-05-28T00:54:18.269" v="2404" actId="1076"/>
        <pc:sldMkLst>
          <pc:docMk/>
          <pc:sldMk cId="3019934225" sldId="362"/>
        </pc:sldMkLst>
        <pc:spChg chg="mod">
          <ac:chgData name="Min-Huang Ho" userId="3b9e8198e6400288" providerId="LiveId" clId="{239388CA-441C-4E40-9B65-CDE9ADE3A70B}" dt="2023-05-28T00:53:02.059" v="2265" actId="20577"/>
          <ac:spMkLst>
            <pc:docMk/>
            <pc:sldMk cId="3019934225" sldId="362"/>
            <ac:spMk id="2" creationId="{B50A1019-8FED-7FD2-D4FF-A3826BC159EB}"/>
          </ac:spMkLst>
        </pc:spChg>
        <pc:spChg chg="mod">
          <ac:chgData name="Min-Huang Ho" userId="3b9e8198e6400288" providerId="LiveId" clId="{239388CA-441C-4E40-9B65-CDE9ADE3A70B}" dt="2023-05-28T00:54:07.942" v="2402" actId="6549"/>
          <ac:spMkLst>
            <pc:docMk/>
            <pc:sldMk cId="3019934225" sldId="362"/>
            <ac:spMk id="4" creationId="{19D52CE4-E1D5-638D-41BD-557DFA206310}"/>
          </ac:spMkLst>
        </pc:spChg>
        <pc:picChg chg="add mod">
          <ac:chgData name="Min-Huang Ho" userId="3b9e8198e6400288" providerId="LiveId" clId="{239388CA-441C-4E40-9B65-CDE9ADE3A70B}" dt="2023-05-28T00:54:18.269" v="2404" actId="1076"/>
          <ac:picMkLst>
            <pc:docMk/>
            <pc:sldMk cId="3019934225" sldId="362"/>
            <ac:picMk id="5" creationId="{03EB2E4E-4F8E-C10D-8208-B30E0243370A}"/>
          </ac:picMkLst>
        </pc:picChg>
      </pc:sldChg>
      <pc:sldChg chg="modSp new mod">
        <pc:chgData name="Min-Huang Ho" userId="3b9e8198e6400288" providerId="LiveId" clId="{239388CA-441C-4E40-9B65-CDE9ADE3A70B}" dt="2023-05-28T00:54:53.775" v="2429" actId="12"/>
        <pc:sldMkLst>
          <pc:docMk/>
          <pc:sldMk cId="3248117353" sldId="363"/>
        </pc:sldMkLst>
        <pc:spChg chg="mod">
          <ac:chgData name="Min-Huang Ho" userId="3b9e8198e6400288" providerId="LiveId" clId="{239388CA-441C-4E40-9B65-CDE9ADE3A70B}" dt="2023-05-28T00:54:47.623" v="2426" actId="20577"/>
          <ac:spMkLst>
            <pc:docMk/>
            <pc:sldMk cId="3248117353" sldId="363"/>
            <ac:spMk id="2" creationId="{2A9BB034-CB90-2AFF-6271-72AAFCF1F9C6}"/>
          </ac:spMkLst>
        </pc:spChg>
        <pc:spChg chg="mod">
          <ac:chgData name="Min-Huang Ho" userId="3b9e8198e6400288" providerId="LiveId" clId="{239388CA-441C-4E40-9B65-CDE9ADE3A70B}" dt="2023-05-28T00:54:53.775" v="2429" actId="12"/>
          <ac:spMkLst>
            <pc:docMk/>
            <pc:sldMk cId="3248117353" sldId="363"/>
            <ac:spMk id="4" creationId="{DF329757-FCB2-C78B-1048-0C1046D7E30E}"/>
          </ac:spMkLst>
        </pc:spChg>
      </pc:sldChg>
      <pc:sldChg chg="addSp delSp modSp new mod">
        <pc:chgData name="Min-Huang Ho" userId="3b9e8198e6400288" providerId="LiveId" clId="{239388CA-441C-4E40-9B65-CDE9ADE3A70B}" dt="2023-05-28T00:55:25.261" v="2502"/>
        <pc:sldMkLst>
          <pc:docMk/>
          <pc:sldMk cId="1306461067" sldId="364"/>
        </pc:sldMkLst>
        <pc:spChg chg="mod">
          <ac:chgData name="Min-Huang Ho" userId="3b9e8198e6400288" providerId="LiveId" clId="{239388CA-441C-4E40-9B65-CDE9ADE3A70B}" dt="2023-05-28T00:55:23.448" v="2501"/>
          <ac:spMkLst>
            <pc:docMk/>
            <pc:sldMk cId="1306461067" sldId="364"/>
            <ac:spMk id="2" creationId="{5C2AEAD8-87BE-293D-744B-2C1B87187F52}"/>
          </ac:spMkLst>
        </pc:spChg>
        <pc:spChg chg="del">
          <ac:chgData name="Min-Huang Ho" userId="3b9e8198e6400288" providerId="LiveId" clId="{239388CA-441C-4E40-9B65-CDE9ADE3A70B}" dt="2023-05-28T00:55:25.261" v="2502"/>
          <ac:spMkLst>
            <pc:docMk/>
            <pc:sldMk cId="1306461067" sldId="364"/>
            <ac:spMk id="4" creationId="{202A5294-006F-FC7A-168D-157FCF4FF3F7}"/>
          </ac:spMkLst>
        </pc:spChg>
        <pc:picChg chg="add mod">
          <ac:chgData name="Min-Huang Ho" userId="3b9e8198e6400288" providerId="LiveId" clId="{239388CA-441C-4E40-9B65-CDE9ADE3A70B}" dt="2023-05-28T00:55:25.261" v="2502"/>
          <ac:picMkLst>
            <pc:docMk/>
            <pc:sldMk cId="1306461067" sldId="364"/>
            <ac:picMk id="5" creationId="{37838216-EA21-FE8C-BA82-DBFFD6908536}"/>
          </ac:picMkLst>
        </pc:picChg>
      </pc:sldChg>
      <pc:sldChg chg="modSp new mod">
        <pc:chgData name="Min-Huang Ho" userId="3b9e8198e6400288" providerId="LiveId" clId="{239388CA-441C-4E40-9B65-CDE9ADE3A70B}" dt="2023-05-28T00:56:16.288" v="2571" actId="12"/>
        <pc:sldMkLst>
          <pc:docMk/>
          <pc:sldMk cId="1079227555" sldId="365"/>
        </pc:sldMkLst>
        <pc:spChg chg="mod">
          <ac:chgData name="Min-Huang Ho" userId="3b9e8198e6400288" providerId="LiveId" clId="{239388CA-441C-4E40-9B65-CDE9ADE3A70B}" dt="2023-05-28T00:56:02.456" v="2569"/>
          <ac:spMkLst>
            <pc:docMk/>
            <pc:sldMk cId="1079227555" sldId="365"/>
            <ac:spMk id="2" creationId="{7BB5CF0D-828E-26C4-FAE5-98C7A5EF2EBC}"/>
          </ac:spMkLst>
        </pc:spChg>
        <pc:spChg chg="mod">
          <ac:chgData name="Min-Huang Ho" userId="3b9e8198e6400288" providerId="LiveId" clId="{239388CA-441C-4E40-9B65-CDE9ADE3A70B}" dt="2023-05-28T00:56:16.288" v="2571" actId="12"/>
          <ac:spMkLst>
            <pc:docMk/>
            <pc:sldMk cId="1079227555" sldId="365"/>
            <ac:spMk id="4" creationId="{91B62534-4693-D991-EF4F-0A191CF83E55}"/>
          </ac:spMkLst>
        </pc:spChg>
      </pc:sldChg>
      <pc:sldChg chg="addSp delSp modSp new mod">
        <pc:chgData name="Min-Huang Ho" userId="3b9e8198e6400288" providerId="LiveId" clId="{239388CA-441C-4E40-9B65-CDE9ADE3A70B}" dt="2023-05-28T00:56:52.374" v="2667"/>
        <pc:sldMkLst>
          <pc:docMk/>
          <pc:sldMk cId="3561425914" sldId="366"/>
        </pc:sldMkLst>
        <pc:spChg chg="mod">
          <ac:chgData name="Min-Huang Ho" userId="3b9e8198e6400288" providerId="LiveId" clId="{239388CA-441C-4E40-9B65-CDE9ADE3A70B}" dt="2023-05-28T00:56:50.145" v="2666"/>
          <ac:spMkLst>
            <pc:docMk/>
            <pc:sldMk cId="3561425914" sldId="366"/>
            <ac:spMk id="2" creationId="{9467FF68-B947-4AA6-EEA0-008E2DDDBF4B}"/>
          </ac:spMkLst>
        </pc:spChg>
        <pc:spChg chg="del">
          <ac:chgData name="Min-Huang Ho" userId="3b9e8198e6400288" providerId="LiveId" clId="{239388CA-441C-4E40-9B65-CDE9ADE3A70B}" dt="2023-05-28T00:56:52.374" v="2667"/>
          <ac:spMkLst>
            <pc:docMk/>
            <pc:sldMk cId="3561425914" sldId="366"/>
            <ac:spMk id="4" creationId="{5CB5C5CE-24E8-8D51-E80F-8C10F2C2DECC}"/>
          </ac:spMkLst>
        </pc:spChg>
        <pc:picChg chg="add mod">
          <ac:chgData name="Min-Huang Ho" userId="3b9e8198e6400288" providerId="LiveId" clId="{239388CA-441C-4E40-9B65-CDE9ADE3A70B}" dt="2023-05-28T00:56:52.374" v="2667"/>
          <ac:picMkLst>
            <pc:docMk/>
            <pc:sldMk cId="3561425914" sldId="366"/>
            <ac:picMk id="5" creationId="{7AD36558-C70C-E047-3076-EA0E30BE7400}"/>
          </ac:picMkLst>
        </pc:picChg>
      </pc:sldChg>
    </pc:docChg>
  </pc:docChgLst>
  <pc:docChgLst>
    <pc:chgData name="Min-Huang Ho" userId="3b9e8198e6400288" providerId="LiveId" clId="{ED71BF67-E56D-4DC9-B2D4-F1201553C798}"/>
    <pc:docChg chg="custSel modSld">
      <pc:chgData name="Min-Huang Ho" userId="3b9e8198e6400288" providerId="LiveId" clId="{ED71BF67-E56D-4DC9-B2D4-F1201553C798}" dt="2023-05-24T07:32:06.927" v="236" actId="313"/>
      <pc:docMkLst>
        <pc:docMk/>
      </pc:docMkLst>
      <pc:sldChg chg="modSp mod">
        <pc:chgData name="Min-Huang Ho" userId="3b9e8198e6400288" providerId="LiveId" clId="{ED71BF67-E56D-4DC9-B2D4-F1201553C798}" dt="2023-05-24T07:26:02.702" v="0"/>
        <pc:sldMkLst>
          <pc:docMk/>
          <pc:sldMk cId="0" sldId="256"/>
        </pc:sldMkLst>
        <pc:spChg chg="mod">
          <ac:chgData name="Min-Huang Ho" userId="3b9e8198e6400288" providerId="LiveId" clId="{ED71BF67-E56D-4DC9-B2D4-F1201553C798}" dt="2023-05-24T07:26:02.702" v="0"/>
          <ac:spMkLst>
            <pc:docMk/>
            <pc:sldMk cId="0" sldId="256"/>
            <ac:spMk id="3" creationId="{00000000-0000-0000-0000-000000000000}"/>
          </ac:spMkLst>
        </pc:spChg>
      </pc:sldChg>
      <pc:sldChg chg="modSp mod">
        <pc:chgData name="Min-Huang Ho" userId="3b9e8198e6400288" providerId="LiveId" clId="{ED71BF67-E56D-4DC9-B2D4-F1201553C798}" dt="2023-05-24T07:27:16.407" v="85" actId="20577"/>
        <pc:sldMkLst>
          <pc:docMk/>
          <pc:sldMk cId="0" sldId="257"/>
        </pc:sldMkLst>
        <pc:spChg chg="mod">
          <ac:chgData name="Min-Huang Ho" userId="3b9e8198e6400288" providerId="LiveId" clId="{ED71BF67-E56D-4DC9-B2D4-F1201553C798}" dt="2023-05-24T07:27:16.407" v="85" actId="20577"/>
          <ac:spMkLst>
            <pc:docMk/>
            <pc:sldMk cId="0" sldId="257"/>
            <ac:spMk id="3" creationId="{00000000-0000-0000-0000-000000000000}"/>
          </ac:spMkLst>
        </pc:spChg>
      </pc:sldChg>
      <pc:sldChg chg="modSp mod">
        <pc:chgData name="Min-Huang Ho" userId="3b9e8198e6400288" providerId="LiveId" clId="{ED71BF67-E56D-4DC9-B2D4-F1201553C798}" dt="2023-05-24T07:28:05.105" v="89" actId="20577"/>
        <pc:sldMkLst>
          <pc:docMk/>
          <pc:sldMk cId="1204855519" sldId="259"/>
        </pc:sldMkLst>
        <pc:spChg chg="mod">
          <ac:chgData name="Min-Huang Ho" userId="3b9e8198e6400288" providerId="LiveId" clId="{ED71BF67-E56D-4DC9-B2D4-F1201553C798}" dt="2023-05-24T07:28:05.105" v="89" actId="20577"/>
          <ac:spMkLst>
            <pc:docMk/>
            <pc:sldMk cId="1204855519" sldId="259"/>
            <ac:spMk id="4" creationId="{00000000-0000-0000-0000-000000000000}"/>
          </ac:spMkLst>
        </pc:spChg>
      </pc:sldChg>
      <pc:sldChg chg="modSp mod">
        <pc:chgData name="Min-Huang Ho" userId="3b9e8198e6400288" providerId="LiveId" clId="{ED71BF67-E56D-4DC9-B2D4-F1201553C798}" dt="2023-05-24T07:30:47.874" v="214"/>
        <pc:sldMkLst>
          <pc:docMk/>
          <pc:sldMk cId="742389652" sldId="260"/>
        </pc:sldMkLst>
        <pc:spChg chg="mod">
          <ac:chgData name="Min-Huang Ho" userId="3b9e8198e6400288" providerId="LiveId" clId="{ED71BF67-E56D-4DC9-B2D4-F1201553C798}" dt="2023-05-24T07:30:47.874" v="214"/>
          <ac:spMkLst>
            <pc:docMk/>
            <pc:sldMk cId="742389652" sldId="260"/>
            <ac:spMk id="4" creationId="{00000000-0000-0000-0000-000000000000}"/>
          </ac:spMkLst>
        </pc:spChg>
      </pc:sldChg>
      <pc:sldChg chg="modSp mod">
        <pc:chgData name="Min-Huang Ho" userId="3b9e8198e6400288" providerId="LiveId" clId="{ED71BF67-E56D-4DC9-B2D4-F1201553C798}" dt="2023-05-24T07:29:36.527" v="120" actId="12"/>
        <pc:sldMkLst>
          <pc:docMk/>
          <pc:sldMk cId="523774190" sldId="261"/>
        </pc:sldMkLst>
        <pc:spChg chg="mod">
          <ac:chgData name="Min-Huang Ho" userId="3b9e8198e6400288" providerId="LiveId" clId="{ED71BF67-E56D-4DC9-B2D4-F1201553C798}" dt="2023-05-24T07:29:36.527" v="120" actId="12"/>
          <ac:spMkLst>
            <pc:docMk/>
            <pc:sldMk cId="523774190" sldId="261"/>
            <ac:spMk id="4" creationId="{00000000-0000-0000-0000-000000000000}"/>
          </ac:spMkLst>
        </pc:spChg>
      </pc:sldChg>
      <pc:sldChg chg="modSp mod">
        <pc:chgData name="Min-Huang Ho" userId="3b9e8198e6400288" providerId="LiveId" clId="{ED71BF67-E56D-4DC9-B2D4-F1201553C798}" dt="2023-05-24T07:31:08.443" v="229" actId="20577"/>
        <pc:sldMkLst>
          <pc:docMk/>
          <pc:sldMk cId="396958485" sldId="262"/>
        </pc:sldMkLst>
        <pc:spChg chg="mod">
          <ac:chgData name="Min-Huang Ho" userId="3b9e8198e6400288" providerId="LiveId" clId="{ED71BF67-E56D-4DC9-B2D4-F1201553C798}" dt="2023-05-24T07:31:08.443" v="229" actId="20577"/>
          <ac:spMkLst>
            <pc:docMk/>
            <pc:sldMk cId="396958485" sldId="262"/>
            <ac:spMk id="4" creationId="{00000000-0000-0000-0000-000000000000}"/>
          </ac:spMkLst>
        </pc:spChg>
      </pc:sldChg>
      <pc:sldChg chg="modSp mod">
        <pc:chgData name="Min-Huang Ho" userId="3b9e8198e6400288" providerId="LiveId" clId="{ED71BF67-E56D-4DC9-B2D4-F1201553C798}" dt="2023-05-24T07:31:49.397" v="230" actId="20577"/>
        <pc:sldMkLst>
          <pc:docMk/>
          <pc:sldMk cId="399057602" sldId="295"/>
        </pc:sldMkLst>
        <pc:spChg chg="mod">
          <ac:chgData name="Min-Huang Ho" userId="3b9e8198e6400288" providerId="LiveId" clId="{ED71BF67-E56D-4DC9-B2D4-F1201553C798}" dt="2023-05-24T07:31:49.397" v="230" actId="20577"/>
          <ac:spMkLst>
            <pc:docMk/>
            <pc:sldMk cId="399057602" sldId="295"/>
            <ac:spMk id="4" creationId="{00000000-0000-0000-0000-000000000000}"/>
          </ac:spMkLst>
        </pc:spChg>
      </pc:sldChg>
      <pc:sldChg chg="modSp mod">
        <pc:chgData name="Min-Huang Ho" userId="3b9e8198e6400288" providerId="LiveId" clId="{ED71BF67-E56D-4DC9-B2D4-F1201553C798}" dt="2023-05-24T07:32:06.927" v="236" actId="313"/>
        <pc:sldMkLst>
          <pc:docMk/>
          <pc:sldMk cId="1177334699" sldId="298"/>
        </pc:sldMkLst>
        <pc:spChg chg="mod">
          <ac:chgData name="Min-Huang Ho" userId="3b9e8198e6400288" providerId="LiveId" clId="{ED71BF67-E56D-4DC9-B2D4-F1201553C798}" dt="2023-05-24T07:32:06.927" v="236" actId="313"/>
          <ac:spMkLst>
            <pc:docMk/>
            <pc:sldMk cId="1177334699" sldId="298"/>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E2433-649F-42E5-AECB-94990831C40A}" type="datetimeFigureOut">
              <a:rPr lang="zh-TW" altLang="en-US" smtClean="0"/>
              <a:pPr/>
              <a:t>2026/6/13</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FE99C-3BAC-4305-ABBB-3890AB1B4510}" type="slidenum">
              <a:rPr lang="zh-TW" altLang="en-US" smtClean="0"/>
              <a:pPr/>
              <a:t>‹#›</a:t>
            </a:fld>
            <a:endParaRPr lang="zh-TW" altLang="en-US"/>
          </a:p>
        </p:txBody>
      </p:sp>
    </p:spTree>
    <p:extLst>
      <p:ext uri="{BB962C8B-B14F-4D97-AF65-F5344CB8AC3E}">
        <p14:creationId xmlns:p14="http://schemas.microsoft.com/office/powerpoint/2010/main" val="280819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用</a:t>
            </a:r>
            <a:r>
              <a:rPr lang="en-US" altLang="zh-TW" dirty="0" err="1"/>
              <a:t>vscode</a:t>
            </a:r>
            <a:r>
              <a:rPr lang="en-US" altLang="zh-TW" dirty="0"/>
              <a:t> “</a:t>
            </a:r>
            <a:r>
              <a:rPr lang="zh-TW" altLang="en-US" dirty="0"/>
              <a:t>在資料夾中插尋</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a:t>
            </a:fld>
            <a:endParaRPr lang="zh-TW" altLang="en-US"/>
          </a:p>
        </p:txBody>
      </p:sp>
    </p:spTree>
    <p:extLst>
      <p:ext uri="{BB962C8B-B14F-4D97-AF65-F5344CB8AC3E}">
        <p14:creationId xmlns:p14="http://schemas.microsoft.com/office/powerpoint/2010/main" val="2215519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要執行第二次才能確定是否支援，因第一次只能寫入，讀到的結果是寫入前，第二次就能讀到第一次寫的資料來判定</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a:t>
            </a:fld>
            <a:endParaRPr lang="zh-TW" altLang="en-US"/>
          </a:p>
        </p:txBody>
      </p:sp>
    </p:spTree>
    <p:extLst>
      <p:ext uri="{BB962C8B-B14F-4D97-AF65-F5344CB8AC3E}">
        <p14:creationId xmlns:p14="http://schemas.microsoft.com/office/powerpoint/2010/main" val="2143962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tx1"/>
                </a:solidFill>
                <a:effectLst/>
                <a:latin typeface="+mn-lt"/>
                <a:ea typeface="+mn-ea"/>
                <a:cs typeface="+mn-cs"/>
              </a:rPr>
              <a:t>strip()</a:t>
            </a:r>
            <a:r>
              <a:rPr lang="zh-TW" altLang="en-US" sz="1200" b="0" kern="1200" dirty="0">
                <a:solidFill>
                  <a:schemeClr val="tx1"/>
                </a:solidFill>
                <a:effectLst/>
                <a:latin typeface="+mn-lt"/>
                <a:ea typeface="+mn-ea"/>
                <a:cs typeface="+mn-cs"/>
              </a:rPr>
              <a:t>是去掉空白字元</a:t>
            </a:r>
            <a:endParaRPr lang="en-US" altLang="zh-TW" sz="1200" b="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16</a:t>
            </a:fld>
            <a:endParaRPr lang="zh-TW" altLang="en-US"/>
          </a:p>
        </p:txBody>
      </p:sp>
    </p:spTree>
    <p:extLst>
      <p:ext uri="{BB962C8B-B14F-4D97-AF65-F5344CB8AC3E}">
        <p14:creationId xmlns:p14="http://schemas.microsoft.com/office/powerpoint/2010/main" val="1065010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user = </a:t>
            </a:r>
            <a:r>
              <a:rPr lang="en-US" altLang="zh-TW" dirty="0" err="1"/>
              <a:t>models.User.objects</a:t>
            </a:r>
            <a:r>
              <a:rPr lang="en-US" altLang="zh-TW" dirty="0"/>
              <a:t>...</a:t>
            </a:r>
          </a:p>
          <a:p>
            <a:r>
              <a:rPr lang="zh-TW" altLang="en-US" dirty="0"/>
              <a:t>這是我們自己定義的</a:t>
            </a:r>
            <a:r>
              <a:rPr lang="en-US" altLang="zh-TW" dirty="0"/>
              <a:t>User</a:t>
            </a:r>
            <a:r>
              <a:rPr lang="zh-TW" altLang="en-US" dirty="0"/>
              <a:t>類別</a:t>
            </a:r>
            <a:r>
              <a:rPr lang="en-US" altLang="zh-TW" dirty="0"/>
              <a:t>,</a:t>
            </a:r>
            <a:r>
              <a:rPr lang="zh-TW" altLang="en-US" dirty="0"/>
              <a:t>如果看到</a:t>
            </a:r>
            <a:r>
              <a:rPr lang="en-US" altLang="zh-TW" dirty="0"/>
              <a:t>:</a:t>
            </a:r>
          </a:p>
          <a:p>
            <a:r>
              <a:rPr lang="en-US" altLang="zh-TW" dirty="0"/>
              <a:t>user = </a:t>
            </a:r>
            <a:r>
              <a:rPr lang="en-US" altLang="zh-TW" dirty="0" err="1"/>
              <a:t>User.objects</a:t>
            </a:r>
            <a:r>
              <a:rPr lang="en-US" altLang="zh-TW" dirty="0"/>
              <a:t>...</a:t>
            </a:r>
          </a:p>
          <a:p>
            <a:r>
              <a:rPr lang="zh-TW" altLang="en-US" dirty="0"/>
              <a:t>則是取自</a:t>
            </a:r>
            <a:r>
              <a:rPr lang="en-US" altLang="zh-TW" dirty="0" err="1"/>
              <a:t>django.contrib.auth.models</a:t>
            </a:r>
            <a:r>
              <a:rPr lang="en-US" altLang="zh-TW" dirty="0"/>
              <a:t> </a:t>
            </a:r>
            <a:r>
              <a:rPr lang="zh-TW" altLang="en-US" dirty="0"/>
              <a:t>中的</a:t>
            </a:r>
            <a:r>
              <a:rPr lang="en-US" altLang="zh-TW" dirty="0"/>
              <a:t>,</a:t>
            </a:r>
            <a:r>
              <a:rPr lang="zh-TW" altLang="en-US" dirty="0"/>
              <a:t>千萬別混淆了。</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40</a:t>
            </a:fld>
            <a:endParaRPr lang="zh-TW" altLang="en-US"/>
          </a:p>
        </p:txBody>
      </p:sp>
    </p:spTree>
    <p:extLst>
      <p:ext uri="{BB962C8B-B14F-4D97-AF65-F5344CB8AC3E}">
        <p14:creationId xmlns:p14="http://schemas.microsoft.com/office/powerpoint/2010/main" val="4005462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重點在於</a:t>
            </a:r>
            <a:r>
              <a:rPr lang="en-US" altLang="zh-TW" dirty="0" err="1"/>
              <a:t>models.OneToOneFieldlauth.models.User</a:t>
            </a:r>
            <a:r>
              <a:rPr lang="en-US" altLang="zh-TW" dirty="0"/>
              <a:t>, on delete-</a:t>
            </a:r>
            <a:r>
              <a:rPr lang="en-US" altLang="zh-TW" dirty="0" err="1"/>
              <a:t>models.CASCADE</a:t>
            </a:r>
            <a:endParaRPr lang="en-US" altLang="zh-TW" dirty="0"/>
          </a:p>
          <a:p>
            <a:r>
              <a:rPr lang="zh-TW" altLang="en-US" dirty="0"/>
              <a:t>這一行</a:t>
            </a:r>
            <a:r>
              <a:rPr lang="en-US" altLang="zh-TW" dirty="0"/>
              <a:t>,</a:t>
            </a:r>
            <a:r>
              <a:rPr lang="zh-TW" altLang="en-US" dirty="0"/>
              <a:t>和</a:t>
            </a:r>
            <a:r>
              <a:rPr lang="en-US" altLang="zh-TW" dirty="0" err="1"/>
              <a:t>Foreignkey</a:t>
            </a:r>
            <a:r>
              <a:rPr lang="zh-TW" altLang="en-US" dirty="0"/>
              <a:t>類似</a:t>
            </a:r>
            <a:r>
              <a:rPr lang="en-US" altLang="zh-TW" dirty="0"/>
              <a:t>,</a:t>
            </a:r>
            <a:r>
              <a:rPr lang="zh-TW" altLang="en-US" dirty="0"/>
              <a:t>但是使用</a:t>
            </a:r>
            <a:r>
              <a:rPr lang="en-US" altLang="zh-TW" dirty="0" err="1"/>
              <a:t>OneToOneField</a:t>
            </a:r>
            <a:r>
              <a:rPr lang="zh-TW" altLang="en-US" dirty="0"/>
              <a:t>指定的類別只能是一對一的關</a:t>
            </a:r>
          </a:p>
          <a:p>
            <a:r>
              <a:rPr lang="zh-TW" altLang="en-US" dirty="0"/>
              <a:t>係</a:t>
            </a:r>
            <a:r>
              <a:rPr lang="en-US" altLang="zh-TW" dirty="0"/>
              <a:t>,</a:t>
            </a:r>
            <a:r>
              <a:rPr lang="zh-TW" altLang="en-US" dirty="0"/>
              <a:t>也就是每一個 </a:t>
            </a:r>
            <a:r>
              <a:rPr lang="en-US" altLang="zh-TW" dirty="0" err="1"/>
              <a:t>Profle</a:t>
            </a:r>
            <a:r>
              <a:rPr lang="zh-TW" altLang="en-US" dirty="0"/>
              <a:t>只能對應到一個</a:t>
            </a:r>
            <a:r>
              <a:rPr lang="en-US" altLang="zh-TW" dirty="0" err="1"/>
              <a:t>auth.models.User</a:t>
            </a:r>
            <a:r>
              <a:rPr lang="en-US" altLang="zh-TW" dirty="0"/>
              <a:t>,</a:t>
            </a:r>
            <a:r>
              <a:rPr lang="zh-TW" altLang="en-US" dirty="0"/>
              <a:t>要多加上去也不行</a:t>
            </a:r>
            <a:r>
              <a:rPr lang="en-US" altLang="zh-TW" dirty="0"/>
              <a:t>,</a:t>
            </a:r>
            <a:r>
              <a:rPr lang="zh-TW" altLang="en-US" dirty="0"/>
              <a:t>如此</a:t>
            </a:r>
          </a:p>
          <a:p>
            <a:r>
              <a:rPr lang="zh-TW" altLang="en-US" dirty="0"/>
              <a:t>就可以確保之後產生出來的 </a:t>
            </a:r>
            <a:r>
              <a:rPr lang="en-US" altLang="zh-TW" dirty="0" err="1"/>
              <a:t>Profle</a:t>
            </a:r>
            <a:r>
              <a:rPr lang="zh-TW" altLang="en-US" dirty="0"/>
              <a:t>應用實例只會存取到各自的一個</a:t>
            </a:r>
            <a:r>
              <a:rPr lang="en-US" altLang="zh-TW" dirty="0"/>
              <a:t>User </a:t>
            </a:r>
            <a:r>
              <a:rPr lang="zh-TW" altLang="en-US" dirty="0"/>
              <a:t>應用實例。接著</a:t>
            </a:r>
          </a:p>
          <a:p>
            <a:r>
              <a:rPr lang="zh-TW" altLang="en-US" dirty="0"/>
              <a:t>要執行資料庫的更新作業</a:t>
            </a:r>
            <a:r>
              <a:rPr lang="en-US" altLang="zh-TW" dirty="0"/>
              <a:t>,</a:t>
            </a:r>
            <a:r>
              <a:rPr lang="zh-TW" altLang="en-US" dirty="0"/>
              <a:t>執行過程如下</a:t>
            </a:r>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50</a:t>
            </a:fld>
            <a:endParaRPr lang="zh-TW" altLang="en-US"/>
          </a:p>
        </p:txBody>
      </p:sp>
    </p:spTree>
    <p:extLst>
      <p:ext uri="{BB962C8B-B14F-4D97-AF65-F5344CB8AC3E}">
        <p14:creationId xmlns:p14="http://schemas.microsoft.com/office/powerpoint/2010/main" val="3532227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51</a:t>
            </a:fld>
            <a:endParaRPr lang="zh-TW" altLang="en-US"/>
          </a:p>
        </p:txBody>
      </p:sp>
    </p:spTree>
    <p:extLst>
      <p:ext uri="{BB962C8B-B14F-4D97-AF65-F5344CB8AC3E}">
        <p14:creationId xmlns:p14="http://schemas.microsoft.com/office/powerpoint/2010/main" val="318411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沒資料顯示的問題是因為沒有加下面這個</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rgbClr val="C594C5"/>
                </a:solidFill>
                <a:effectLst/>
                <a:latin typeface="Consolas" panose="020B0609020204030204" pitchFamily="49" charset="0"/>
              </a:rPr>
              <a:t>from</a:t>
            </a:r>
            <a:r>
              <a:rPr lang="en-US" altLang="zh-TW" b="0" dirty="0">
                <a:solidFill>
                  <a:srgbClr val="CDD3DE"/>
                </a:solidFill>
                <a:effectLst/>
                <a:latin typeface="Consolas" panose="020B0609020204030204" pitchFamily="49" charset="0"/>
              </a:rPr>
              <a:t> </a:t>
            </a:r>
            <a:r>
              <a:rPr lang="en-US" altLang="zh-TW" b="0" dirty="0" err="1">
                <a:solidFill>
                  <a:srgbClr val="CDD3DE"/>
                </a:solidFill>
                <a:effectLst/>
                <a:latin typeface="Consolas" panose="020B0609020204030204" pitchFamily="49" charset="0"/>
              </a:rPr>
              <a:t>django</a:t>
            </a:r>
            <a:r>
              <a:rPr lang="en-US" altLang="zh-TW" b="0" dirty="0" err="1">
                <a:solidFill>
                  <a:srgbClr val="5FB3B3"/>
                </a:solidFill>
                <a:effectLst/>
                <a:latin typeface="Consolas" panose="020B0609020204030204" pitchFamily="49" charset="0"/>
              </a:rPr>
              <a:t>.</a:t>
            </a:r>
            <a:r>
              <a:rPr lang="en-US" altLang="zh-TW" b="0" dirty="0" err="1">
                <a:solidFill>
                  <a:srgbClr val="CDD3DE"/>
                </a:solidFill>
                <a:effectLst/>
                <a:latin typeface="Consolas" panose="020B0609020204030204" pitchFamily="49" charset="0"/>
              </a:rPr>
              <a:t>contrib</a:t>
            </a:r>
            <a:r>
              <a:rPr lang="en-US" altLang="zh-TW" b="0" dirty="0" err="1">
                <a:solidFill>
                  <a:srgbClr val="5FB3B3"/>
                </a:solidFill>
                <a:effectLst/>
                <a:latin typeface="Consolas" panose="020B0609020204030204" pitchFamily="49" charset="0"/>
              </a:rPr>
              <a:t>.</a:t>
            </a:r>
            <a:r>
              <a:rPr lang="en-US" altLang="zh-TW" b="0" dirty="0" err="1">
                <a:solidFill>
                  <a:srgbClr val="CDD3DE"/>
                </a:solidFill>
                <a:effectLst/>
                <a:latin typeface="Consolas" panose="020B0609020204030204" pitchFamily="49" charset="0"/>
              </a:rPr>
              <a:t>auth</a:t>
            </a:r>
            <a:r>
              <a:rPr lang="en-US" altLang="zh-TW" b="0" dirty="0" err="1">
                <a:solidFill>
                  <a:srgbClr val="5FB3B3"/>
                </a:solidFill>
                <a:effectLst/>
                <a:latin typeface="Consolas" panose="020B0609020204030204" pitchFamily="49" charset="0"/>
              </a:rPr>
              <a:t>.</a:t>
            </a:r>
            <a:r>
              <a:rPr lang="en-US" altLang="zh-TW" b="0" dirty="0" err="1">
                <a:solidFill>
                  <a:srgbClr val="CDD3DE"/>
                </a:solidFill>
                <a:effectLst/>
                <a:latin typeface="Consolas" panose="020B0609020204030204" pitchFamily="49" charset="0"/>
              </a:rPr>
              <a:t>models</a:t>
            </a:r>
            <a:r>
              <a:rPr lang="en-US" altLang="zh-TW" b="0" dirty="0">
                <a:solidFill>
                  <a:srgbClr val="CDD3DE"/>
                </a:solidFill>
                <a:effectLst/>
                <a:latin typeface="Consolas" panose="020B0609020204030204" pitchFamily="49" charset="0"/>
              </a:rPr>
              <a:t> </a:t>
            </a:r>
            <a:r>
              <a:rPr lang="en-US" altLang="zh-TW" b="0" dirty="0">
                <a:solidFill>
                  <a:srgbClr val="C594C5"/>
                </a:solidFill>
                <a:effectLst/>
                <a:latin typeface="Consolas" panose="020B0609020204030204" pitchFamily="49" charset="0"/>
              </a:rPr>
              <a:t>import</a:t>
            </a:r>
            <a:r>
              <a:rPr lang="en-US" altLang="zh-TW" b="0" dirty="0">
                <a:solidFill>
                  <a:srgbClr val="CDD3DE"/>
                </a:solidFill>
                <a:effectLst/>
                <a:latin typeface="Consolas" panose="020B0609020204030204" pitchFamily="49" charset="0"/>
              </a:rPr>
              <a:t> User</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56</a:t>
            </a:fld>
            <a:endParaRPr lang="zh-TW" altLang="en-US"/>
          </a:p>
        </p:txBody>
      </p:sp>
    </p:spTree>
    <p:extLst>
      <p:ext uri="{BB962C8B-B14F-4D97-AF65-F5344CB8AC3E}">
        <p14:creationId xmlns:p14="http://schemas.microsoft.com/office/powerpoint/2010/main" val="3622306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為了讓使用者可以點選日暦的方式輸入日期而非直接輸入文字</a:t>
            </a:r>
            <a:r>
              <a:rPr lang="en-US" altLang="zh-TW" dirty="0"/>
              <a:t>,</a:t>
            </a:r>
            <a:r>
              <a:rPr lang="zh-TW" altLang="en-US" dirty="0"/>
              <a:t>在這過程我們用了一</a:t>
            </a:r>
          </a:p>
          <a:p>
            <a:r>
              <a:rPr lang="zh-TW" altLang="en-US" dirty="0"/>
              <a:t>個小技巧</a:t>
            </a:r>
            <a:r>
              <a:rPr lang="en-US" altLang="zh-TW" dirty="0"/>
              <a:t>,</a:t>
            </a:r>
            <a:r>
              <a:rPr lang="zh-TW" altLang="en-US" dirty="0"/>
              <a:t>先建立一個繼承自</a:t>
            </a:r>
            <a:r>
              <a:rPr lang="en-US" altLang="zh-TW" dirty="0" err="1"/>
              <a:t>forms.Datelnput</a:t>
            </a:r>
            <a:r>
              <a:rPr lang="en-US" altLang="zh-TW" dirty="0"/>
              <a:t> </a:t>
            </a:r>
            <a:r>
              <a:rPr lang="zh-TW" altLang="en-US" dirty="0"/>
              <a:t>的 </a:t>
            </a:r>
            <a:r>
              <a:rPr lang="en-US" altLang="zh-TW" dirty="0" err="1"/>
              <a:t>Datelnput</a:t>
            </a:r>
            <a:r>
              <a:rPr lang="en-US" altLang="zh-TW" dirty="0"/>
              <a:t> </a:t>
            </a:r>
            <a:r>
              <a:rPr lang="zh-TW" altLang="en-US" dirty="0"/>
              <a:t>的類別</a:t>
            </a:r>
            <a:r>
              <a:rPr lang="en-US" altLang="zh-TW" dirty="0"/>
              <a:t>,</a:t>
            </a:r>
            <a:r>
              <a:rPr lang="zh-TW" altLang="en-US" dirty="0"/>
              <a:t>指定輸入的型式為</a:t>
            </a:r>
          </a:p>
          <a:p>
            <a:r>
              <a:rPr lang="en-US" altLang="zh-TW" dirty="0"/>
              <a:t>'date'</a:t>
            </a:r>
            <a:r>
              <a:rPr lang="zh-TW" altLang="en-US" dirty="0"/>
              <a:t>日期就好</a:t>
            </a:r>
            <a:r>
              <a:rPr lang="en-US" altLang="zh-TW" dirty="0"/>
              <a:t>,</a:t>
            </a:r>
            <a:r>
              <a:rPr lang="zh-TW" altLang="en-US" dirty="0"/>
              <a:t>接著在</a:t>
            </a:r>
            <a:r>
              <a:rPr lang="en-US" altLang="zh-TW" dirty="0" err="1"/>
              <a:t>DiaryForm</a:t>
            </a:r>
            <a:r>
              <a:rPr lang="zh-TW" altLang="en-US" dirty="0"/>
              <a:t>表單的</a:t>
            </a:r>
            <a:r>
              <a:rPr lang="en-US" altLang="zh-TW" dirty="0"/>
              <a:t>Class Meta:</a:t>
            </a:r>
            <a:r>
              <a:rPr lang="zh-TW" altLang="en-US" dirty="0"/>
              <a:t>中以 </a:t>
            </a:r>
            <a:r>
              <a:rPr lang="en-US" altLang="zh-TW" dirty="0"/>
              <a:t>widgets </a:t>
            </a:r>
            <a:r>
              <a:rPr lang="zh-TW" altLang="en-US" dirty="0"/>
              <a:t>的方式設定 </a:t>
            </a:r>
            <a:r>
              <a:rPr lang="en-US" altLang="zh-TW" dirty="0" err="1"/>
              <a:t>ddate</a:t>
            </a:r>
            <a:endParaRPr lang="en-US" altLang="zh-TW" dirty="0"/>
          </a:p>
          <a:p>
            <a:r>
              <a:rPr lang="zh-TW" altLang="en-US" dirty="0"/>
              <a:t>這個欄位</a:t>
            </a:r>
            <a:r>
              <a:rPr lang="en-US" altLang="zh-TW" dirty="0"/>
              <a:t>,</a:t>
            </a:r>
            <a:r>
              <a:rPr lang="zh-TW" altLang="en-US" dirty="0"/>
              <a:t>如此就可以讓輸入的型式改為日期點選的方式</a:t>
            </a:r>
            <a:r>
              <a:rPr lang="en-US" altLang="zh-TW" dirty="0"/>
              <a:t>,</a:t>
            </a:r>
            <a:r>
              <a:rPr lang="zh-TW" altLang="en-US" dirty="0"/>
              <a:t>其輸入的方式如圖</a:t>
            </a:r>
            <a:r>
              <a:rPr lang="en-US" altLang="zh-TW" dirty="0"/>
              <a:t>9-19</a:t>
            </a:r>
            <a:r>
              <a:rPr lang="zh-TW" altLang="en-US" dirty="0"/>
              <a:t>所示。</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61</a:t>
            </a:fld>
            <a:endParaRPr lang="zh-TW" altLang="en-US"/>
          </a:p>
        </p:txBody>
      </p:sp>
    </p:spTree>
    <p:extLst>
      <p:ext uri="{BB962C8B-B14F-4D97-AF65-F5344CB8AC3E}">
        <p14:creationId xmlns:p14="http://schemas.microsoft.com/office/powerpoint/2010/main" val="15418317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from </a:t>
            </a:r>
            <a:r>
              <a:rPr lang="en-US" altLang="zh-TW" dirty="0" err="1"/>
              <a:t>django.http</a:t>
            </a:r>
            <a:r>
              <a:rPr lang="en-US" altLang="zh-TW" dirty="0"/>
              <a:t> import </a:t>
            </a:r>
            <a:r>
              <a:rPr lang="en-US" altLang="zh-TW" dirty="0" err="1"/>
              <a:t>HttpResponseRedirect</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68</a:t>
            </a:fld>
            <a:endParaRPr lang="zh-TW" altLang="en-US"/>
          </a:p>
        </p:txBody>
      </p:sp>
    </p:spTree>
    <p:extLst>
      <p:ext uri="{BB962C8B-B14F-4D97-AF65-F5344CB8AC3E}">
        <p14:creationId xmlns:p14="http://schemas.microsoft.com/office/powerpoint/2010/main" val="2593108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然後在</a:t>
            </a:r>
            <a:r>
              <a:rPr lang="en-US" altLang="zh-TW" dirty="0"/>
              <a:t>urls.py </a:t>
            </a:r>
            <a:r>
              <a:rPr lang="zh-TW" altLang="en-US" dirty="0"/>
              <a:t>中加入以下幾個參數</a:t>
            </a:r>
            <a:r>
              <a:rPr lang="en-US" altLang="zh-TW" dirty="0"/>
              <a:t>(</a:t>
            </a:r>
            <a:r>
              <a:rPr lang="zh-TW" altLang="en-US" dirty="0"/>
              <a:t>放在</a:t>
            </a:r>
            <a:r>
              <a:rPr lang="en-US" altLang="zh-TW" dirty="0" err="1"/>
              <a:t>urlpatterns</a:t>
            </a:r>
            <a:r>
              <a:rPr lang="en-US" altLang="zh-TW" dirty="0"/>
              <a:t> </a:t>
            </a:r>
            <a:r>
              <a:rPr lang="zh-TW" altLang="en-US" dirty="0"/>
              <a:t>的上方</a:t>
            </a:r>
            <a:r>
              <a:rPr lang="en-US" altLang="zh-TW" dirty="0"/>
              <a:t>),</a:t>
            </a:r>
            <a:r>
              <a:rPr lang="zh-TW" altLang="en-US" dirty="0"/>
              <a:t>可以設定登入畫面的</a:t>
            </a:r>
          </a:p>
          <a:p>
            <a:r>
              <a:rPr lang="zh-TW" altLang="en-US" dirty="0"/>
              <a:t>標题</a:t>
            </a:r>
            <a:endParaRPr lang="en-US" altLang="zh-TW" dirty="0"/>
          </a:p>
          <a:p>
            <a:r>
              <a:rPr lang="en-US" altLang="zh-TW" sz="1200" kern="100" dirty="0">
                <a:solidFill>
                  <a:srgbClr val="FF0000"/>
                </a:solidFill>
                <a:effectLst/>
                <a:latin typeface="Courier New" panose="02070309020205020404" pitchFamily="49" charset="0"/>
                <a:ea typeface="標楷體" panose="03000509000000000000" pitchFamily="65" charset="-120"/>
              </a:rPr>
              <a:t>/?next=/ </a:t>
            </a:r>
            <a:r>
              <a:rPr lang="zh-TW" altLang="en-US" sz="1200" kern="100" dirty="0">
                <a:solidFill>
                  <a:srgbClr val="FF0000"/>
                </a:solidFill>
                <a:effectLst/>
                <a:latin typeface="Courier New" panose="02070309020205020404" pitchFamily="49" charset="0"/>
                <a:ea typeface="標楷體" panose="03000509000000000000" pitchFamily="65" charset="-120"/>
              </a:rPr>
              <a:t>設定登入後回首頁而不是到</a:t>
            </a:r>
            <a:r>
              <a:rPr lang="en-US" altLang="zh-TW" sz="1200" kern="100" dirty="0">
                <a:solidFill>
                  <a:srgbClr val="FF0000"/>
                </a:solidFill>
                <a:effectLst/>
                <a:latin typeface="Courier New" panose="02070309020205020404" pitchFamily="49" charset="0"/>
                <a:ea typeface="標楷體" panose="03000509000000000000" pitchFamily="65" charset="-120"/>
              </a:rPr>
              <a:t>admin</a:t>
            </a:r>
            <a:r>
              <a:rPr lang="zh-TW" altLang="en-US" sz="1200" kern="100">
                <a:solidFill>
                  <a:srgbClr val="FF0000"/>
                </a:solidFill>
                <a:effectLst/>
                <a:latin typeface="Courier New" panose="02070309020205020404" pitchFamily="49" charset="0"/>
                <a:ea typeface="標楷體" panose="03000509000000000000" pitchFamily="65" charset="-120"/>
              </a:rPr>
              <a:t>後台</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75</a:t>
            </a:fld>
            <a:endParaRPr lang="zh-TW" altLang="en-US"/>
          </a:p>
        </p:txBody>
      </p:sp>
    </p:spTree>
    <p:extLst>
      <p:ext uri="{BB962C8B-B14F-4D97-AF65-F5344CB8AC3E}">
        <p14:creationId xmlns:p14="http://schemas.microsoft.com/office/powerpoint/2010/main" val="1728523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B5-col ,  table , tr&gt;td*3</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82</a:t>
            </a:fld>
            <a:endParaRPr lang="zh-TW" altLang="en-US"/>
          </a:p>
        </p:txBody>
      </p:sp>
    </p:spTree>
    <p:extLst>
      <p:ext uri="{BB962C8B-B14F-4D97-AF65-F5344CB8AC3E}">
        <p14:creationId xmlns:p14="http://schemas.microsoft.com/office/powerpoint/2010/main" val="3809609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紅色要自己加一個</a:t>
            </a:r>
            <a:r>
              <a:rPr lang="en-US" altLang="zh-TW" dirty="0"/>
              <a:t>col</a:t>
            </a:r>
            <a:r>
              <a:rPr lang="zh-TW" altLang="en-US" dirty="0"/>
              <a:t>且改成</a:t>
            </a:r>
            <a:r>
              <a:rPr lang="en-US" altLang="zh-TW" dirty="0"/>
              <a:t>md-6</a:t>
            </a:r>
          </a:p>
          <a:p>
            <a:r>
              <a:rPr lang="zh-TW" altLang="en-US" dirty="0"/>
              <a:t>黑色就</a:t>
            </a:r>
            <a:r>
              <a:rPr lang="en-US" altLang="zh-TW" dirty="0"/>
              <a:t>copy</a:t>
            </a:r>
            <a:r>
              <a:rPr lang="zh-TW" altLang="en-US" dirty="0"/>
              <a:t>官網</a:t>
            </a:r>
            <a:r>
              <a:rPr lang="en-US" altLang="zh-TW" dirty="0" err="1"/>
              <a:t>js</a:t>
            </a:r>
            <a:r>
              <a:rPr lang="zh-TW" altLang="en-US" dirty="0"/>
              <a:t>的內容</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86</a:t>
            </a:fld>
            <a:endParaRPr lang="zh-TW" altLang="en-US"/>
          </a:p>
        </p:txBody>
      </p:sp>
    </p:spTree>
    <p:extLst>
      <p:ext uri="{BB962C8B-B14F-4D97-AF65-F5344CB8AC3E}">
        <p14:creationId xmlns:p14="http://schemas.microsoft.com/office/powerpoint/2010/main" val="2449641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95</a:t>
            </a:fld>
            <a:endParaRPr lang="zh-TW" altLang="en-US"/>
          </a:p>
        </p:txBody>
      </p:sp>
    </p:spTree>
    <p:extLst>
      <p:ext uri="{BB962C8B-B14F-4D97-AF65-F5344CB8AC3E}">
        <p14:creationId xmlns:p14="http://schemas.microsoft.com/office/powerpoint/2010/main" val="2064319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副標題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a:t>按一下以編輯母片副標題樣式</a:t>
            </a:r>
            <a:endParaRPr kumimoji="0" lang="en-US"/>
          </a:p>
        </p:txBody>
      </p:sp>
      <p:sp>
        <p:nvSpPr>
          <p:cNvPr id="28" name="日期版面配置區 27"/>
          <p:cNvSpPr>
            <a:spLocks noGrp="1"/>
          </p:cNvSpPr>
          <p:nvPr>
            <p:ph type="dt" sz="half" idx="10"/>
          </p:nvPr>
        </p:nvSpPr>
        <p:spPr/>
        <p:txBody>
          <a:bodyPr/>
          <a:lstStyle/>
          <a:p>
            <a:fld id="{DF19C816-D38B-498E-804E-00D02760FC7A}" type="datetime1">
              <a:rPr lang="zh-TW" altLang="en-US" smtClean="0"/>
              <a:pPr/>
              <a:t>2026/6/13</a:t>
            </a:fld>
            <a:endParaRPr lang="zh-TW" altLang="en-US"/>
          </a:p>
        </p:txBody>
      </p:sp>
      <p:sp>
        <p:nvSpPr>
          <p:cNvPr id="17" name="頁尾版面配置區 16"/>
          <p:cNvSpPr>
            <a:spLocks noGrp="1"/>
          </p:cNvSpPr>
          <p:nvPr>
            <p:ph type="ftr" sz="quarter" idx="11"/>
          </p:nvPr>
        </p:nvSpPr>
        <p:spPr/>
        <p:txBody>
          <a:bodyPr/>
          <a:lstStyle/>
          <a:p>
            <a:endParaRPr lang="zh-TW" altLang="en-US"/>
          </a:p>
        </p:txBody>
      </p:sp>
      <p:sp>
        <p:nvSpPr>
          <p:cNvPr id="7" name="直線接點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橢圓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橢圓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投影片編號版面配置區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8" name="標題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chemeClr val="accent3">
                    <a:shade val="75000"/>
                  </a:schemeClr>
                </a:solidFill>
              </a:defRPr>
            </a:lvl1pPr>
          </a:lstStyle>
          <a:p>
            <a:r>
              <a:rPr kumimoji="0" lang="zh-TW" altLang="en-US"/>
              <a:t>按一下以編輯母片標題樣式</a:t>
            </a:r>
            <a:endParaRPr kumimoji="0" lang="en-US"/>
          </a:p>
        </p:txBody>
      </p:sp>
      <p:sp>
        <p:nvSpPr>
          <p:cNvPr id="4" name="日期版面配置區 3"/>
          <p:cNvSpPr>
            <a:spLocks noGrp="1"/>
          </p:cNvSpPr>
          <p:nvPr>
            <p:ph type="dt" sz="half" idx="10"/>
          </p:nvPr>
        </p:nvSpPr>
        <p:spPr/>
        <p:txBody>
          <a:bodyPr/>
          <a:lstStyle/>
          <a:p>
            <a:fld id="{E16BAABA-C288-41C0-9D8E-87773CE9488B}" type="datetime1">
              <a:rPr lang="zh-TW" altLang="en-US" smtClean="0"/>
              <a:pPr/>
              <a:t>2026/6/13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4361688" y="1026372"/>
            <a:ext cx="457200" cy="441325"/>
          </a:xfrm>
        </p:spPr>
        <p:txBody>
          <a:bodyPr/>
          <a:lstStyle/>
          <a:p>
            <a:fld id="{369E457D-EE12-4164-8E32-9DDD40A95892}" type="slidenum">
              <a:rPr lang="zh-TW" altLang="en-US" smtClean="0"/>
              <a:pPr/>
              <a:t>‹#›</a:t>
            </a:fld>
            <a:endParaRPr lang="zh-TW" altLang="en-US"/>
          </a:p>
        </p:txBody>
      </p:sp>
      <p:sp>
        <p:nvSpPr>
          <p:cNvPr id="8" name="內容版面配置區 7"/>
          <p:cNvSpPr>
            <a:spLocks noGrp="1"/>
          </p:cNvSpPr>
          <p:nvPr>
            <p:ph sz="quarter" idx="1"/>
          </p:nvPr>
        </p:nvSpPr>
        <p:spPr>
          <a:xfrm>
            <a:off x="301752" y="1527048"/>
            <a:ext cx="8503920" cy="45720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a:t>按一下以編輯母片文字樣式</a:t>
            </a:r>
          </a:p>
        </p:txBody>
      </p:sp>
      <p:sp>
        <p:nvSpPr>
          <p:cNvPr id="13" name="矩形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矩形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頁尾版面配置區 4"/>
          <p:cNvSpPr>
            <a:spLocks noGrp="1"/>
          </p:cNvSpPr>
          <p:nvPr>
            <p:ph type="ftr" sz="quarter" idx="11"/>
          </p:nvPr>
        </p:nvSpPr>
        <p:spPr/>
        <p:txBody>
          <a:bodyPr/>
          <a:lstStyle/>
          <a:p>
            <a:endParaRPr lang="zh-TW" altLang="en-US"/>
          </a:p>
        </p:txBody>
      </p:sp>
      <p:sp>
        <p:nvSpPr>
          <p:cNvPr id="4" name="日期版面配置區 3"/>
          <p:cNvSpPr>
            <a:spLocks noGrp="1"/>
          </p:cNvSpPr>
          <p:nvPr>
            <p:ph type="dt" sz="half" idx="10"/>
          </p:nvPr>
        </p:nvSpPr>
        <p:spPr/>
        <p:txBody>
          <a:bodyPr/>
          <a:lstStyle/>
          <a:p>
            <a:fld id="{E6F79EFE-5102-4BAD-A377-702F02C2814E}" type="datetime1">
              <a:rPr lang="zh-TW" altLang="en-US" smtClean="0"/>
              <a:pPr/>
              <a:t>2026/6/13</a:t>
            </a:fld>
            <a:endParaRPr lang="zh-TW" altLang="en-US"/>
          </a:p>
        </p:txBody>
      </p:sp>
      <p:sp>
        <p:nvSpPr>
          <p:cNvPr id="8" name="直線接點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橢圓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301752" y="228600"/>
            <a:ext cx="8534400" cy="758952"/>
          </a:xfrm>
        </p:spPr>
        <p:txBody>
          <a:bodyPr/>
          <a:lstStyle/>
          <a:p>
            <a:r>
              <a:rPr kumimoji="0" lang="zh-TW" altLang="en-US"/>
              <a:t>按一下以編輯母片標題樣式</a:t>
            </a:r>
            <a:endParaRPr kumimoji="0" lang="en-US"/>
          </a:p>
        </p:txBody>
      </p:sp>
      <p:sp>
        <p:nvSpPr>
          <p:cNvPr id="5" name="日期版面配置區 4"/>
          <p:cNvSpPr>
            <a:spLocks noGrp="1"/>
          </p:cNvSpPr>
          <p:nvPr>
            <p:ph type="dt" sz="half" idx="10"/>
          </p:nvPr>
        </p:nvSpPr>
        <p:spPr>
          <a:xfrm>
            <a:off x="5791200" y="6409944"/>
            <a:ext cx="3044952" cy="365760"/>
          </a:xfrm>
        </p:spPr>
        <p:txBody>
          <a:bodyPr/>
          <a:lstStyle/>
          <a:p>
            <a:fld id="{240F5BD8-68CC-49A6-B769-229D3FACB86C}" type="datetime1">
              <a:rPr lang="zh-TW" altLang="en-US" smtClean="0"/>
              <a:pPr/>
              <a:t>2026/6/13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69E457D-EE12-4164-8E32-9DDD40A95892}" type="slidenum">
              <a:rPr lang="zh-TW" altLang="en-US" smtClean="0"/>
              <a:pPr/>
              <a:t>‹#›</a:t>
            </a:fld>
            <a:endParaRPr lang="zh-TW" altLang="en-US"/>
          </a:p>
        </p:txBody>
      </p:sp>
      <p:sp>
        <p:nvSpPr>
          <p:cNvPr id="8" name="直線接點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內容版面配置區 9"/>
          <p:cNvSpPr>
            <a:spLocks noGrp="1"/>
          </p:cNvSpPr>
          <p:nvPr>
            <p:ph sz="half" idx="1"/>
          </p:nvPr>
        </p:nvSpPr>
        <p:spPr>
          <a:xfrm>
            <a:off x="301752"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2" name="內容版面配置區 11"/>
          <p:cNvSpPr>
            <a:spLocks noGrp="1"/>
          </p:cNvSpPr>
          <p:nvPr>
            <p:ph sz="half" idx="2"/>
          </p:nvPr>
        </p:nvSpPr>
        <p:spPr>
          <a:xfrm>
            <a:off x="4800600"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10" name="直線接點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矩形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矩形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矩形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7" name="日期版面配置區 6"/>
          <p:cNvSpPr>
            <a:spLocks noGrp="1"/>
          </p:cNvSpPr>
          <p:nvPr>
            <p:ph type="dt" sz="half" idx="10"/>
          </p:nvPr>
        </p:nvSpPr>
        <p:spPr/>
        <p:txBody>
          <a:bodyPr/>
          <a:lstStyle/>
          <a:p>
            <a:fld id="{C95C3C99-9A5D-4B12-8519-BF3493FEA3BD}" type="datetime1">
              <a:rPr lang="zh-TW" altLang="en-US" smtClean="0"/>
              <a:pPr/>
              <a:t>2026/6/13</a:t>
            </a:fld>
            <a:endParaRPr lang="zh-TW" altLang="en-US"/>
          </a:p>
        </p:txBody>
      </p:sp>
      <p:sp>
        <p:nvSpPr>
          <p:cNvPr id="8" name="頁尾版面配置區 7"/>
          <p:cNvSpPr>
            <a:spLocks noGrp="1"/>
          </p:cNvSpPr>
          <p:nvPr>
            <p:ph type="ftr" sz="quarter" idx="11"/>
          </p:nvPr>
        </p:nvSpPr>
        <p:spPr>
          <a:xfrm>
            <a:off x="304800" y="6409944"/>
            <a:ext cx="3581400" cy="365760"/>
          </a:xfrm>
        </p:spPr>
        <p:txBody>
          <a:bodyPr/>
          <a:lstStyle/>
          <a:p>
            <a:endParaRPr lang="zh-TW" altLang="en-US"/>
          </a:p>
        </p:txBody>
      </p:sp>
      <p:sp>
        <p:nvSpPr>
          <p:cNvPr id="15" name="直線接點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內容版面配置區 23"/>
          <p:cNvSpPr>
            <a:spLocks noGrp="1"/>
          </p:cNvSpPr>
          <p:nvPr>
            <p:ph sz="quarter" idx="2"/>
          </p:nvPr>
        </p:nvSpPr>
        <p:spPr>
          <a:xfrm>
            <a:off x="301752" y="2471383"/>
            <a:ext cx="4041648" cy="3818404"/>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6" name="內容版面配置區 25"/>
          <p:cNvSpPr>
            <a:spLocks noGrp="1"/>
          </p:cNvSpPr>
          <p:nvPr>
            <p:ph sz="quarter" idx="4"/>
          </p:nvPr>
        </p:nvSpPr>
        <p:spPr>
          <a:xfrm>
            <a:off x="4800600" y="2471383"/>
            <a:ext cx="4038600" cy="3822192"/>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5" name="橢圓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橢圓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投影片編號版面配置區 8"/>
          <p:cNvSpPr>
            <a:spLocks noGrp="1"/>
          </p:cNvSpPr>
          <p:nvPr>
            <p:ph type="sldNum" sz="quarter" idx="12"/>
          </p:nvPr>
        </p:nvSpPr>
        <p:spPr>
          <a:xfrm>
            <a:off x="4343400" y="1042416"/>
            <a:ext cx="457200" cy="441325"/>
          </a:xfrm>
        </p:spPr>
        <p:txBody>
          <a:bodyPr/>
          <a:lstStyle>
            <a:lvl1pPr algn="ctr">
              <a:defRPr/>
            </a:lvl1pPr>
          </a:lstStyle>
          <a:p>
            <a:fld id="{369E457D-EE12-4164-8E32-9DDD40A95892}" type="slidenum">
              <a:rPr lang="zh-TW" altLang="en-US" smtClean="0"/>
              <a:pPr/>
              <a:t>‹#›</a:t>
            </a:fld>
            <a:endParaRPr lang="zh-TW" altLang="en-US"/>
          </a:p>
        </p:txBody>
      </p:sp>
      <p:sp>
        <p:nvSpPr>
          <p:cNvPr id="23" name="標題 22"/>
          <p:cNvSpPr>
            <a:spLocks noGrp="1"/>
          </p:cNvSpPr>
          <p:nvPr>
            <p:ph type="title"/>
          </p:nvPr>
        </p:nvSpPr>
        <p:spPr/>
        <p:txBody>
          <a:bodyPr rtlCol="0" anchor="b" anchorCtr="0"/>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日期版面配置區 2"/>
          <p:cNvSpPr>
            <a:spLocks noGrp="1"/>
          </p:cNvSpPr>
          <p:nvPr>
            <p:ph type="dt" sz="half" idx="10"/>
          </p:nvPr>
        </p:nvSpPr>
        <p:spPr/>
        <p:txBody>
          <a:bodyPr/>
          <a:lstStyle/>
          <a:p>
            <a:fld id="{C0C1B973-9C4C-43B9-BBC9-7D038B5E66BB}" type="datetime1">
              <a:rPr lang="zh-TW" altLang="en-US" smtClean="0"/>
              <a:pPr/>
              <a:t>2026/6/13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a:xfrm>
            <a:off x="4343400" y="1036020"/>
            <a:ext cx="457200" cy="441325"/>
          </a:xfrm>
        </p:spPr>
        <p:txBody>
          <a:bodyPr/>
          <a:lstStyle/>
          <a:p>
            <a:fld id="{369E457D-EE12-4164-8E32-9DDD40A9589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矩形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矩形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日期版面配置區 1"/>
          <p:cNvSpPr>
            <a:spLocks noGrp="1"/>
          </p:cNvSpPr>
          <p:nvPr>
            <p:ph type="dt" sz="half" idx="10"/>
          </p:nvPr>
        </p:nvSpPr>
        <p:spPr/>
        <p:txBody>
          <a:bodyPr/>
          <a:lstStyle/>
          <a:p>
            <a:fld id="{E3A2E384-56FB-46D9-B267-C20E836A8212}" type="datetime1">
              <a:rPr lang="zh-TW" altLang="en-US" smtClean="0"/>
              <a:pPr/>
              <a:t>2026/6/13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a:xfrm>
            <a:off x="4267200" y="6324600"/>
            <a:ext cx="609600" cy="441324"/>
          </a:xfrm>
        </p:spPr>
        <p:txBody>
          <a:bodyPr/>
          <a:lstStyle>
            <a:lvl1pPr>
              <a:defRPr>
                <a:solidFill>
                  <a:srgbClr val="FFFFFF"/>
                </a:solidFill>
              </a:defRPr>
            </a:lvl1pPr>
          </a:lstStyle>
          <a:p>
            <a:fld id="{369E457D-EE12-4164-8E32-9DDD40A9589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9" name="矩形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矩形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a:t>按一下以編輯母片文字樣式</a:t>
            </a:r>
          </a:p>
        </p:txBody>
      </p:sp>
      <p:sp>
        <p:nvSpPr>
          <p:cNvPr id="8" name="矩形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直線接點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內容版面配置區 19"/>
          <p:cNvSpPr>
            <a:spLocks noGrp="1"/>
          </p:cNvSpPr>
          <p:nvPr>
            <p:ph sz="quarter" idx="1"/>
          </p:nvPr>
        </p:nvSpPr>
        <p:spPr>
          <a:xfrm>
            <a:off x="3124200" y="685800"/>
            <a:ext cx="5638800" cy="54102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0" name="橢圓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1" name="矩形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p:txBody>
          <a:bodyPr/>
          <a:lstStyle/>
          <a:p>
            <a:fld id="{33A25C06-3635-48B4-9326-561BB1229EEB}" type="datetime1">
              <a:rPr lang="zh-TW" altLang="en-US" smtClean="0"/>
              <a:pPr/>
              <a:t>2026/6/13</a:t>
            </a:fld>
            <a:endParaRPr lang="zh-TW" altLang="en-US"/>
          </a:p>
        </p:txBody>
      </p:sp>
      <p:sp>
        <p:nvSpPr>
          <p:cNvPr id="6" name="頁尾版面配置區 5"/>
          <p:cNvSpPr>
            <a:spLocks noGrp="1"/>
          </p:cNvSpPr>
          <p:nvPr>
            <p:ph type="ftr" sz="quarter" idx="11"/>
          </p:nvPr>
        </p:nvSpPr>
        <p:spPr>
          <a:xfrm>
            <a:off x="301752" y="6410848"/>
            <a:ext cx="3383280" cy="365760"/>
          </a:xfrm>
        </p:spPr>
        <p:txBody>
          <a:bodyPr/>
          <a:lstStyle/>
          <a:p>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1" name="直線接點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矩形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矩形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橢圓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橢圓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zh-TW" altLang="en-US"/>
              <a:t>按一下以編輯母片標題樣式</a:t>
            </a:r>
            <a:endParaRPr kumimoji="0" lang="en-US"/>
          </a:p>
        </p:txBody>
      </p:sp>
      <p:sp>
        <p:nvSpPr>
          <p:cNvPr id="3" name="圖片版面配置區 2"/>
          <p:cNvSpPr>
            <a:spLocks noGrp="1"/>
          </p:cNvSpPr>
          <p:nvPr>
            <p:ph type="pic" idx="1"/>
          </p:nvPr>
        </p:nvSpPr>
        <p:spPr>
          <a:xfrm>
            <a:off x="3000375" y="609600"/>
            <a:ext cx="5867400" cy="4267200"/>
          </a:xfrm>
        </p:spPr>
        <p:txBody>
          <a:bodyPr/>
          <a:lstStyle>
            <a:lvl1pPr marL="0" indent="0">
              <a:buNone/>
              <a:defRPr sz="3200"/>
            </a:lvl1pPr>
          </a:lstStyle>
          <a:p>
            <a:r>
              <a:rPr kumimoji="0" lang="zh-TW" altLang="en-US"/>
              <a:t>按一下圖示以新增圖片</a:t>
            </a:r>
            <a:endParaRPr kumimoji="0" lang="en-US" dirty="0"/>
          </a:p>
        </p:txBody>
      </p:sp>
      <p:sp>
        <p:nvSpPr>
          <p:cNvPr id="4" name="文字版面配置區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zh-TW" altLang="en-US"/>
              <a:t>按一下以編輯母片文字樣式</a:t>
            </a:r>
          </a:p>
        </p:txBody>
      </p:sp>
      <p:sp>
        <p:nvSpPr>
          <p:cNvPr id="22" name="矩形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a:xfrm>
            <a:off x="5788152" y="6404984"/>
            <a:ext cx="3044952" cy="365760"/>
          </a:xfrm>
        </p:spPr>
        <p:txBody>
          <a:bodyPr/>
          <a:lstStyle/>
          <a:p>
            <a:fld id="{BA9F43BE-0941-4E88-B57D-D38DECBCB997}" type="datetime1">
              <a:rPr lang="zh-TW" altLang="en-US" smtClean="0"/>
              <a:pPr/>
              <a:t>2026/6/13</a:t>
            </a:fld>
            <a:endParaRPr lang="zh-TW" altLang="en-US"/>
          </a:p>
        </p:txBody>
      </p:sp>
      <p:sp>
        <p:nvSpPr>
          <p:cNvPr id="6" name="頁尾版面配置區 5"/>
          <p:cNvSpPr>
            <a:spLocks noGrp="1"/>
          </p:cNvSpPr>
          <p:nvPr>
            <p:ph type="ftr" sz="quarter" idx="11"/>
          </p:nvPr>
        </p:nvSpPr>
        <p:spPr>
          <a:xfrm>
            <a:off x="301752" y="6410848"/>
            <a:ext cx="3584448" cy="365760"/>
          </a:xfrm>
        </p:spPr>
        <p:txBody>
          <a:bodyPr/>
          <a:lstStyle/>
          <a:p>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BFF116A9-7278-4674-BCA0-66C5F066EB15}" type="datetime1">
              <a:rPr lang="zh-TW" altLang="en-US" smtClean="0"/>
              <a:pPr/>
              <a:t>2026/6/13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69E457D-EE12-4164-8E32-9DDD40A95892}"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直線接點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橢圓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6915912" y="3009901"/>
            <a:ext cx="457200" cy="441325"/>
          </a:xfrm>
        </p:spPr>
        <p:txBody>
          <a:bodyPr/>
          <a:lstStyle/>
          <a:p>
            <a:fld id="{369E457D-EE12-4164-8E32-9DDD40A95892}" type="slidenum">
              <a:rPr lang="zh-TW" altLang="en-US" smtClean="0"/>
              <a:pPr/>
              <a:t>‹#›</a:t>
            </a:fld>
            <a:endParaRPr lang="zh-TW" altLang="en-US"/>
          </a:p>
        </p:txBody>
      </p:sp>
      <p:sp>
        <p:nvSpPr>
          <p:cNvPr id="3" name="直排文字版面配置區 2"/>
          <p:cNvSpPr>
            <a:spLocks noGrp="1"/>
          </p:cNvSpPr>
          <p:nvPr>
            <p:ph type="body" orient="vert" idx="1"/>
          </p:nvPr>
        </p:nvSpPr>
        <p:spPr>
          <a:xfrm>
            <a:off x="304800" y="304800"/>
            <a:ext cx="6553200" cy="5821366"/>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97D0AF00-ACBD-4185-8358-D82955DAF0D3}" type="datetime1">
              <a:rPr lang="zh-TW" altLang="en-US" smtClean="0"/>
              <a:pPr/>
              <a:t>2026/6/13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2" name="直排標題 1"/>
          <p:cNvSpPr>
            <a:spLocks noGrp="1"/>
          </p:cNvSpPr>
          <p:nvPr>
            <p:ph type="title" orient="vert"/>
          </p:nvPr>
        </p:nvSpPr>
        <p:spPr>
          <a:xfrm>
            <a:off x="7391400" y="304801"/>
            <a:ext cx="1447800" cy="5851525"/>
          </a:xfrm>
        </p:spPr>
        <p:txBody>
          <a:bodyPr vert="eaVert"/>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矩形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日期版面配置區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73E7C058-3467-44CD-AC53-31F205DF3CA0}" type="datetime1">
              <a:rPr lang="zh-TW" altLang="en-US" smtClean="0"/>
              <a:pPr/>
              <a:t>2026/6/13</a:t>
            </a:fld>
            <a:endParaRPr lang="zh-TW" altLang="en-US"/>
          </a:p>
        </p:txBody>
      </p:sp>
      <p:sp>
        <p:nvSpPr>
          <p:cNvPr id="3" name="頁尾版面配置區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zh-TW" altLang="en-US"/>
          </a:p>
        </p:txBody>
      </p:sp>
      <p:sp>
        <p:nvSpPr>
          <p:cNvPr id="8" name="矩形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直線接點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橢圓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投影片編號版面配置區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69E457D-EE12-4164-8E32-9DDD40A95892}" type="slidenum">
              <a:rPr lang="zh-TW" altLang="en-US" smtClean="0"/>
              <a:pPr/>
              <a:t>‹#›</a:t>
            </a:fld>
            <a:endParaRPr lang="zh-TW" altLang="en-US"/>
          </a:p>
        </p:txBody>
      </p:sp>
      <p:sp>
        <p:nvSpPr>
          <p:cNvPr id="22" name="標題版面配置區 21"/>
          <p:cNvSpPr>
            <a:spLocks noGrp="1"/>
          </p:cNvSpPr>
          <p:nvPr>
            <p:ph type="title"/>
          </p:nvPr>
        </p:nvSpPr>
        <p:spPr>
          <a:xfrm>
            <a:off x="301752" y="228600"/>
            <a:ext cx="8534400" cy="758952"/>
          </a:xfrm>
          <a:prstGeom prst="rect">
            <a:avLst/>
          </a:prstGeom>
        </p:spPr>
        <p:txBody>
          <a:bodyPr vert="horz" anchor="b">
            <a:normAutofit/>
          </a:bodyPr>
          <a:lstStyle/>
          <a:p>
            <a:r>
              <a:rPr kumimoji="0" lang="zh-TW" altLang="en-US"/>
              <a:t>按一下以編輯母片標題樣式</a:t>
            </a:r>
            <a:endParaRPr kumimoji="0" lang="en-US"/>
          </a:p>
        </p:txBody>
      </p:sp>
      <p:sp>
        <p:nvSpPr>
          <p:cNvPr id="13" name="文字版面配置區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www.chartjs.org/" TargetMode="External"/><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hyperlink" Target="https://www.chartjs.org/docs/latest/getting-started/"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8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副標題 2"/>
          <p:cNvSpPr>
            <a:spLocks noGrp="1"/>
          </p:cNvSpPr>
          <p:nvPr>
            <p:ph type="subTitle" idx="1"/>
          </p:nvPr>
        </p:nvSpPr>
        <p:spPr>
          <a:xfrm>
            <a:off x="1171600" y="2819400"/>
            <a:ext cx="6800800" cy="1689720"/>
          </a:xfrm>
        </p:spPr>
        <p:txBody>
          <a:bodyPr>
            <a:normAutofit/>
          </a:bodyPr>
          <a:lstStyle/>
          <a:p>
            <a:r>
              <a:rPr lang="zh-TW" altLang="en-US" sz="2400" dirty="0">
                <a:latin typeface="+mj-ea"/>
              </a:rPr>
              <a:t>活用</a:t>
            </a:r>
            <a:r>
              <a:rPr lang="en-US" altLang="zh-TW" sz="2400" dirty="0">
                <a:latin typeface="+mj-ea"/>
              </a:rPr>
              <a:t>Django4</a:t>
            </a:r>
            <a:r>
              <a:rPr lang="zh-TW" altLang="en-US" sz="2400" dirty="0">
                <a:latin typeface="+mj-ea"/>
              </a:rPr>
              <a:t>建構動態網站的</a:t>
            </a:r>
            <a:r>
              <a:rPr lang="en-US" altLang="zh-TW" sz="2400" dirty="0">
                <a:latin typeface="+mj-ea"/>
              </a:rPr>
              <a:t>16</a:t>
            </a:r>
            <a:r>
              <a:rPr lang="zh-TW" altLang="en-US" sz="2400" dirty="0">
                <a:latin typeface="+mj-ea"/>
              </a:rPr>
              <a:t>堂課</a:t>
            </a:r>
          </a:p>
        </p:txBody>
      </p:sp>
      <p:sp>
        <p:nvSpPr>
          <p:cNvPr id="2" name="標題 1"/>
          <p:cNvSpPr>
            <a:spLocks noGrp="1"/>
          </p:cNvSpPr>
          <p:nvPr>
            <p:ph type="ctrTitle"/>
          </p:nvPr>
        </p:nvSpPr>
        <p:spPr/>
        <p:txBody>
          <a:bodyPr>
            <a:normAutofit/>
          </a:bodyPr>
          <a:lstStyle/>
          <a:p>
            <a:r>
              <a:rPr lang="zh-TW" altLang="en-US" dirty="0"/>
              <a:t>第九堂</a:t>
            </a:r>
            <a:br>
              <a:rPr lang="en-US" altLang="zh-TW" dirty="0"/>
            </a:br>
            <a:r>
              <a:rPr lang="zh-TW" altLang="zh-TW" dirty="0"/>
              <a:t>網站的</a:t>
            </a:r>
            <a:r>
              <a:rPr lang="en-US" altLang="zh-TW" dirty="0"/>
              <a:t>Session</a:t>
            </a:r>
            <a:r>
              <a:rPr lang="zh-TW" altLang="zh-TW" dirty="0"/>
              <a:t>功能</a:t>
            </a:r>
            <a:endParaRPr lang="zh-TW" altLang="en-US"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a:t>
            </a:fld>
            <a:endParaRPr lang="zh-TW"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學習目標</a:t>
            </a:r>
          </a:p>
        </p:txBody>
      </p:sp>
      <p:sp>
        <p:nvSpPr>
          <p:cNvPr id="3" name="內容版面配置區 2"/>
          <p:cNvSpPr>
            <a:spLocks noGrp="1"/>
          </p:cNvSpPr>
          <p:nvPr>
            <p:ph sz="quarter" idx="1"/>
          </p:nvPr>
        </p:nvSpPr>
        <p:spPr>
          <a:xfrm>
            <a:off x="301752" y="1527048"/>
            <a:ext cx="8662736" cy="4926288"/>
          </a:xfrm>
        </p:spPr>
        <p:txBody>
          <a:bodyPr>
            <a:normAutofit fontScale="77500" lnSpcReduction="20000"/>
          </a:bodyPr>
          <a:lstStyle/>
          <a:p>
            <a:pPr lvl="0"/>
            <a:r>
              <a:rPr lang="en-US" altLang="zh-TW" sz="2800" dirty="0"/>
              <a:t>Session</a:t>
            </a:r>
            <a:r>
              <a:rPr lang="zh-TW" altLang="zh-TW" sz="2800" dirty="0"/>
              <a:t>簡介</a:t>
            </a:r>
          </a:p>
          <a:p>
            <a:pPr lvl="1"/>
            <a:r>
              <a:rPr lang="zh-TW" altLang="zh-TW" sz="2400" dirty="0"/>
              <a:t>複製</a:t>
            </a:r>
            <a:r>
              <a:rPr lang="en-US" altLang="zh-TW" sz="2400" dirty="0"/>
              <a:t>Django</a:t>
            </a:r>
            <a:r>
              <a:rPr lang="zh-TW" altLang="zh-TW" sz="2400" dirty="0"/>
              <a:t>網站</a:t>
            </a:r>
          </a:p>
          <a:p>
            <a:pPr lvl="1"/>
            <a:r>
              <a:rPr lang="en-US" altLang="zh-TW" sz="2400" dirty="0"/>
              <a:t>Cookies</a:t>
            </a:r>
            <a:r>
              <a:rPr lang="zh-TW" altLang="zh-TW" sz="2400" dirty="0"/>
              <a:t>簡介</a:t>
            </a:r>
          </a:p>
          <a:p>
            <a:pPr lvl="1"/>
            <a:r>
              <a:rPr lang="zh-TW" altLang="zh-TW" sz="2400" dirty="0"/>
              <a:t>使用</a:t>
            </a:r>
            <a:r>
              <a:rPr lang="en-US" altLang="zh-TW" sz="2400" dirty="0"/>
              <a:t>Cookie</a:t>
            </a:r>
            <a:r>
              <a:rPr lang="zh-TW" altLang="zh-TW" sz="2400" dirty="0"/>
              <a:t>建立網站登入功能</a:t>
            </a:r>
          </a:p>
          <a:p>
            <a:pPr lvl="1"/>
            <a:r>
              <a:rPr lang="zh-TW" altLang="zh-TW" sz="2400" dirty="0"/>
              <a:t>開始使用</a:t>
            </a:r>
            <a:r>
              <a:rPr lang="en-US" altLang="zh-TW" sz="2400" dirty="0"/>
              <a:t>Session</a:t>
            </a:r>
            <a:endParaRPr lang="zh-TW" altLang="zh-TW" sz="2400" dirty="0"/>
          </a:p>
          <a:p>
            <a:pPr lvl="0"/>
            <a:r>
              <a:rPr lang="zh-TW" altLang="zh-TW" sz="2800" dirty="0"/>
              <a:t>活用</a:t>
            </a:r>
            <a:r>
              <a:rPr lang="en-US" altLang="zh-TW" sz="2800" dirty="0"/>
              <a:t>Session</a:t>
            </a:r>
            <a:endParaRPr lang="zh-TW" altLang="zh-TW" sz="2800" dirty="0"/>
          </a:p>
          <a:p>
            <a:pPr lvl="1"/>
            <a:r>
              <a:rPr lang="zh-TW" altLang="zh-TW" sz="2400" dirty="0"/>
              <a:t>建立使用者資料表</a:t>
            </a:r>
          </a:p>
          <a:p>
            <a:pPr lvl="1"/>
            <a:r>
              <a:rPr lang="zh-TW" altLang="zh-TW" sz="2400" dirty="0"/>
              <a:t>使用</a:t>
            </a:r>
            <a:r>
              <a:rPr lang="en-US" altLang="zh-TW" sz="2400" dirty="0"/>
              <a:t>Session</a:t>
            </a:r>
            <a:r>
              <a:rPr lang="zh-TW" altLang="zh-TW" sz="2400" dirty="0"/>
              <a:t>建立網站登入功能</a:t>
            </a:r>
          </a:p>
          <a:p>
            <a:pPr lvl="1"/>
            <a:r>
              <a:rPr lang="zh-TW" altLang="zh-TW" sz="2400" dirty="0"/>
              <a:t>整合</a:t>
            </a:r>
            <a:r>
              <a:rPr lang="en-US" altLang="zh-TW" sz="2400" dirty="0"/>
              <a:t>Django</a:t>
            </a:r>
            <a:r>
              <a:rPr lang="zh-TW" altLang="zh-TW" sz="2400" dirty="0"/>
              <a:t>的訊息顯示框架</a:t>
            </a:r>
            <a:r>
              <a:rPr lang="en-US" altLang="zh-TW" sz="2400" dirty="0"/>
              <a:t>Messages Framework</a:t>
            </a:r>
            <a:endParaRPr lang="zh-TW" altLang="zh-TW" sz="2400" dirty="0"/>
          </a:p>
          <a:p>
            <a:pPr lvl="0"/>
            <a:r>
              <a:rPr lang="en-US" altLang="zh-TW" sz="2800" dirty="0"/>
              <a:t>Django </a:t>
            </a:r>
            <a:r>
              <a:rPr lang="en-US" altLang="zh-TW" sz="2800" dirty="0" err="1"/>
              <a:t>auth</a:t>
            </a:r>
            <a:r>
              <a:rPr lang="zh-TW" altLang="zh-TW" sz="2800" dirty="0"/>
              <a:t>使用者驗證</a:t>
            </a:r>
          </a:p>
          <a:p>
            <a:pPr lvl="1"/>
            <a:r>
              <a:rPr lang="zh-TW" altLang="zh-TW" sz="2400" dirty="0"/>
              <a:t>使用</a:t>
            </a:r>
            <a:r>
              <a:rPr lang="en-US" altLang="zh-TW" sz="2400" dirty="0"/>
              <a:t>Django</a:t>
            </a:r>
            <a:r>
              <a:rPr lang="zh-TW" altLang="zh-TW" sz="2400" dirty="0"/>
              <a:t>的使用者驗證系統</a:t>
            </a:r>
          </a:p>
          <a:p>
            <a:pPr lvl="1"/>
            <a:r>
              <a:rPr lang="zh-TW" altLang="zh-TW" sz="2400" dirty="0"/>
              <a:t>顯示新增的</a:t>
            </a:r>
            <a:r>
              <a:rPr lang="en-US" altLang="zh-TW" sz="2400" dirty="0"/>
              <a:t>User</a:t>
            </a:r>
            <a:r>
              <a:rPr lang="zh-TW" altLang="zh-TW" sz="2400" dirty="0"/>
              <a:t>欄位</a:t>
            </a:r>
          </a:p>
          <a:p>
            <a:pPr lvl="1"/>
            <a:r>
              <a:rPr lang="zh-TW" altLang="zh-TW" sz="2400" dirty="0"/>
              <a:t>應用</a:t>
            </a:r>
            <a:r>
              <a:rPr lang="en-US" altLang="zh-TW" sz="2400" dirty="0" err="1"/>
              <a:t>auth</a:t>
            </a:r>
            <a:r>
              <a:rPr lang="zh-TW" altLang="zh-TW" sz="2400" dirty="0"/>
              <a:t>使用者驗證存取資料庫</a:t>
            </a:r>
            <a:endParaRPr lang="en-US" altLang="zh-TW" sz="2400" dirty="0"/>
          </a:p>
          <a:p>
            <a:r>
              <a:rPr lang="zh-TW" altLang="en-US" sz="2900" dirty="0"/>
              <a:t>動態圖形展示</a:t>
            </a:r>
            <a:endParaRPr lang="en-US" altLang="zh-TW" sz="2900" dirty="0"/>
          </a:p>
          <a:p>
            <a:pPr lvl="1"/>
            <a:r>
              <a:rPr lang="en-US" altLang="zh-TW" sz="2400" dirty="0" err="1"/>
              <a:t>ChartJS</a:t>
            </a:r>
            <a:endParaRPr lang="en-US" altLang="zh-TW" sz="2400" dirty="0"/>
          </a:p>
          <a:p>
            <a:pPr lvl="1"/>
            <a:r>
              <a:rPr lang="en-US" altLang="zh-TW" sz="2400" dirty="0" err="1"/>
              <a:t>Plotly</a:t>
            </a:r>
            <a:endParaRPr lang="zh-TW" altLang="zh-TW" sz="2400"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Session</a:t>
            </a:r>
            <a:r>
              <a:rPr lang="zh-TW" altLang="zh-TW" dirty="0"/>
              <a:t>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a:t>
            </a:fld>
            <a:endParaRPr lang="zh-TW" altLang="en-US"/>
          </a:p>
        </p:txBody>
      </p:sp>
      <p:sp>
        <p:nvSpPr>
          <p:cNvPr id="4" name="內容版面配置區 3"/>
          <p:cNvSpPr>
            <a:spLocks noGrp="1"/>
          </p:cNvSpPr>
          <p:nvPr>
            <p:ph sz="quarter" idx="1"/>
          </p:nvPr>
        </p:nvSpPr>
        <p:spPr/>
        <p:txBody>
          <a:bodyPr/>
          <a:lstStyle/>
          <a:p>
            <a:r>
              <a:rPr lang="en-US" altLang="zh-TW" dirty="0"/>
              <a:t>Session</a:t>
            </a:r>
            <a:r>
              <a:rPr lang="zh-TW" altLang="zh-TW" dirty="0"/>
              <a:t>的最重要目的就是讓網站</a:t>
            </a:r>
            <a:r>
              <a:rPr lang="zh-TW" altLang="zh-TW" dirty="0">
                <a:solidFill>
                  <a:srgbClr val="FF0000"/>
                </a:solidFill>
              </a:rPr>
              <a:t>記得使用者</a:t>
            </a:r>
            <a:r>
              <a:rPr lang="zh-TW" altLang="zh-TW" dirty="0"/>
              <a:t>，也就是瀏覽這個網站的人。</a:t>
            </a:r>
            <a:endParaRPr lang="en-US" altLang="zh-TW" dirty="0"/>
          </a:p>
          <a:p>
            <a:r>
              <a:rPr lang="zh-TW" altLang="zh-TW" dirty="0"/>
              <a:t>因為網際網路</a:t>
            </a:r>
            <a:r>
              <a:rPr lang="en-US" altLang="zh-TW" dirty="0"/>
              <a:t>HTTP</a:t>
            </a:r>
            <a:r>
              <a:rPr lang="zh-TW" altLang="zh-TW" dirty="0"/>
              <a:t>的特性，理論上每一次來自於瀏覽器的請求</a:t>
            </a:r>
            <a:r>
              <a:rPr lang="en-US" altLang="zh-TW" dirty="0"/>
              <a:t>(request)</a:t>
            </a:r>
            <a:r>
              <a:rPr lang="zh-TW" altLang="zh-TW" dirty="0"/>
              <a:t>都是獨立和前後次的請求沒有關係的，所以，如果沒有特別的機制，網頁伺服器是沒有辦法辨識出前後次的瀏覽行為是不是來自於同一個人</a:t>
            </a:r>
            <a:endParaRPr lang="en-US" altLang="zh-TW" dirty="0"/>
          </a:p>
          <a:p>
            <a:r>
              <a:rPr lang="en-US" altLang="zh-TW" dirty="0"/>
              <a:t>Session</a:t>
            </a:r>
            <a:r>
              <a:rPr lang="zh-TW" altLang="zh-TW" dirty="0"/>
              <a:t>機制的目的就是為了解決這個問題。</a:t>
            </a:r>
          </a:p>
        </p:txBody>
      </p:sp>
    </p:spTree>
    <p:extLst>
      <p:ext uri="{BB962C8B-B14F-4D97-AF65-F5344CB8AC3E}">
        <p14:creationId xmlns:p14="http://schemas.microsoft.com/office/powerpoint/2010/main" val="1204855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複製</a:t>
            </a:r>
            <a:r>
              <a:rPr lang="en-US" altLang="zh-TW" dirty="0"/>
              <a:t>Django</a:t>
            </a:r>
            <a:r>
              <a:rPr lang="zh-TW" altLang="zh-TW" dirty="0"/>
              <a:t>網站</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a:t>
            </a:fld>
            <a:endParaRPr lang="zh-TW" altLang="en-US"/>
          </a:p>
        </p:txBody>
      </p:sp>
      <p:sp>
        <p:nvSpPr>
          <p:cNvPr id="4" name="內容版面配置區 3"/>
          <p:cNvSpPr>
            <a:spLocks noGrp="1"/>
          </p:cNvSpPr>
          <p:nvPr>
            <p:ph sz="quarter" idx="1"/>
          </p:nvPr>
        </p:nvSpPr>
        <p:spPr/>
        <p:txBody>
          <a:bodyPr>
            <a:normAutofit lnSpcReduction="10000"/>
          </a:bodyPr>
          <a:lstStyle/>
          <a:p>
            <a:r>
              <a:rPr lang="zh-TW" altLang="zh-TW" dirty="0"/>
              <a:t>使用上一堂課的</a:t>
            </a:r>
            <a:r>
              <a:rPr lang="en-US" altLang="zh-TW" dirty="0"/>
              <a:t>dj4ch08</a:t>
            </a:r>
            <a:r>
              <a:rPr lang="zh-TW" altLang="zh-TW" dirty="0"/>
              <a:t>網站，複製整個網站之後再再針對一些檔案的內容進行修改</a:t>
            </a:r>
            <a:endParaRPr lang="en-US" altLang="zh-TW" dirty="0"/>
          </a:p>
          <a:p>
            <a:r>
              <a:rPr lang="zh-TW" altLang="en-US" dirty="0"/>
              <a:t>建立虛擬環境中的模組清單：</a:t>
            </a:r>
            <a:endParaRPr lang="en-US" altLang="zh-TW" dirty="0"/>
          </a:p>
          <a:p>
            <a:pPr lvl="1"/>
            <a:r>
              <a:rPr lang="en-US" altLang="zh-TW" sz="2300" kern="100" dirty="0">
                <a:latin typeface="Courier New" panose="02070309020205020404" pitchFamily="49" charset="0"/>
                <a:ea typeface="標楷體" panose="03000509000000000000" pitchFamily="65" charset="-120"/>
              </a:rPr>
              <a:t>pip list --format=freeze &gt; requirements.txt</a:t>
            </a:r>
            <a:endParaRPr lang="en-US" altLang="zh-TW" dirty="0"/>
          </a:p>
          <a:p>
            <a:r>
              <a:rPr lang="zh-TW" altLang="en-US" dirty="0"/>
              <a:t>還原模組：</a:t>
            </a:r>
            <a:endParaRPr lang="en-US" altLang="zh-TW" dirty="0"/>
          </a:p>
          <a:p>
            <a:pPr lvl="1"/>
            <a:r>
              <a:rPr lang="en-US" altLang="zh-TW" dirty="0"/>
              <a:t>pip install -r requirements.txt</a:t>
            </a:r>
          </a:p>
          <a:p>
            <a:r>
              <a:rPr lang="zh-TW" altLang="zh-TW" dirty="0"/>
              <a:t>只有</a:t>
            </a:r>
            <a:r>
              <a:rPr lang="en-US" altLang="zh-TW" dirty="0"/>
              <a:t>manage.py</a:t>
            </a:r>
            <a:r>
              <a:rPr lang="zh-TW" altLang="zh-TW" dirty="0"/>
              <a:t>以及</a:t>
            </a:r>
            <a:r>
              <a:rPr lang="en-US" altLang="zh-TW" dirty="0"/>
              <a:t>dj4ch08</a:t>
            </a:r>
            <a:r>
              <a:rPr lang="zh-TW" altLang="zh-TW" dirty="0"/>
              <a:t>這個資料夾的少部份檔案，在</a:t>
            </a:r>
            <a:r>
              <a:rPr lang="en-US" altLang="zh-TW" dirty="0"/>
              <a:t>Linux</a:t>
            </a:r>
            <a:r>
              <a:rPr lang="zh-TW" altLang="zh-TW" dirty="0"/>
              <a:t>以及</a:t>
            </a:r>
            <a:r>
              <a:rPr lang="en-US" altLang="zh-TW" dirty="0" err="1"/>
              <a:t>MacOS</a:t>
            </a:r>
            <a:r>
              <a:rPr lang="zh-TW" altLang="zh-TW" dirty="0"/>
              <a:t>作業系統之下可以使用</a:t>
            </a:r>
            <a:r>
              <a:rPr lang="en-US" altLang="zh-TW" dirty="0" err="1"/>
              <a:t>grep</a:t>
            </a:r>
            <a:r>
              <a:rPr lang="zh-TW" altLang="zh-TW" dirty="0"/>
              <a:t>指令找出和專案有關的字串（例如</a:t>
            </a:r>
            <a:r>
              <a:rPr lang="en-US" altLang="zh-TW" dirty="0"/>
              <a:t>ch08</a:t>
            </a:r>
            <a:r>
              <a:rPr lang="zh-TW" altLang="zh-TW" dirty="0"/>
              <a:t>），而在</a:t>
            </a:r>
            <a:r>
              <a:rPr lang="en-US" altLang="zh-TW" dirty="0"/>
              <a:t>Windows</a:t>
            </a:r>
            <a:r>
              <a:rPr lang="zh-TW" altLang="zh-TW" dirty="0"/>
              <a:t>作業系統之下也有類似的工具，那就是</a:t>
            </a:r>
            <a:r>
              <a:rPr lang="en-US" altLang="zh-TW" dirty="0" err="1"/>
              <a:t>findstr</a:t>
            </a:r>
            <a:r>
              <a:rPr lang="zh-TW" altLang="zh-TW" dirty="0"/>
              <a:t>，用法如下：</a:t>
            </a:r>
            <a:endParaRPr lang="zh-TW" altLang="en-US" dirty="0"/>
          </a:p>
        </p:txBody>
      </p:sp>
    </p:spTree>
    <p:extLst>
      <p:ext uri="{BB962C8B-B14F-4D97-AF65-F5344CB8AC3E}">
        <p14:creationId xmlns:p14="http://schemas.microsoft.com/office/powerpoint/2010/main" val="742389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複製</a:t>
            </a:r>
            <a:r>
              <a:rPr lang="en-US" altLang="zh-TW" dirty="0"/>
              <a:t>Django</a:t>
            </a:r>
            <a:r>
              <a:rPr lang="zh-TW" altLang="zh-TW" dirty="0"/>
              <a:t>網站</a:t>
            </a:r>
            <a:r>
              <a:rPr lang="en-US" altLang="zh-TW" dirty="0"/>
              <a:t>(</a:t>
            </a:r>
            <a:r>
              <a:rPr lang="zh-TW" altLang="en-US" dirty="0"/>
              <a:t>總共改四個檔案</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a:t>
            </a:fld>
            <a:endParaRPr lang="zh-TW" altLang="en-US"/>
          </a:p>
        </p:txBody>
      </p:sp>
      <p:sp>
        <p:nvSpPr>
          <p:cNvPr id="4" name="內容版面配置區 3"/>
          <p:cNvSpPr>
            <a:spLocks noGrp="1"/>
          </p:cNvSpPr>
          <p:nvPr>
            <p:ph sz="quarter" idx="1"/>
          </p:nvPr>
        </p:nvSpPr>
        <p:spPr>
          <a:xfrm>
            <a:off x="301752" y="1527048"/>
            <a:ext cx="8590728" cy="5070304"/>
          </a:xfrm>
        </p:spPr>
        <p:txBody>
          <a:bodyPr>
            <a:normAutofit fontScale="85000" lnSpcReduction="10000"/>
          </a:bodyPr>
          <a:lstStyle/>
          <a:p>
            <a:pPr marL="0" indent="0">
              <a:buNone/>
            </a:pPr>
            <a:r>
              <a:rPr lang="en-US" altLang="zh-TW" sz="1800" kern="100" dirty="0">
                <a:effectLst/>
                <a:latin typeface="Courier New" panose="02070309020205020404" pitchFamily="49" charset="0"/>
                <a:ea typeface="標楷體" panose="03000509000000000000" pitchFamily="65" charset="-120"/>
              </a:rPr>
              <a:t>(dj4ch09) D:\dj4book\dj4ch09&gt;findstr/s "ch08" *.</a:t>
            </a:r>
            <a:r>
              <a:rPr lang="en-US" altLang="zh-TW" sz="1800" kern="100" dirty="0" err="1">
                <a:effectLst/>
                <a:latin typeface="Courier New" panose="02070309020205020404" pitchFamily="49" charset="0"/>
                <a:ea typeface="標楷體" panose="03000509000000000000" pitchFamily="65" charset="-120"/>
              </a:rPr>
              <a:t>py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2400" b="1" kern="100" dirty="0" err="1">
                <a:solidFill>
                  <a:srgbClr val="FF0000"/>
                </a:solidFill>
                <a:effectLst/>
                <a:latin typeface="Courier New" panose="02070309020205020404" pitchFamily="49" charset="0"/>
                <a:ea typeface="標楷體" panose="03000509000000000000" pitchFamily="65" charset="-120"/>
              </a:rPr>
              <a:t>asgi.py</a:t>
            </a:r>
            <a:r>
              <a:rPr lang="en-US" altLang="zh-TW" sz="1800" kern="100" dirty="0" err="1">
                <a:effectLst/>
                <a:latin typeface="Courier New" panose="02070309020205020404" pitchFamily="49" charset="0"/>
                <a:ea typeface="標楷體" panose="03000509000000000000" pitchFamily="65" charset="-120"/>
              </a:rPr>
              <a:t>:ASGI</a:t>
            </a:r>
            <a:r>
              <a:rPr lang="en-US" altLang="zh-TW" sz="1800" kern="100" dirty="0">
                <a:effectLst/>
                <a:latin typeface="Courier New" panose="02070309020205020404" pitchFamily="49" charset="0"/>
                <a:ea typeface="標楷體" panose="03000509000000000000" pitchFamily="65" charset="-120"/>
              </a:rPr>
              <a:t> config for dj4ch08 project.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1800" kern="100" dirty="0" err="1">
                <a:effectLst/>
                <a:latin typeface="Courier New" panose="02070309020205020404" pitchFamily="49" charset="0"/>
                <a:ea typeface="標楷體" panose="03000509000000000000" pitchFamily="65" charset="-120"/>
              </a:rPr>
              <a:t>asgi.py:os.environ.setdefault</a:t>
            </a:r>
            <a:r>
              <a:rPr lang="en-US" altLang="zh-TW" sz="1800" kern="100" dirty="0">
                <a:effectLst/>
                <a:latin typeface="Courier New" panose="02070309020205020404" pitchFamily="49" charset="0"/>
                <a:ea typeface="標楷體" panose="03000509000000000000" pitchFamily="65" charset="-120"/>
              </a:rPr>
              <a:t>('DJANGO_SETTINGS_MODULE', 'dj4ch08.settings')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2100" b="1" kern="100" dirty="0" err="1">
                <a:solidFill>
                  <a:srgbClr val="FF0000"/>
                </a:solidFill>
                <a:effectLst/>
                <a:latin typeface="Courier New" panose="02070309020205020404" pitchFamily="49" charset="0"/>
                <a:ea typeface="標楷體" panose="03000509000000000000" pitchFamily="65" charset="-120"/>
              </a:rPr>
              <a:t>settings.py</a:t>
            </a:r>
            <a:r>
              <a:rPr lang="en-US" altLang="zh-TW" sz="1800" kern="100" dirty="0" err="1">
                <a:effectLst/>
                <a:latin typeface="Courier New" panose="02070309020205020404" pitchFamily="49" charset="0"/>
                <a:ea typeface="標楷體" panose="03000509000000000000" pitchFamily="65" charset="-120"/>
              </a:rPr>
              <a:t>:Django</a:t>
            </a:r>
            <a:r>
              <a:rPr lang="en-US" altLang="zh-TW" sz="1800" kern="100" dirty="0">
                <a:effectLst/>
                <a:latin typeface="Courier New" panose="02070309020205020404" pitchFamily="49" charset="0"/>
                <a:ea typeface="標楷體" panose="03000509000000000000" pitchFamily="65" charset="-120"/>
              </a:rPr>
              <a:t> settings for dj4ch08 project.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1800" kern="100" dirty="0" err="1">
                <a:effectLst/>
                <a:latin typeface="Courier New" panose="02070309020205020404" pitchFamily="49" charset="0"/>
                <a:ea typeface="標楷體" panose="03000509000000000000" pitchFamily="65" charset="-120"/>
              </a:rPr>
              <a:t>settings.py:ROOT_URLCONF</a:t>
            </a:r>
            <a:r>
              <a:rPr lang="en-US" altLang="zh-TW" sz="1800" kern="100" dirty="0">
                <a:effectLst/>
                <a:latin typeface="Courier New" panose="02070309020205020404" pitchFamily="49" charset="0"/>
                <a:ea typeface="標楷體" panose="03000509000000000000" pitchFamily="65" charset="-120"/>
              </a:rPr>
              <a:t> = 'dj4ch08.urls'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1800" kern="100" dirty="0" err="1">
                <a:effectLst/>
                <a:latin typeface="Courier New" panose="02070309020205020404" pitchFamily="49" charset="0"/>
                <a:ea typeface="標楷體" panose="03000509000000000000" pitchFamily="65" charset="-120"/>
              </a:rPr>
              <a:t>settings.py:WSGI_APPLICATION</a:t>
            </a:r>
            <a:r>
              <a:rPr lang="en-US" altLang="zh-TW" sz="1800" kern="100" dirty="0">
                <a:effectLst/>
                <a:latin typeface="Courier New" panose="02070309020205020404" pitchFamily="49" charset="0"/>
                <a:ea typeface="標楷體" panose="03000509000000000000" pitchFamily="65" charset="-120"/>
              </a:rPr>
              <a:t> = 'dj4ch08.wsgi.application'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2100" b="1" kern="100" dirty="0" err="1">
                <a:solidFill>
                  <a:srgbClr val="FF0000"/>
                </a:solidFill>
                <a:effectLst/>
                <a:latin typeface="Courier New" panose="02070309020205020404" pitchFamily="49" charset="0"/>
                <a:ea typeface="標楷體" panose="03000509000000000000" pitchFamily="65" charset="-120"/>
              </a:rPr>
              <a:t>wsgi.py</a:t>
            </a:r>
            <a:r>
              <a:rPr lang="en-US" altLang="zh-TW" sz="1800" kern="100" dirty="0" err="1">
                <a:effectLst/>
                <a:latin typeface="Courier New" panose="02070309020205020404" pitchFamily="49" charset="0"/>
                <a:ea typeface="標楷體" panose="03000509000000000000" pitchFamily="65" charset="-120"/>
              </a:rPr>
              <a:t>:WSGI</a:t>
            </a:r>
            <a:r>
              <a:rPr lang="en-US" altLang="zh-TW" sz="1800" kern="100" dirty="0">
                <a:effectLst/>
                <a:latin typeface="Courier New" panose="02070309020205020404" pitchFamily="49" charset="0"/>
                <a:ea typeface="標楷體" panose="03000509000000000000" pitchFamily="65" charset="-120"/>
              </a:rPr>
              <a:t> config for dj4ch08 project.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dj4ch08\dj4ch08\</a:t>
            </a:r>
            <a:r>
              <a:rPr lang="en-US" altLang="zh-TW" sz="1800" kern="100" dirty="0" err="1">
                <a:effectLst/>
                <a:latin typeface="Courier New" panose="02070309020205020404" pitchFamily="49" charset="0"/>
                <a:ea typeface="標楷體" panose="03000509000000000000" pitchFamily="65" charset="-120"/>
              </a:rPr>
              <a:t>wsgi.py:os.environ.setdefault</a:t>
            </a:r>
            <a:r>
              <a:rPr lang="en-US" altLang="zh-TW" sz="1800" kern="100" dirty="0">
                <a:effectLst/>
                <a:latin typeface="Courier New" panose="02070309020205020404" pitchFamily="49" charset="0"/>
                <a:ea typeface="標楷體" panose="03000509000000000000" pitchFamily="65" charset="-120"/>
              </a:rPr>
              <a:t>('DJANGO_SETTINGS_MODULE', 'dj4ch08.settings')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a:t>
            </a:r>
            <a:r>
              <a:rPr lang="en-US" altLang="zh-TW" sz="2100" b="1" kern="100" dirty="0">
                <a:solidFill>
                  <a:srgbClr val="FF0000"/>
                </a:solidFill>
                <a:effectLst/>
                <a:latin typeface="Courier New" panose="02070309020205020404" pitchFamily="49" charset="0"/>
                <a:ea typeface="標楷體" panose="03000509000000000000" pitchFamily="65" charset="-120"/>
              </a:rPr>
              <a:t>manage.py</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os.environ.setdefault</a:t>
            </a:r>
            <a:r>
              <a:rPr lang="en-US" altLang="zh-TW" sz="1800" kern="100" dirty="0">
                <a:effectLst/>
                <a:latin typeface="Courier New" panose="02070309020205020404" pitchFamily="49" charset="0"/>
                <a:ea typeface="標楷體" panose="03000509000000000000" pitchFamily="65" charset="-120"/>
              </a:rPr>
              <a:t>('DJANGO_SETTINGS_MODULE', 'dj4ch08.settings')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dj4ch08\mongo-</a:t>
            </a:r>
            <a:r>
              <a:rPr lang="en-US" altLang="zh-TW" sz="1800" kern="100" dirty="0" err="1">
                <a:effectLst/>
                <a:latin typeface="Courier New" panose="02070309020205020404" pitchFamily="49" charset="0"/>
                <a:ea typeface="標楷體" panose="03000509000000000000" pitchFamily="65" charset="-120"/>
              </a:rPr>
              <a:t>db</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deldata.py:collections</a:t>
            </a:r>
            <a:r>
              <a:rPr lang="en-US" altLang="zh-TW" sz="1800" kern="100" dirty="0">
                <a:effectLst/>
                <a:latin typeface="Courier New" panose="02070309020205020404" pitchFamily="49" charset="0"/>
                <a:ea typeface="標楷體" panose="03000509000000000000" pitchFamily="65" charset="-120"/>
              </a:rPr>
              <a:t> = client["ch08mdb"]["posts"]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dj4ch08\mongo-</a:t>
            </a:r>
            <a:r>
              <a:rPr lang="en-US" altLang="zh-TW" sz="1800" kern="100" dirty="0" err="1">
                <a:effectLst/>
                <a:latin typeface="Courier New" panose="02070309020205020404" pitchFamily="49" charset="0"/>
                <a:ea typeface="標楷體" panose="03000509000000000000" pitchFamily="65" charset="-120"/>
              </a:rPr>
              <a:t>db</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insertdata.py:collections</a:t>
            </a:r>
            <a:r>
              <a:rPr lang="en-US" altLang="zh-TW" sz="1800" kern="100" dirty="0">
                <a:effectLst/>
                <a:latin typeface="Courier New" panose="02070309020205020404" pitchFamily="49" charset="0"/>
                <a:ea typeface="標楷體" panose="03000509000000000000" pitchFamily="65" charset="-120"/>
              </a:rPr>
              <a:t> = client["ch08mdb"]["posts"]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dj4ch08\mongo-</a:t>
            </a:r>
            <a:r>
              <a:rPr lang="en-US" altLang="zh-TW" sz="1800" kern="100" dirty="0" err="1">
                <a:effectLst/>
                <a:latin typeface="Courier New" panose="02070309020205020404" pitchFamily="49" charset="0"/>
                <a:ea typeface="標楷體" panose="03000509000000000000" pitchFamily="65" charset="-120"/>
              </a:rPr>
              <a:t>db</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listdata.py:collections</a:t>
            </a:r>
            <a:r>
              <a:rPr lang="en-US" altLang="zh-TW" sz="1800" kern="100" dirty="0">
                <a:effectLst/>
                <a:latin typeface="Courier New" panose="02070309020205020404" pitchFamily="49" charset="0"/>
                <a:ea typeface="標楷體" panose="03000509000000000000" pitchFamily="65" charset="-120"/>
              </a:rPr>
              <a:t> = client["ch08mdb"]["posts"]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dj4ch08\</a:t>
            </a:r>
            <a:r>
              <a:rPr lang="en-US" altLang="zh-TW" sz="1800" kern="100" dirty="0" err="1">
                <a:effectLst/>
                <a:latin typeface="Courier New" panose="02070309020205020404" pitchFamily="49" charset="0"/>
                <a:ea typeface="標楷體" panose="03000509000000000000" pitchFamily="65" charset="-120"/>
              </a:rPr>
              <a:t>mysite</a:t>
            </a:r>
            <a:r>
              <a:rPr lang="en-US" altLang="zh-TW" sz="1800" kern="100" dirty="0">
                <a:effectLst/>
                <a:latin typeface="Courier New" panose="02070309020205020404" pitchFamily="49" charset="0"/>
                <a:ea typeface="標楷體" panose="03000509000000000000" pitchFamily="65" charset="-120"/>
              </a:rPr>
              <a:t>\views.py:    collections = client["ch08mdb"]["</a:t>
            </a:r>
            <a:r>
              <a:rPr lang="en-US" altLang="zh-TW" sz="1800" kern="100" dirty="0" err="1">
                <a:effectLst/>
                <a:latin typeface="Courier New" panose="02070309020205020404" pitchFamily="49" charset="0"/>
                <a:ea typeface="標楷體" panose="03000509000000000000" pitchFamily="65" charset="-120"/>
              </a:rPr>
              <a:t>bodyinfo</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523774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複製</a:t>
            </a:r>
            <a:r>
              <a:rPr lang="en-US" altLang="zh-TW" dirty="0"/>
              <a:t>Django</a:t>
            </a:r>
            <a:r>
              <a:rPr lang="zh-TW" altLang="zh-TW" dirty="0"/>
              <a:t>網站</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a:t>
            </a:fld>
            <a:endParaRPr lang="zh-TW" altLang="en-US"/>
          </a:p>
        </p:txBody>
      </p:sp>
      <p:sp>
        <p:nvSpPr>
          <p:cNvPr id="4" name="內容版面配置區 3"/>
          <p:cNvSpPr>
            <a:spLocks noGrp="1"/>
          </p:cNvSpPr>
          <p:nvPr>
            <p:ph sz="quarter" idx="1"/>
          </p:nvPr>
        </p:nvSpPr>
        <p:spPr/>
        <p:txBody>
          <a:bodyPr/>
          <a:lstStyle/>
          <a:p>
            <a:r>
              <a:rPr lang="zh-TW" altLang="zh-TW" dirty="0"/>
              <a:t>全部要改的地方就這幾個檔案，在本例就是把所有的</a:t>
            </a:r>
            <a:r>
              <a:rPr lang="en-US" altLang="zh-TW" dirty="0"/>
              <a:t>dj4ch08</a:t>
            </a:r>
            <a:r>
              <a:rPr lang="zh-TW" altLang="zh-TW" dirty="0"/>
              <a:t>改為</a:t>
            </a:r>
            <a:r>
              <a:rPr lang="en-US" altLang="zh-TW" dirty="0"/>
              <a:t>dj4ch09</a:t>
            </a:r>
            <a:r>
              <a:rPr lang="zh-TW" altLang="zh-TW" dirty="0"/>
              <a:t>，就算是完成了網站的複製工作了。</a:t>
            </a:r>
            <a:endParaRPr lang="en-US" altLang="zh-TW" dirty="0"/>
          </a:p>
          <a:p>
            <a:r>
              <a:rPr lang="en-US" altLang="zh-TW" dirty="0"/>
              <a:t>Forms -&gt; chart</a:t>
            </a:r>
            <a:endParaRPr lang="zh-TW" altLang="en-US" dirty="0"/>
          </a:p>
        </p:txBody>
      </p:sp>
    </p:spTree>
    <p:extLst>
      <p:ext uri="{BB962C8B-B14F-4D97-AF65-F5344CB8AC3E}">
        <p14:creationId xmlns:p14="http://schemas.microsoft.com/office/powerpoint/2010/main" val="396958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開始使用</a:t>
            </a:r>
            <a:r>
              <a:rPr lang="en-US" altLang="zh-TW" dirty="0"/>
              <a:t>Session</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a:t>
            </a:fld>
            <a:endParaRPr lang="zh-TW" altLang="en-US"/>
          </a:p>
        </p:txBody>
      </p:sp>
      <p:sp>
        <p:nvSpPr>
          <p:cNvPr id="4" name="內容版面配置區 3"/>
          <p:cNvSpPr>
            <a:spLocks noGrp="1"/>
          </p:cNvSpPr>
          <p:nvPr>
            <p:ph sz="quarter" idx="1"/>
          </p:nvPr>
        </p:nvSpPr>
        <p:spPr/>
        <p:txBody>
          <a:bodyPr>
            <a:normAutofit/>
          </a:bodyPr>
          <a:lstStyle/>
          <a:p>
            <a:r>
              <a:rPr lang="en-US" altLang="zh-TW" dirty="0"/>
              <a:t>Session</a:t>
            </a:r>
            <a:r>
              <a:rPr lang="zh-TW" altLang="zh-TW" dirty="0"/>
              <a:t>把所有的資料者放在</a:t>
            </a:r>
            <a:r>
              <a:rPr lang="zh-TW" altLang="zh-TW" dirty="0">
                <a:solidFill>
                  <a:srgbClr val="FF0000"/>
                </a:solidFill>
              </a:rPr>
              <a:t>伺服器端</a:t>
            </a:r>
            <a:r>
              <a:rPr lang="zh-TW" altLang="zh-TW" dirty="0"/>
              <a:t>，客戶端只會記錄一個識別的資訊而已。</a:t>
            </a:r>
            <a:endParaRPr lang="en-US" altLang="zh-TW" dirty="0"/>
          </a:p>
          <a:p>
            <a:r>
              <a:rPr lang="en-US" altLang="zh-TW" dirty="0"/>
              <a:t>Django</a:t>
            </a:r>
            <a:r>
              <a:rPr lang="zh-TW" altLang="zh-TW" dirty="0"/>
              <a:t>在實作</a:t>
            </a:r>
            <a:r>
              <a:rPr lang="en-US" altLang="zh-TW" dirty="0"/>
              <a:t>Session</a:t>
            </a:r>
            <a:r>
              <a:rPr lang="zh-TW" altLang="zh-TW" dirty="0"/>
              <a:t>支援時有許多種方式，包括透過</a:t>
            </a:r>
            <a:r>
              <a:rPr lang="en-US" altLang="zh-TW" dirty="0"/>
              <a:t>Cookie</a:t>
            </a:r>
            <a:r>
              <a:rPr lang="zh-TW" altLang="zh-TW" dirty="0"/>
              <a:t>的方式或是把識別字串放在</a:t>
            </a:r>
            <a:r>
              <a:rPr lang="en-US" altLang="zh-TW" dirty="0"/>
              <a:t>URL</a:t>
            </a:r>
            <a:r>
              <a:rPr lang="zh-TW" altLang="zh-TW" dirty="0"/>
              <a:t>中編碼，而</a:t>
            </a:r>
            <a:r>
              <a:rPr lang="zh-TW" altLang="zh-TW" dirty="0">
                <a:solidFill>
                  <a:srgbClr val="FF0000"/>
                </a:solidFill>
              </a:rPr>
              <a:t>識別資料</a:t>
            </a:r>
            <a:r>
              <a:rPr lang="zh-TW" altLang="zh-TW" dirty="0"/>
              <a:t>主要是放在</a:t>
            </a:r>
            <a:r>
              <a:rPr lang="en-US" altLang="zh-TW" dirty="0"/>
              <a:t>settings.py</a:t>
            </a:r>
            <a:r>
              <a:rPr lang="zh-TW" altLang="zh-TW" dirty="0"/>
              <a:t>中的</a:t>
            </a:r>
            <a:r>
              <a:rPr lang="en-US" altLang="zh-TW" dirty="0">
                <a:solidFill>
                  <a:srgbClr val="FF0000"/>
                </a:solidFill>
              </a:rPr>
              <a:t>SECRET_KEY</a:t>
            </a:r>
            <a:r>
              <a:rPr lang="zh-TW" altLang="zh-TW" dirty="0"/>
              <a:t>這個常數中</a:t>
            </a:r>
            <a:endParaRPr lang="en-US" altLang="zh-TW" dirty="0"/>
          </a:p>
          <a:p>
            <a:r>
              <a:rPr lang="zh-TW" altLang="zh-TW" dirty="0"/>
              <a:t>網站實際上線時，這個常數就必須要另外放在安全的地方，以開啟檔案的方式讀取，或是以環境變數的方式操作，才不會讓惡意人士有偽造</a:t>
            </a:r>
            <a:r>
              <a:rPr lang="en-US" altLang="zh-TW" dirty="0"/>
              <a:t>Session</a:t>
            </a:r>
            <a:r>
              <a:rPr lang="zh-TW" altLang="zh-TW" dirty="0"/>
              <a:t>連結的可能。</a:t>
            </a:r>
          </a:p>
        </p:txBody>
      </p:sp>
    </p:spTree>
    <p:extLst>
      <p:ext uri="{BB962C8B-B14F-4D97-AF65-F5344CB8AC3E}">
        <p14:creationId xmlns:p14="http://schemas.microsoft.com/office/powerpoint/2010/main" val="183578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開始使用</a:t>
            </a:r>
            <a:r>
              <a:rPr lang="en-US" altLang="zh-TW" dirty="0"/>
              <a:t>Session</a:t>
            </a:r>
            <a:br>
              <a:rPr lang="en-US" altLang="zh-TW" dirty="0"/>
            </a:br>
            <a:r>
              <a:rPr lang="zh-TW" altLang="en-US" dirty="0">
                <a:solidFill>
                  <a:srgbClr val="FF0000"/>
                </a:solidFill>
              </a:rPr>
              <a:t>要執行第二次才能確定是否支援</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8</a:t>
            </a:fld>
            <a:endParaRPr lang="zh-TW" altLang="en-US"/>
          </a:p>
        </p:txBody>
      </p:sp>
      <p:sp>
        <p:nvSpPr>
          <p:cNvPr id="4" name="內容版面配置區 3"/>
          <p:cNvSpPr>
            <a:spLocks noGrp="1"/>
          </p:cNvSpPr>
          <p:nvPr>
            <p:ph sz="quarter" idx="1"/>
          </p:nvPr>
        </p:nvSpPr>
        <p:spPr/>
        <p:txBody>
          <a:bodyPr/>
          <a:lstStyle/>
          <a:p>
            <a:r>
              <a:rPr lang="zh-TW" altLang="zh-TW" dirty="0"/>
              <a:t>預設的</a:t>
            </a:r>
            <a:r>
              <a:rPr lang="en-US" altLang="zh-TW" dirty="0"/>
              <a:t>Django</a:t>
            </a:r>
            <a:r>
              <a:rPr lang="zh-TW" altLang="zh-TW" dirty="0"/>
              <a:t>的</a:t>
            </a:r>
            <a:r>
              <a:rPr lang="en-US" altLang="zh-TW" dirty="0"/>
              <a:t>Session</a:t>
            </a:r>
            <a:r>
              <a:rPr lang="zh-TW" altLang="zh-TW" dirty="0"/>
              <a:t>後端會使用到資料庫，主要的操作也可以選擇使用</a:t>
            </a:r>
            <a:r>
              <a:rPr lang="en-US" altLang="zh-TW" dirty="0"/>
              <a:t>cookie-based</a:t>
            </a:r>
            <a:r>
              <a:rPr lang="zh-TW" altLang="zh-TW" dirty="0"/>
              <a:t>以及</a:t>
            </a:r>
            <a:r>
              <a:rPr lang="en-US" altLang="zh-TW" dirty="0"/>
              <a:t>file-based</a:t>
            </a:r>
            <a:r>
              <a:rPr lang="zh-TW" altLang="zh-TW" dirty="0"/>
              <a:t>的方式，使用預設的方式就可以了</a:t>
            </a:r>
            <a:endParaRPr lang="en-US" altLang="zh-TW" dirty="0"/>
          </a:p>
          <a:p>
            <a:endParaRPr lang="en-US" altLang="zh-TW" dirty="0"/>
          </a:p>
          <a:p>
            <a:r>
              <a:rPr lang="zh-TW" altLang="en-US" dirty="0"/>
              <a:t>測試是否啟用</a:t>
            </a:r>
            <a:r>
              <a:rPr lang="en-US" altLang="zh-TW" dirty="0"/>
              <a:t>cookie</a:t>
            </a:r>
            <a:endParaRPr lang="zh-TW" altLang="en-US" dirty="0"/>
          </a:p>
        </p:txBody>
      </p:sp>
      <p:sp>
        <p:nvSpPr>
          <p:cNvPr id="8" name="文字方塊 7">
            <a:extLst>
              <a:ext uri="{FF2B5EF4-FFF2-40B4-BE49-F238E27FC236}">
                <a16:creationId xmlns:a16="http://schemas.microsoft.com/office/drawing/2014/main" id="{4B3FB074-C9D5-7391-ED2D-A4965C44838D}"/>
              </a:ext>
            </a:extLst>
          </p:cNvPr>
          <p:cNvSpPr txBox="1"/>
          <p:nvPr/>
        </p:nvSpPr>
        <p:spPr>
          <a:xfrm>
            <a:off x="827584" y="4000996"/>
            <a:ext cx="6556248" cy="2308324"/>
          </a:xfrm>
          <a:prstGeom prst="rect">
            <a:avLst/>
          </a:prstGeom>
          <a:noFill/>
        </p:spPr>
        <p:txBody>
          <a:bodyPr wrap="square">
            <a:spAutoFit/>
          </a:bodyPr>
          <a:lstStyle/>
          <a:p>
            <a:r>
              <a:rPr lang="en-US" altLang="zh-TW" dirty="0"/>
              <a:t>def index(request):</a:t>
            </a:r>
          </a:p>
          <a:p>
            <a:r>
              <a:rPr lang="en-US" altLang="zh-TW" dirty="0"/>
              <a:t>    if </a:t>
            </a:r>
            <a:r>
              <a:rPr lang="en-US" altLang="zh-TW" dirty="0" err="1"/>
              <a:t>request.session.</a:t>
            </a:r>
            <a:r>
              <a:rPr lang="en-US" altLang="zh-TW" dirty="0" err="1">
                <a:solidFill>
                  <a:srgbClr val="FF0000"/>
                </a:solidFill>
              </a:rPr>
              <a:t>test_cookie_worked</a:t>
            </a:r>
            <a:r>
              <a:rPr lang="en-US" altLang="zh-TW" dirty="0">
                <a:solidFill>
                  <a:srgbClr val="FF0000"/>
                </a:solidFill>
              </a:rPr>
              <a:t>():</a:t>
            </a:r>
          </a:p>
          <a:p>
            <a:r>
              <a:rPr lang="en-US" altLang="zh-TW" dirty="0"/>
              <a:t>        </a:t>
            </a:r>
            <a:r>
              <a:rPr lang="en-US" altLang="zh-TW" dirty="0" err="1"/>
              <a:t>request.session.delete_test_cookie</a:t>
            </a:r>
            <a:r>
              <a:rPr lang="en-US" altLang="zh-TW" dirty="0"/>
              <a:t>()</a:t>
            </a:r>
          </a:p>
          <a:p>
            <a:r>
              <a:rPr lang="en-US" altLang="zh-TW" dirty="0"/>
              <a:t>        message = "cookie supported!"</a:t>
            </a:r>
          </a:p>
          <a:p>
            <a:r>
              <a:rPr lang="en-US" altLang="zh-TW" dirty="0"/>
              <a:t>    else:</a:t>
            </a:r>
          </a:p>
          <a:p>
            <a:r>
              <a:rPr lang="en-US" altLang="zh-TW" dirty="0"/>
              <a:t>        message = 'cookie not supported'</a:t>
            </a:r>
          </a:p>
          <a:p>
            <a:r>
              <a:rPr lang="en-US" altLang="zh-TW" dirty="0"/>
              <a:t>        </a:t>
            </a:r>
            <a:r>
              <a:rPr lang="en-US" altLang="zh-TW" dirty="0" err="1"/>
              <a:t>request.session.</a:t>
            </a:r>
            <a:r>
              <a:rPr lang="en-US" altLang="zh-TW" dirty="0" err="1">
                <a:solidFill>
                  <a:srgbClr val="FF0000"/>
                </a:solidFill>
              </a:rPr>
              <a:t>set_test_cookie</a:t>
            </a:r>
            <a:r>
              <a:rPr lang="en-US" altLang="zh-TW" dirty="0">
                <a:solidFill>
                  <a:srgbClr val="FF0000"/>
                </a:solidFill>
              </a:rPr>
              <a:t>()</a:t>
            </a:r>
          </a:p>
          <a:p>
            <a:r>
              <a:rPr lang="en-US" altLang="zh-TW" dirty="0"/>
              <a:t>    return render(request, 'index.html', locals())</a:t>
            </a:r>
            <a:endParaRPr lang="zh-TW" altLang="en-US" dirty="0"/>
          </a:p>
        </p:txBody>
      </p:sp>
    </p:spTree>
    <p:extLst>
      <p:ext uri="{BB962C8B-B14F-4D97-AF65-F5344CB8AC3E}">
        <p14:creationId xmlns:p14="http://schemas.microsoft.com/office/powerpoint/2010/main" val="399057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開始使用</a:t>
            </a:r>
            <a:r>
              <a:rPr lang="en-US" altLang="zh-TW" dirty="0"/>
              <a:t>Session</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9</a:t>
            </a:fld>
            <a:endParaRPr lang="zh-TW" altLang="en-US"/>
          </a:p>
        </p:txBody>
      </p:sp>
      <p:sp>
        <p:nvSpPr>
          <p:cNvPr id="4" name="內容版面配置區 3"/>
          <p:cNvSpPr>
            <a:spLocks noGrp="1"/>
          </p:cNvSpPr>
          <p:nvPr>
            <p:ph sz="quarter" idx="1"/>
          </p:nvPr>
        </p:nvSpPr>
        <p:spPr/>
        <p:txBody>
          <a:bodyPr/>
          <a:lstStyle/>
          <a:p>
            <a:r>
              <a:rPr lang="zh-TW" altLang="zh-TW" dirty="0"/>
              <a:t>如何取得</a:t>
            </a:r>
            <a:r>
              <a:rPr lang="en-US" altLang="zh-TW" dirty="0"/>
              <a:t>Session</a:t>
            </a:r>
            <a:r>
              <a:rPr lang="zh-TW" altLang="zh-TW" dirty="0"/>
              <a:t>中的內容以及如何設定變數資料到</a:t>
            </a:r>
            <a:r>
              <a:rPr lang="en-US" altLang="zh-TW" dirty="0"/>
              <a:t>Session</a:t>
            </a:r>
            <a:r>
              <a:rPr lang="zh-TW" altLang="zh-TW" dirty="0"/>
              <a:t>中</a:t>
            </a:r>
            <a:endParaRPr lang="en-US" altLang="zh-TW" dirty="0"/>
          </a:p>
          <a:p>
            <a:pPr lvl="1"/>
            <a:r>
              <a:rPr lang="zh-TW" altLang="zh-TW" dirty="0"/>
              <a:t>使用字典的方式操作</a:t>
            </a:r>
            <a:r>
              <a:rPr lang="zh-TW" altLang="en-US" dirty="0"/>
              <a:t>如</a:t>
            </a:r>
            <a:r>
              <a:rPr lang="zh-TW" altLang="zh-TW" dirty="0"/>
              <a:t>設定使用者的名稱（</a:t>
            </a:r>
            <a:r>
              <a:rPr lang="en-US" altLang="zh-TW" dirty="0"/>
              <a:t>username</a:t>
            </a:r>
            <a:r>
              <a:rPr lang="zh-TW" altLang="zh-TW" dirty="0"/>
              <a:t>），只要使用以下的方式即可：</a:t>
            </a:r>
          </a:p>
          <a:p>
            <a:pPr lvl="2"/>
            <a:r>
              <a:rPr lang="en-US" altLang="zh-TW" dirty="0" err="1"/>
              <a:t>request.</a:t>
            </a:r>
            <a:r>
              <a:rPr lang="en-US" altLang="zh-TW" err="1"/>
              <a:t>session</a:t>
            </a:r>
            <a:r>
              <a:rPr lang="en-US" altLang="zh-TW"/>
              <a:t>['username']='</a:t>
            </a:r>
            <a:r>
              <a:rPr lang="zh-TW" altLang="zh-TW"/>
              <a:t>使用者名稱</a:t>
            </a:r>
            <a:r>
              <a:rPr lang="en-US" altLang="zh-TW" dirty="0"/>
              <a:t>'</a:t>
            </a:r>
            <a:endParaRPr lang="zh-TW" altLang="zh-TW" dirty="0"/>
          </a:p>
          <a:p>
            <a:r>
              <a:rPr lang="zh-TW" altLang="zh-TW"/>
              <a:t>要</a:t>
            </a:r>
            <a:r>
              <a:rPr lang="zh-TW" altLang="zh-TW" dirty="0"/>
              <a:t>取出也是：</a:t>
            </a:r>
          </a:p>
          <a:p>
            <a:pPr lvl="1"/>
            <a:r>
              <a:rPr lang="en-US" altLang="zh-TW" dirty="0"/>
              <a:t>username = </a:t>
            </a:r>
            <a:r>
              <a:rPr lang="en-US" altLang="zh-TW" dirty="0" err="1"/>
              <a:t>request.</a:t>
            </a:r>
            <a:r>
              <a:rPr lang="en-US" altLang="zh-TW" err="1"/>
              <a:t>session</a:t>
            </a:r>
            <a:r>
              <a:rPr lang="en-US" altLang="zh-TW"/>
              <a:t>['username</a:t>
            </a:r>
            <a:r>
              <a:rPr lang="en-US" altLang="zh-TW" dirty="0"/>
              <a:t>'</a:t>
            </a:r>
            <a:r>
              <a:rPr lang="en-US" altLang="zh-TW"/>
              <a:t>]</a:t>
            </a:r>
            <a:endParaRPr lang="zh-TW" altLang="zh-TW" dirty="0"/>
          </a:p>
          <a:p>
            <a:endParaRPr lang="zh-TW" altLang="en-US" dirty="0"/>
          </a:p>
        </p:txBody>
      </p:sp>
    </p:spTree>
    <p:extLst>
      <p:ext uri="{BB962C8B-B14F-4D97-AF65-F5344CB8AC3E}">
        <p14:creationId xmlns:p14="http://schemas.microsoft.com/office/powerpoint/2010/main" val="1177334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建立使用者資料表</a:t>
            </a:r>
            <a:r>
              <a:rPr lang="en-US" altLang="zh-TW" dirty="0"/>
              <a:t>models.py</a:t>
            </a:r>
            <a:br>
              <a:rPr lang="en-US" altLang="zh-TW" dirty="0"/>
            </a:br>
            <a:r>
              <a:rPr lang="zh-TW" altLang="en-US" dirty="0"/>
              <a:t>記得</a:t>
            </a:r>
            <a:r>
              <a:rPr lang="en-US" altLang="zh-TW" dirty="0"/>
              <a:t>migrate</a:t>
            </a:r>
            <a:endParaRPr lang="zh-TW" altLang="zh-TW"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10</a:t>
            </a:fld>
            <a:endParaRPr lang="zh-TW" altLang="en-US"/>
          </a:p>
        </p:txBody>
      </p:sp>
      <p:sp>
        <p:nvSpPr>
          <p:cNvPr id="4" name="內容版面配置區 3"/>
          <p:cNvSpPr>
            <a:spLocks noGrp="1"/>
          </p:cNvSpPr>
          <p:nvPr>
            <p:ph sz="quarter" idx="1"/>
          </p:nvPr>
        </p:nvSpPr>
        <p:spPr>
          <a:xfrm>
            <a:off x="301752" y="1527048"/>
            <a:ext cx="8662736" cy="4998296"/>
          </a:xfrm>
        </p:spPr>
        <p:txBody>
          <a:bodyPr>
            <a:normAutofit fontScale="92500" lnSpcReduction="10000"/>
          </a:bodyPr>
          <a:lstStyle/>
          <a:p>
            <a:r>
              <a:rPr lang="zh-TW" altLang="zh-TW" dirty="0"/>
              <a:t>在這一節中我們將以個人化網站為例子</a:t>
            </a:r>
            <a:endParaRPr lang="en-US" altLang="zh-TW" dirty="0"/>
          </a:p>
          <a:p>
            <a:pPr lvl="1"/>
            <a:r>
              <a:rPr lang="zh-TW" altLang="zh-TW" dirty="0"/>
              <a:t>結合資料庫的功能</a:t>
            </a:r>
            <a:endParaRPr lang="en-US" altLang="zh-TW" dirty="0"/>
          </a:p>
          <a:p>
            <a:pPr lvl="1"/>
            <a:r>
              <a:rPr lang="zh-TW" altLang="zh-TW" dirty="0"/>
              <a:t>透過</a:t>
            </a:r>
            <a:r>
              <a:rPr lang="en-US" altLang="zh-TW" dirty="0"/>
              <a:t>Session</a:t>
            </a:r>
            <a:r>
              <a:rPr lang="zh-TW" altLang="zh-TW" dirty="0"/>
              <a:t>變數的設定與提取，提供讓使用者可以登入的功能</a:t>
            </a:r>
            <a:endParaRPr lang="en-US" altLang="zh-TW" dirty="0"/>
          </a:p>
          <a:p>
            <a:pPr lvl="1"/>
            <a:r>
              <a:rPr lang="zh-TW" altLang="zh-TW" dirty="0"/>
              <a:t>在登入之後可以依照自己權限，取得專屬的網頁的資料</a:t>
            </a:r>
            <a:endParaRPr lang="en-US" altLang="zh-TW" dirty="0"/>
          </a:p>
          <a:p>
            <a:r>
              <a:rPr lang="zh-TW" altLang="zh-TW" dirty="0"/>
              <a:t>在</a:t>
            </a:r>
            <a:r>
              <a:rPr lang="en-US" altLang="zh-TW" dirty="0">
                <a:solidFill>
                  <a:srgbClr val="FF0000"/>
                </a:solidFill>
              </a:rPr>
              <a:t>models.py</a:t>
            </a:r>
            <a:r>
              <a:rPr lang="zh-TW" altLang="zh-TW" dirty="0"/>
              <a:t>中建立一個</a:t>
            </a:r>
            <a:r>
              <a:rPr lang="en-US" altLang="zh-TW" dirty="0">
                <a:solidFill>
                  <a:srgbClr val="FF0000"/>
                </a:solidFill>
              </a:rPr>
              <a:t>User</a:t>
            </a:r>
            <a:r>
              <a:rPr lang="zh-TW" altLang="zh-TW" dirty="0">
                <a:solidFill>
                  <a:srgbClr val="FF0000"/>
                </a:solidFill>
              </a:rPr>
              <a:t>類別</a:t>
            </a:r>
            <a:r>
              <a:rPr lang="zh-TW" altLang="zh-TW" dirty="0"/>
              <a:t>，如下：</a:t>
            </a:r>
          </a:p>
          <a:p>
            <a:pPr marL="274320" lvl="1" indent="0">
              <a:buNone/>
            </a:pPr>
            <a:r>
              <a:rPr lang="en-US" altLang="zh-TW" dirty="0">
                <a:latin typeface="Courier New" panose="02070309020205020404" pitchFamily="49" charset="0"/>
                <a:cs typeface="Courier New" panose="02070309020205020404" pitchFamily="49" charset="0"/>
              </a:rPr>
              <a:t>class User(</a:t>
            </a:r>
            <a:r>
              <a:rPr lang="en-US" altLang="zh-TW" dirty="0" err="1">
                <a:latin typeface="Courier New" panose="02070309020205020404" pitchFamily="49" charset="0"/>
                <a:cs typeface="Courier New" panose="02070309020205020404" pitchFamily="49" charset="0"/>
              </a:rPr>
              <a:t>models.Model</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name</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models.</a:t>
            </a:r>
            <a:r>
              <a:rPr lang="en-US" altLang="zh-TW" dirty="0" err="1">
                <a:solidFill>
                  <a:srgbClr val="FF0000"/>
                </a:solidFill>
                <a:latin typeface="Courier New" panose="02070309020205020404" pitchFamily="49" charset="0"/>
                <a:cs typeface="Courier New" panose="02070309020205020404" pitchFamily="49" charset="0"/>
              </a:rPr>
              <a:t>CharField</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max_length</a:t>
            </a:r>
            <a:r>
              <a:rPr lang="en-US" altLang="zh-TW" dirty="0">
                <a:latin typeface="Courier New" panose="02070309020205020404" pitchFamily="49" charset="0"/>
                <a:cs typeface="Courier New" panose="02070309020205020404" pitchFamily="49" charset="0"/>
              </a:rPr>
              <a:t>=20, null=False)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email</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models.</a:t>
            </a:r>
            <a:r>
              <a:rPr lang="en-US" altLang="zh-TW" dirty="0" err="1">
                <a:solidFill>
                  <a:srgbClr val="FF0000"/>
                </a:solidFill>
                <a:latin typeface="Courier New" panose="02070309020205020404" pitchFamily="49" charset="0"/>
                <a:cs typeface="Courier New" panose="02070309020205020404" pitchFamily="49" charset="0"/>
              </a:rPr>
              <a:t>EmailField</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password</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models.CharField</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max_length</a:t>
            </a:r>
            <a:r>
              <a:rPr lang="en-US" altLang="zh-TW" dirty="0">
                <a:latin typeface="Courier New" panose="02070309020205020404" pitchFamily="49" charset="0"/>
                <a:cs typeface="Courier New" panose="02070309020205020404" pitchFamily="49" charset="0"/>
              </a:rPr>
              <a:t>=20, null=False)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enabled</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models.</a:t>
            </a:r>
            <a:r>
              <a:rPr lang="en-US" altLang="zh-TW" dirty="0" err="1">
                <a:solidFill>
                  <a:srgbClr val="FF0000"/>
                </a:solidFill>
                <a:latin typeface="Courier New" panose="02070309020205020404" pitchFamily="49" charset="0"/>
                <a:cs typeface="Courier New" panose="02070309020205020404" pitchFamily="49" charset="0"/>
              </a:rPr>
              <a:t>BooleanField</a:t>
            </a:r>
            <a:r>
              <a:rPr lang="en-US" altLang="zh-TW" dirty="0">
                <a:latin typeface="Courier New" panose="02070309020205020404" pitchFamily="49" charset="0"/>
                <a:cs typeface="Courier New" panose="02070309020205020404" pitchFamily="49" charset="0"/>
              </a:rPr>
              <a:t>(default=False)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def</a:t>
            </a:r>
            <a:r>
              <a:rPr lang="en-US" altLang="zh-TW" dirty="0">
                <a:latin typeface="Courier New" panose="02070309020205020404" pitchFamily="49" charset="0"/>
                <a:cs typeface="Courier New" panose="02070309020205020404" pitchFamily="49" charset="0"/>
              </a:rPr>
              <a:t> __</a:t>
            </a:r>
            <a:r>
              <a:rPr lang="en-US" altLang="zh-TW" dirty="0" err="1">
                <a:latin typeface="Courier New" panose="02070309020205020404" pitchFamily="49" charset="0"/>
                <a:cs typeface="Courier New" panose="02070309020205020404" pitchFamily="49" charset="0"/>
              </a:rPr>
              <a:t>str</a:t>
            </a:r>
            <a:r>
              <a:rPr lang="en-US" altLang="zh-TW" dirty="0">
                <a:latin typeface="Courier New" panose="02070309020205020404" pitchFamily="49" charset="0"/>
                <a:cs typeface="Courier New" panose="02070309020205020404" pitchFamily="49" charset="0"/>
              </a:rPr>
              <a:t>__(self):</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self.name</a:t>
            </a:r>
            <a:endParaRPr lang="zh-TW" altLang="zh-TW" dirty="0">
              <a:latin typeface="Courier New" panose="02070309020205020404" pitchFamily="49" charset="0"/>
              <a:cs typeface="Courier New" panose="02070309020205020404" pitchFamily="49" charset="0"/>
            </a:endParaRPr>
          </a:p>
          <a:p>
            <a:endParaRPr lang="zh-TW" altLang="en-US" dirty="0"/>
          </a:p>
        </p:txBody>
      </p:sp>
    </p:spTree>
    <p:extLst>
      <p:ext uri="{BB962C8B-B14F-4D97-AF65-F5344CB8AC3E}">
        <p14:creationId xmlns:p14="http://schemas.microsoft.com/office/powerpoint/2010/main" val="1756027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建立使用者資料表</a:t>
            </a:r>
            <a:r>
              <a:rPr lang="en-US" altLang="zh-TW" dirty="0"/>
              <a:t>(</a:t>
            </a:r>
            <a:r>
              <a:rPr lang="zh-TW" altLang="en-US" dirty="0"/>
              <a:t>記得註冊</a:t>
            </a:r>
            <a:r>
              <a:rPr lang="en-US" altLang="zh-TW" dirty="0"/>
              <a:t>user model</a:t>
            </a:r>
            <a:r>
              <a:rPr lang="zh-TW" altLang="en-US" dirty="0"/>
              <a:t>到後台</a:t>
            </a:r>
            <a:r>
              <a:rPr lang="en-US" altLang="zh-TW" dirty="0"/>
              <a:t>)</a:t>
            </a:r>
            <a:endParaRPr lang="zh-TW" altLang="zh-TW"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11</a:t>
            </a:fld>
            <a:endParaRPr lang="zh-TW" altLang="en-US"/>
          </a:p>
        </p:txBody>
      </p:sp>
      <p:sp>
        <p:nvSpPr>
          <p:cNvPr id="4" name="內容版面配置區 3"/>
          <p:cNvSpPr>
            <a:spLocks noGrp="1"/>
          </p:cNvSpPr>
          <p:nvPr>
            <p:ph sz="quarter" idx="1"/>
          </p:nvPr>
        </p:nvSpPr>
        <p:spPr>
          <a:xfrm>
            <a:off x="301752" y="1527048"/>
            <a:ext cx="8534400" cy="5330952"/>
          </a:xfrm>
        </p:spPr>
        <p:txBody>
          <a:bodyPr>
            <a:normAutofit lnSpcReduction="10000"/>
          </a:bodyPr>
          <a:lstStyle/>
          <a:p>
            <a:r>
              <a:rPr lang="zh-TW" altLang="zh-TW" dirty="0"/>
              <a:t>在</a:t>
            </a:r>
            <a:r>
              <a:rPr lang="en-US" altLang="zh-TW" dirty="0">
                <a:solidFill>
                  <a:srgbClr val="FF0000"/>
                </a:solidFill>
              </a:rPr>
              <a:t>admin.py</a:t>
            </a:r>
            <a:r>
              <a:rPr lang="zh-TW" altLang="zh-TW" dirty="0"/>
              <a:t>中要加入以下這一行：</a:t>
            </a:r>
            <a:endParaRPr lang="en-US" altLang="zh-TW" dirty="0"/>
          </a:p>
          <a:p>
            <a:r>
              <a:rPr lang="en-US" altLang="zh-TW" dirty="0"/>
              <a:t>from </a:t>
            </a:r>
            <a:r>
              <a:rPr lang="en-US" altLang="zh-TW" dirty="0" err="1"/>
              <a:t>mysite.models</a:t>
            </a:r>
            <a:r>
              <a:rPr lang="en-US" altLang="zh-TW" dirty="0"/>
              <a:t> import Vote, User</a:t>
            </a:r>
          </a:p>
          <a:p>
            <a:pPr lvl="1"/>
            <a:r>
              <a:rPr lang="en-US" altLang="zh-TW" dirty="0" err="1">
                <a:latin typeface="Courier New" panose="02070309020205020404" pitchFamily="49" charset="0"/>
                <a:cs typeface="Courier New" panose="02070309020205020404" pitchFamily="49" charset="0"/>
              </a:rPr>
              <a:t>admin.site.register</a:t>
            </a:r>
            <a:r>
              <a:rPr lang="en-US" altLang="zh-TW" dirty="0">
                <a:latin typeface="Courier New" panose="02070309020205020404" pitchFamily="49" charset="0"/>
                <a:cs typeface="Courier New" panose="02070309020205020404" pitchFamily="49" charset="0"/>
              </a:rPr>
              <a:t>(</a:t>
            </a:r>
            <a:r>
              <a:rPr lang="en-US" altLang="zh-TW" dirty="0" err="1">
                <a:solidFill>
                  <a:srgbClr val="FF0000"/>
                </a:solidFill>
                <a:latin typeface="Courier New" panose="02070309020205020404" pitchFamily="49" charset="0"/>
                <a:cs typeface="Courier New" panose="02070309020205020404" pitchFamily="49" charset="0"/>
              </a:rPr>
              <a:t>models.User</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r>
              <a:rPr lang="zh-TW" altLang="zh-TW" dirty="0"/>
              <a:t>把選單組織如下所示（選單的內容是放在</a:t>
            </a:r>
            <a:r>
              <a:rPr lang="en-US" altLang="zh-TW" dirty="0">
                <a:solidFill>
                  <a:srgbClr val="FF0000"/>
                </a:solidFill>
              </a:rPr>
              <a:t>header.html</a:t>
            </a:r>
            <a:r>
              <a:rPr lang="zh-TW" altLang="zh-TW" dirty="0"/>
              <a:t>檔案中）：</a:t>
            </a:r>
          </a:p>
          <a:p>
            <a:pPr marL="0" indent="0">
              <a:buNone/>
            </a:pPr>
            <a:r>
              <a:rPr lang="en-US" altLang="zh-TW" sz="1800" kern="100" dirty="0">
                <a:effectLst/>
                <a:latin typeface="Courier New" panose="02070309020205020404" pitchFamily="49" charset="0"/>
                <a:ea typeface="標楷體" panose="03000509000000000000" pitchFamily="65" charset="-120"/>
              </a:rPr>
              <a:t>&lt;!-- header.html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&lt;nav class="navbar navbar-expand-lg </a:t>
            </a:r>
            <a:r>
              <a:rPr lang="en-US" altLang="zh-TW" sz="1800" kern="100" dirty="0" err="1">
                <a:effectLst/>
                <a:latin typeface="Courier New" panose="02070309020205020404" pitchFamily="49" charset="0"/>
                <a:ea typeface="標楷體" panose="03000509000000000000" pitchFamily="65" charset="-120"/>
              </a:rPr>
              <a:t>bg</a:t>
            </a:r>
            <a:r>
              <a:rPr lang="en-US" altLang="zh-TW" sz="1800" kern="100" dirty="0">
                <a:effectLst/>
                <a:latin typeface="Courier New" panose="02070309020205020404" pitchFamily="49" charset="0"/>
                <a:ea typeface="標楷體" panose="03000509000000000000" pitchFamily="65" charset="-120"/>
              </a:rPr>
              <a:t>-body-tertiary"&gt;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class="container-fluid"&gt;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 class="navbar-brand" </a:t>
            </a:r>
            <a:r>
              <a:rPr lang="en-US" altLang="zh-TW" sz="1800" kern="100" dirty="0" err="1">
                <a:effectLst/>
                <a:latin typeface="Courier New" panose="02070309020205020404" pitchFamily="49" charset="0"/>
                <a:ea typeface="標楷體" panose="03000509000000000000" pitchFamily="65" charset="-120"/>
              </a:rPr>
              <a:t>href</a:t>
            </a:r>
            <a:r>
              <a:rPr lang="en-US" altLang="zh-TW" sz="1800" kern="100" dirty="0">
                <a:effectLst/>
                <a:latin typeface="Courier New" panose="02070309020205020404" pitchFamily="49" charset="0"/>
                <a:ea typeface="標楷體" panose="03000509000000000000" pitchFamily="65" charset="-120"/>
              </a:rPr>
              <a:t>="#"&gt;</a:t>
            </a:r>
            <a:r>
              <a:rPr lang="zh-TW" altLang="zh-TW" sz="1800" kern="100" dirty="0">
                <a:effectLst/>
                <a:latin typeface="Courier New" panose="02070309020205020404" pitchFamily="49" charset="0"/>
                <a:ea typeface="標楷體" panose="03000509000000000000" pitchFamily="65" charset="-120"/>
              </a:rPr>
              <a:t>分享日記</a:t>
            </a:r>
            <a:r>
              <a:rPr lang="en-US" altLang="zh-TW" sz="1800" kern="100" dirty="0">
                <a:effectLst/>
                <a:latin typeface="Courier New" panose="02070309020205020404" pitchFamily="49" charset="0"/>
                <a:ea typeface="標楷體" panose="03000509000000000000" pitchFamily="65" charset="-120"/>
              </a:rPr>
              <a:t>&lt;/a&gt;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&lt;button class="navbar-toggler" type="button" data-bs-toggle="collapse" data-bs-target="#</a:t>
            </a:r>
            <a:r>
              <a:rPr lang="en-US" altLang="zh-TW" sz="1800" kern="100" dirty="0" err="1">
                <a:effectLst/>
                <a:latin typeface="Courier New" panose="02070309020205020404" pitchFamily="49" charset="0"/>
                <a:ea typeface="標楷體" panose="03000509000000000000" pitchFamily="65" charset="-120"/>
              </a:rPr>
              <a:t>navbarNav</a:t>
            </a:r>
            <a:r>
              <a:rPr lang="en-US" altLang="zh-TW" sz="1800" kern="100" dirty="0">
                <a:effectLst/>
                <a:latin typeface="Courier New" panose="02070309020205020404" pitchFamily="49" charset="0"/>
                <a:ea typeface="標楷體" panose="03000509000000000000" pitchFamily="65" charset="-120"/>
              </a:rPr>
              <a:t>" aria-controls="</a:t>
            </a:r>
            <a:r>
              <a:rPr lang="en-US" altLang="zh-TW" sz="1800" kern="100" dirty="0" err="1">
                <a:effectLst/>
                <a:latin typeface="Courier New" panose="02070309020205020404" pitchFamily="49" charset="0"/>
                <a:ea typeface="標楷體" panose="03000509000000000000" pitchFamily="65" charset="-120"/>
              </a:rPr>
              <a:t>navbarNav</a:t>
            </a:r>
            <a:r>
              <a:rPr lang="en-US" altLang="zh-TW" sz="1800" kern="100" dirty="0">
                <a:effectLst/>
                <a:latin typeface="Courier New" panose="02070309020205020404" pitchFamily="49" charset="0"/>
                <a:ea typeface="標楷體" panose="03000509000000000000" pitchFamily="65" charset="-120"/>
              </a:rPr>
              <a:t>" aria-expanded="false" aria-label="Toggle navigation"&gt;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&lt;span class="navbar-toggler-icon"&gt;&lt;/span&gt;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&lt;/button&gt;</a:t>
            </a:r>
            <a:endParaRPr lang="zh-TW" altLang="zh-TW" dirty="0"/>
          </a:p>
        </p:txBody>
      </p:sp>
    </p:spTree>
    <p:extLst>
      <p:ext uri="{BB962C8B-B14F-4D97-AF65-F5344CB8AC3E}">
        <p14:creationId xmlns:p14="http://schemas.microsoft.com/office/powerpoint/2010/main" val="1730528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12</a:t>
            </a:fld>
            <a:endParaRPr lang="zh-TW" altLang="en-US"/>
          </a:p>
        </p:txBody>
      </p:sp>
      <p:sp>
        <p:nvSpPr>
          <p:cNvPr id="4" name="內容版面配置區 3"/>
          <p:cNvSpPr>
            <a:spLocks noGrp="1"/>
          </p:cNvSpPr>
          <p:nvPr>
            <p:ph sz="quarter" idx="1"/>
          </p:nvPr>
        </p:nvSpPr>
        <p:spPr>
          <a:xfrm>
            <a:off x="301752" y="1026372"/>
            <a:ext cx="8662736" cy="5831628"/>
          </a:xfrm>
        </p:spPr>
        <p:txBody>
          <a:bodyPr>
            <a:normAutofit fontScale="92500" lnSpcReduction="10000"/>
          </a:bodyPr>
          <a:lstStyle/>
          <a:p>
            <a:pPr marL="0" indent="0">
              <a:buNone/>
            </a:pPr>
            <a:r>
              <a:rPr lang="en-US" altLang="zh-TW" sz="1200" kern="100" dirty="0">
                <a:effectLst/>
                <a:latin typeface="Courier New" panose="02070309020205020404" pitchFamily="49" charset="0"/>
                <a:ea typeface="標楷體" panose="03000509000000000000" pitchFamily="65" charset="-120"/>
              </a:rPr>
              <a:t> &lt;div class="collapse navbar-collapse" id="</a:t>
            </a:r>
            <a:r>
              <a:rPr lang="en-US" altLang="zh-TW" sz="1200" kern="100" dirty="0" err="1">
                <a:effectLst/>
                <a:latin typeface="Courier New" panose="02070309020205020404" pitchFamily="49" charset="0"/>
                <a:ea typeface="標楷體" panose="03000509000000000000" pitchFamily="65" charset="-120"/>
              </a:rPr>
              <a:t>navbarNav</a:t>
            </a:r>
            <a:r>
              <a:rPr lang="en-US" altLang="zh-TW" sz="1200" kern="100" dirty="0">
                <a:effectLst/>
                <a:latin typeface="Courier New" panose="02070309020205020404" pitchFamily="49" charset="0"/>
                <a:ea typeface="標楷體" panose="03000509000000000000" pitchFamily="65" charset="-120"/>
              </a:rPr>
              <a:t>"&gt;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a:t>
            </a:r>
            <a:r>
              <a:rPr lang="en-US" altLang="zh-TW" sz="1200" kern="100" dirty="0" err="1">
                <a:effectLst/>
                <a:latin typeface="Courier New" panose="02070309020205020404" pitchFamily="49" charset="0"/>
                <a:ea typeface="標楷體" panose="03000509000000000000" pitchFamily="65" charset="-120"/>
              </a:rPr>
              <a:t>ul</a:t>
            </a:r>
            <a:r>
              <a:rPr lang="en-US" altLang="zh-TW" sz="1200" kern="100" dirty="0">
                <a:effectLst/>
                <a:latin typeface="Courier New" panose="02070309020205020404" pitchFamily="49" charset="0"/>
                <a:ea typeface="標楷體" panose="03000509000000000000" pitchFamily="65" charset="-120"/>
              </a:rPr>
              <a:t> class="navbar-nav"&gt;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&lt;li class="nav-item"&gt;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&lt;a class="nav-link active" aria-current="page" </a:t>
            </a:r>
            <a:r>
              <a:rPr lang="en-US" altLang="zh-TW" sz="1200" kern="100" dirty="0" err="1">
                <a:effectLst/>
                <a:latin typeface="Courier New" panose="02070309020205020404" pitchFamily="49" charset="0"/>
                <a:ea typeface="標楷體" panose="03000509000000000000" pitchFamily="65" charset="-120"/>
              </a:rPr>
              <a:t>href</a:t>
            </a:r>
            <a:r>
              <a:rPr lang="en-US" altLang="zh-TW" sz="1200" kern="100" dirty="0">
                <a:effectLst/>
                <a:latin typeface="Courier New" panose="02070309020205020404" pitchFamily="49" charset="0"/>
                <a:ea typeface="標楷體" panose="03000509000000000000" pitchFamily="65" charset="-120"/>
              </a:rPr>
              <a:t>="/"&gt;Home&lt;/a&gt;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&lt;/li&gt;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a:t>
            </a:r>
            <a:r>
              <a:rPr lang="en-US" altLang="zh-TW" sz="1200" kern="100" dirty="0">
                <a:solidFill>
                  <a:srgbClr val="FF0000"/>
                </a:solidFill>
                <a:effectLst/>
                <a:latin typeface="Courier New" panose="02070309020205020404" pitchFamily="49" charset="0"/>
                <a:ea typeface="標楷體" panose="03000509000000000000" pitchFamily="65" charset="-120"/>
              </a:rPr>
              <a:t>{% if username %}</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 class="nav-item"&gt;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&lt;a class="nav-link" </a:t>
            </a:r>
            <a:r>
              <a:rPr lang="en-US" altLang="zh-TW" sz="1200" kern="100" dirty="0" err="1">
                <a:solidFill>
                  <a:srgbClr val="FF0000"/>
                </a:solidFill>
                <a:effectLst/>
                <a:latin typeface="Courier New" panose="02070309020205020404" pitchFamily="49" charset="0"/>
                <a:ea typeface="標楷體" panose="03000509000000000000" pitchFamily="65" charset="-120"/>
              </a:rPr>
              <a:t>href</a:t>
            </a:r>
            <a:r>
              <a:rPr lang="en-US" altLang="zh-TW" sz="1200" kern="100" dirty="0">
                <a:solidFill>
                  <a:srgbClr val="FF0000"/>
                </a:solidFill>
                <a:effectLst/>
                <a:latin typeface="Courier New" panose="02070309020205020404" pitchFamily="49" charset="0"/>
                <a:ea typeface="標楷體" panose="03000509000000000000" pitchFamily="65" charset="-120"/>
              </a:rPr>
              <a:t>="/</a:t>
            </a:r>
            <a:r>
              <a:rPr lang="en-US" altLang="zh-TW" sz="1200" kern="100" dirty="0" err="1">
                <a:solidFill>
                  <a:srgbClr val="FF0000"/>
                </a:solidFill>
                <a:effectLst/>
                <a:latin typeface="Courier New" panose="02070309020205020404" pitchFamily="49" charset="0"/>
                <a:ea typeface="標楷體" panose="03000509000000000000" pitchFamily="65" charset="-120"/>
              </a:rPr>
              <a:t>userinfo</a:t>
            </a:r>
            <a:r>
              <a:rPr lang="en-US" altLang="zh-TW" sz="1200" kern="100" dirty="0">
                <a:solidFill>
                  <a:srgbClr val="FF0000"/>
                </a:solidFill>
                <a:effectLst/>
                <a:latin typeface="Courier New" panose="02070309020205020404" pitchFamily="49" charset="0"/>
                <a:ea typeface="標楷體" panose="03000509000000000000" pitchFamily="65" charset="-120"/>
              </a:rPr>
              <a:t>/"&gt;</a:t>
            </a:r>
            <a:r>
              <a:rPr lang="zh-TW" altLang="zh-TW" sz="1200" kern="100" dirty="0">
                <a:solidFill>
                  <a:srgbClr val="FF0000"/>
                </a:solidFill>
                <a:effectLst/>
                <a:latin typeface="Courier New" panose="02070309020205020404" pitchFamily="49" charset="0"/>
                <a:ea typeface="標楷體" panose="03000509000000000000" pitchFamily="65" charset="-120"/>
              </a:rPr>
              <a:t>個人資料</a:t>
            </a:r>
            <a:r>
              <a:rPr lang="en-US" altLang="zh-TW" sz="1200" kern="100" dirty="0">
                <a:solidFill>
                  <a:srgbClr val="FF0000"/>
                </a:solidFill>
                <a:effectLst/>
                <a:latin typeface="Courier New" panose="02070309020205020404" pitchFamily="49" charset="0"/>
                <a:ea typeface="標楷體" panose="03000509000000000000" pitchFamily="65" charset="-120"/>
              </a:rPr>
              <a:t>&lt;/a&gt;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 class="nav-item"&gt;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&lt;a class="nav-link" </a:t>
            </a:r>
            <a:r>
              <a:rPr lang="en-US" altLang="zh-TW" sz="1200" kern="100" dirty="0" err="1">
                <a:solidFill>
                  <a:srgbClr val="FF0000"/>
                </a:solidFill>
                <a:effectLst/>
                <a:latin typeface="Courier New" panose="02070309020205020404" pitchFamily="49" charset="0"/>
                <a:ea typeface="標楷體" panose="03000509000000000000" pitchFamily="65" charset="-120"/>
              </a:rPr>
              <a:t>href</a:t>
            </a:r>
            <a:r>
              <a:rPr lang="en-US" altLang="zh-TW" sz="1200" kern="100" dirty="0">
                <a:solidFill>
                  <a:srgbClr val="FF0000"/>
                </a:solidFill>
                <a:effectLst/>
                <a:latin typeface="Courier New" panose="02070309020205020404" pitchFamily="49" charset="0"/>
                <a:ea typeface="標楷體" panose="03000509000000000000" pitchFamily="65" charset="-120"/>
              </a:rPr>
              <a:t>="/post/"&gt;</a:t>
            </a:r>
            <a:r>
              <a:rPr lang="zh-TW" altLang="zh-TW" sz="1200" kern="100" dirty="0">
                <a:solidFill>
                  <a:srgbClr val="FF0000"/>
                </a:solidFill>
                <a:effectLst/>
                <a:latin typeface="Courier New" panose="02070309020205020404" pitchFamily="49" charset="0"/>
                <a:ea typeface="標楷體" panose="03000509000000000000" pitchFamily="65" charset="-120"/>
              </a:rPr>
              <a:t>寫日記</a:t>
            </a:r>
            <a:r>
              <a:rPr lang="en-US" altLang="zh-TW" sz="1200" kern="100" dirty="0">
                <a:solidFill>
                  <a:srgbClr val="FF0000"/>
                </a:solidFill>
                <a:effectLst/>
                <a:latin typeface="Courier New" panose="02070309020205020404" pitchFamily="49" charset="0"/>
                <a:ea typeface="標楷體" panose="03000509000000000000" pitchFamily="65" charset="-120"/>
              </a:rPr>
              <a:t>&lt;/a&gt;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 class="nav-item"&gt;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&lt;a class="nav-link" </a:t>
            </a:r>
            <a:r>
              <a:rPr lang="en-US" altLang="zh-TW" sz="1200" kern="100" dirty="0" err="1">
                <a:solidFill>
                  <a:srgbClr val="FF0000"/>
                </a:solidFill>
                <a:effectLst/>
                <a:latin typeface="Courier New" panose="02070309020205020404" pitchFamily="49" charset="0"/>
                <a:ea typeface="標楷體" panose="03000509000000000000" pitchFamily="65" charset="-120"/>
              </a:rPr>
              <a:t>href</a:t>
            </a:r>
            <a:r>
              <a:rPr lang="en-US" altLang="zh-TW" sz="1200" kern="100" dirty="0">
                <a:solidFill>
                  <a:srgbClr val="FF0000"/>
                </a:solidFill>
                <a:effectLst/>
                <a:latin typeface="Courier New" panose="02070309020205020404" pitchFamily="49" charset="0"/>
                <a:ea typeface="標楷體" panose="03000509000000000000" pitchFamily="65" charset="-120"/>
              </a:rPr>
              <a:t>="/contact/"&gt;</a:t>
            </a:r>
            <a:r>
              <a:rPr lang="zh-TW" altLang="zh-TW" sz="1200" kern="100" dirty="0">
                <a:solidFill>
                  <a:srgbClr val="FF0000"/>
                </a:solidFill>
                <a:effectLst/>
                <a:latin typeface="Courier New" panose="02070309020205020404" pitchFamily="49" charset="0"/>
                <a:ea typeface="標楷體" panose="03000509000000000000" pitchFamily="65" charset="-120"/>
              </a:rPr>
              <a:t>連絡管理員</a:t>
            </a:r>
            <a:r>
              <a:rPr lang="en-US" altLang="zh-TW" sz="1200" kern="100" dirty="0">
                <a:solidFill>
                  <a:srgbClr val="FF0000"/>
                </a:solidFill>
                <a:effectLst/>
                <a:latin typeface="Courier New" panose="02070309020205020404" pitchFamily="49" charset="0"/>
                <a:ea typeface="標楷體" panose="03000509000000000000" pitchFamily="65" charset="-120"/>
              </a:rPr>
              <a:t>&lt;/a&gt;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 class="nav-item"&gt;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&lt;a class="nav-link" </a:t>
            </a:r>
            <a:r>
              <a:rPr lang="en-US" altLang="zh-TW" sz="1200" kern="100" dirty="0" err="1">
                <a:solidFill>
                  <a:srgbClr val="FF0000"/>
                </a:solidFill>
                <a:effectLst/>
                <a:latin typeface="Courier New" panose="02070309020205020404" pitchFamily="49" charset="0"/>
                <a:ea typeface="標楷體" panose="03000509000000000000" pitchFamily="65" charset="-120"/>
              </a:rPr>
              <a:t>href</a:t>
            </a:r>
            <a:r>
              <a:rPr lang="en-US" altLang="zh-TW" sz="1200" kern="100" dirty="0">
                <a:solidFill>
                  <a:srgbClr val="FF0000"/>
                </a:solidFill>
                <a:effectLst/>
                <a:latin typeface="Courier New" panose="02070309020205020404" pitchFamily="49" charset="0"/>
                <a:ea typeface="標楷體" panose="03000509000000000000" pitchFamily="65" charset="-120"/>
              </a:rPr>
              <a:t>="/logout/"&gt;</a:t>
            </a:r>
            <a:r>
              <a:rPr lang="zh-TW" altLang="zh-TW" sz="1200" kern="100" dirty="0">
                <a:solidFill>
                  <a:srgbClr val="FF0000"/>
                </a:solidFill>
                <a:effectLst/>
                <a:latin typeface="Courier New" panose="02070309020205020404" pitchFamily="49" charset="0"/>
                <a:ea typeface="標楷體" panose="03000509000000000000" pitchFamily="65" charset="-120"/>
              </a:rPr>
              <a:t>登出</a:t>
            </a:r>
            <a:r>
              <a:rPr lang="en-US" altLang="zh-TW" sz="1200" kern="100" dirty="0">
                <a:solidFill>
                  <a:srgbClr val="FF0000"/>
                </a:solidFill>
                <a:effectLst/>
                <a:latin typeface="Courier New" panose="02070309020205020404" pitchFamily="49" charset="0"/>
                <a:ea typeface="標楷體" panose="03000509000000000000" pitchFamily="65" charset="-120"/>
              </a:rPr>
              <a:t>&lt;/a&gt;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 else %}</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 class="nav-item"&gt;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&lt;a class="nav-link" </a:t>
            </a:r>
            <a:r>
              <a:rPr lang="en-US" altLang="zh-TW" sz="1200" kern="100" dirty="0" err="1">
                <a:solidFill>
                  <a:srgbClr val="FF0000"/>
                </a:solidFill>
                <a:effectLst/>
                <a:latin typeface="Courier New" panose="02070309020205020404" pitchFamily="49" charset="0"/>
                <a:ea typeface="標楷體" panose="03000509000000000000" pitchFamily="65" charset="-120"/>
              </a:rPr>
              <a:t>href</a:t>
            </a:r>
            <a:r>
              <a:rPr lang="en-US" altLang="zh-TW" sz="1200" kern="100" dirty="0">
                <a:solidFill>
                  <a:srgbClr val="FF0000"/>
                </a:solidFill>
                <a:effectLst/>
                <a:latin typeface="Courier New" panose="02070309020205020404" pitchFamily="49" charset="0"/>
                <a:ea typeface="標楷體" panose="03000509000000000000" pitchFamily="65" charset="-120"/>
              </a:rPr>
              <a:t>="/login/"&gt;</a:t>
            </a:r>
            <a:r>
              <a:rPr lang="zh-TW" altLang="zh-TW" sz="1200" kern="100" dirty="0">
                <a:solidFill>
                  <a:srgbClr val="FF0000"/>
                </a:solidFill>
                <a:effectLst/>
                <a:latin typeface="Courier New" panose="02070309020205020404" pitchFamily="49" charset="0"/>
                <a:ea typeface="標楷體" panose="03000509000000000000" pitchFamily="65" charset="-120"/>
              </a:rPr>
              <a:t>登入</a:t>
            </a:r>
            <a:r>
              <a:rPr lang="en-US" altLang="zh-TW" sz="1200" kern="100" dirty="0">
                <a:solidFill>
                  <a:srgbClr val="FF0000"/>
                </a:solidFill>
                <a:effectLst/>
                <a:latin typeface="Courier New" panose="02070309020205020404" pitchFamily="49" charset="0"/>
                <a:ea typeface="標楷體" panose="03000509000000000000" pitchFamily="65" charset="-120"/>
              </a:rPr>
              <a:t>&lt;/a&gt;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&lt;/li&gt;</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solidFill>
                  <a:srgbClr val="FF0000"/>
                </a:solidFill>
                <a:effectLst/>
                <a:latin typeface="Courier New" panose="02070309020205020404" pitchFamily="49" charset="0"/>
                <a:ea typeface="標楷體" panose="03000509000000000000" pitchFamily="65" charset="-120"/>
              </a:rPr>
              <a:t>        {% endif %}</a:t>
            </a:r>
            <a:endParaRPr lang="zh-TW" altLang="zh-TW" sz="12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&lt;li class="nav-item"&gt;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&lt;a class="nav-link" </a:t>
            </a:r>
            <a:r>
              <a:rPr lang="en-US" altLang="zh-TW" sz="1200" kern="100" dirty="0" err="1">
                <a:effectLst/>
                <a:latin typeface="Courier New" panose="02070309020205020404" pitchFamily="49" charset="0"/>
                <a:ea typeface="標楷體" panose="03000509000000000000" pitchFamily="65" charset="-120"/>
              </a:rPr>
              <a:t>href</a:t>
            </a:r>
            <a:r>
              <a:rPr lang="en-US" altLang="zh-TW" sz="1200" kern="100" dirty="0">
                <a:effectLst/>
                <a:latin typeface="Courier New" panose="02070309020205020404" pitchFamily="49" charset="0"/>
                <a:ea typeface="標楷體" panose="03000509000000000000" pitchFamily="65" charset="-120"/>
              </a:rPr>
              <a:t>="/admin/"&gt;</a:t>
            </a:r>
            <a:r>
              <a:rPr lang="zh-TW" altLang="zh-TW" sz="1200" kern="100" dirty="0">
                <a:effectLst/>
                <a:latin typeface="Courier New" panose="02070309020205020404" pitchFamily="49" charset="0"/>
                <a:ea typeface="標楷體" panose="03000509000000000000" pitchFamily="65" charset="-120"/>
              </a:rPr>
              <a:t>後台管理</a:t>
            </a:r>
            <a:r>
              <a:rPr lang="en-US" altLang="zh-TW" sz="1200" kern="100" dirty="0">
                <a:effectLst/>
                <a:latin typeface="Courier New" panose="02070309020205020404" pitchFamily="49" charset="0"/>
                <a:ea typeface="標楷體" panose="03000509000000000000" pitchFamily="65" charset="-120"/>
              </a:rPr>
              <a:t>&lt;/a&gt;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&lt;/li&gt;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a:t>
            </a:r>
            <a:r>
              <a:rPr lang="en-US" altLang="zh-TW" sz="1200" kern="100" dirty="0" err="1">
                <a:effectLst/>
                <a:latin typeface="Courier New" panose="02070309020205020404" pitchFamily="49" charset="0"/>
                <a:ea typeface="標楷體" panose="03000509000000000000" pitchFamily="65" charset="-120"/>
              </a:rPr>
              <a:t>ul</a:t>
            </a:r>
            <a:r>
              <a:rPr lang="en-US" altLang="zh-TW" sz="1200" kern="100" dirty="0">
                <a:effectLst/>
                <a:latin typeface="Courier New" panose="02070309020205020404" pitchFamily="49" charset="0"/>
                <a:ea typeface="標楷體" panose="03000509000000000000" pitchFamily="65" charset="-120"/>
              </a:rPr>
              <a:t>&gt;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&lt;/div&gt;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  &lt;/div&gt;</a:t>
            </a:r>
            <a:endParaRPr lang="zh-TW" altLang="zh-TW" sz="1200" kern="100" dirty="0">
              <a:effectLst/>
              <a:latin typeface="Courier New" panose="02070309020205020404" pitchFamily="49" charset="0"/>
              <a:ea typeface="標楷體" panose="03000509000000000000" pitchFamily="65" charset="-120"/>
            </a:endParaRPr>
          </a:p>
          <a:p>
            <a:pPr marL="0" indent="0">
              <a:buNone/>
            </a:pPr>
            <a:r>
              <a:rPr lang="en-US" altLang="zh-TW" sz="1200" kern="100" dirty="0">
                <a:effectLst/>
                <a:latin typeface="Courier New" panose="02070309020205020404" pitchFamily="49" charset="0"/>
                <a:ea typeface="標楷體" panose="03000509000000000000" pitchFamily="65" charset="-120"/>
              </a:rPr>
              <a:t>&lt;/nav&gt;</a:t>
            </a:r>
            <a:endParaRPr lang="zh-TW" altLang="en-US" sz="1800" dirty="0"/>
          </a:p>
        </p:txBody>
      </p:sp>
    </p:spTree>
    <p:extLst>
      <p:ext uri="{BB962C8B-B14F-4D97-AF65-F5344CB8AC3E}">
        <p14:creationId xmlns:p14="http://schemas.microsoft.com/office/powerpoint/2010/main" val="3217657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dirty="0"/>
              <a:t>建立使用者資料表</a:t>
            </a:r>
            <a:r>
              <a:rPr lang="en-US" altLang="zh-TW" dirty="0"/>
              <a:t>forms.py</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13</a:t>
            </a:fld>
            <a:endParaRPr lang="zh-TW" altLang="en-US"/>
          </a:p>
        </p:txBody>
      </p:sp>
      <p:sp>
        <p:nvSpPr>
          <p:cNvPr id="4" name="內容版面配置區 3"/>
          <p:cNvSpPr>
            <a:spLocks noGrp="1"/>
          </p:cNvSpPr>
          <p:nvPr>
            <p:ph sz="quarter" idx="1"/>
          </p:nvPr>
        </p:nvSpPr>
        <p:spPr>
          <a:xfrm>
            <a:off x="395536" y="1527048"/>
            <a:ext cx="8748464" cy="4572000"/>
          </a:xfrm>
        </p:spPr>
        <p:txBody>
          <a:bodyPr/>
          <a:lstStyle/>
          <a:p>
            <a:r>
              <a:rPr lang="zh-TW" altLang="zh-TW" dirty="0"/>
              <a:t>讓網頁使用者登入需要有一個表單，因此在</a:t>
            </a:r>
            <a:r>
              <a:rPr lang="en-US" altLang="zh-TW" dirty="0"/>
              <a:t>mysite/</a:t>
            </a:r>
            <a:r>
              <a:rPr lang="en-US" altLang="zh-TW" dirty="0">
                <a:solidFill>
                  <a:srgbClr val="FF0000"/>
                </a:solidFill>
              </a:rPr>
              <a:t>forms.py</a:t>
            </a:r>
            <a:r>
              <a:rPr lang="zh-TW" altLang="zh-TW" dirty="0"/>
              <a:t>中需加入此一類別：</a:t>
            </a:r>
          </a:p>
          <a:p>
            <a:pPr marL="0" indent="0">
              <a:buNone/>
            </a:pPr>
            <a:endParaRPr lang="en-US" altLang="zh-TW" dirty="0"/>
          </a:p>
          <a:p>
            <a:pPr marL="0" indent="0">
              <a:buNone/>
            </a:pPr>
            <a:r>
              <a:rPr lang="en-US" altLang="zh-TW" dirty="0"/>
              <a:t>from </a:t>
            </a:r>
            <a:r>
              <a:rPr lang="en-US" altLang="zh-TW" dirty="0" err="1"/>
              <a:t>django</a:t>
            </a:r>
            <a:r>
              <a:rPr lang="en-US" altLang="zh-TW" dirty="0"/>
              <a:t> import forms</a:t>
            </a:r>
          </a:p>
          <a:p>
            <a:pPr marL="0" indent="0">
              <a:buNone/>
            </a:pPr>
            <a:endParaRPr lang="en-US"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class </a:t>
            </a:r>
            <a:r>
              <a:rPr lang="en-US" altLang="zh-TW" sz="1800" kern="100" dirty="0" err="1">
                <a:solidFill>
                  <a:srgbClr val="FF0000"/>
                </a:solidFill>
                <a:effectLst/>
                <a:latin typeface="Courier New" panose="02070309020205020404" pitchFamily="49" charset="0"/>
                <a:ea typeface="標楷體" panose="03000509000000000000" pitchFamily="65" charset="-120"/>
              </a:rPr>
              <a:t>LoginForm</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forms.Form</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username</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forms.CharField</a:t>
            </a:r>
            <a:r>
              <a:rPr lang="en-US" altLang="zh-TW" sz="1800" kern="100" dirty="0">
                <a:effectLst/>
                <a:latin typeface="Courier New" panose="02070309020205020404" pitchFamily="49" charset="0"/>
                <a:ea typeface="標楷體" panose="03000509000000000000" pitchFamily="65" charset="-120"/>
              </a:rPr>
              <a:t>(label='</a:t>
            </a:r>
            <a:r>
              <a:rPr lang="zh-TW" altLang="zh-TW" sz="1800" kern="100" dirty="0">
                <a:effectLst/>
                <a:latin typeface="Courier New" panose="02070309020205020404" pitchFamily="49" charset="0"/>
                <a:ea typeface="標楷體" panose="03000509000000000000" pitchFamily="65" charset="-120"/>
              </a:rPr>
              <a:t>姓名</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max_length</a:t>
            </a:r>
            <a:r>
              <a:rPr lang="en-US" altLang="zh-TW" sz="1800" kern="100" dirty="0">
                <a:effectLst/>
                <a:latin typeface="Courier New" panose="02070309020205020404" pitchFamily="49" charset="0"/>
                <a:ea typeface="標楷體" panose="03000509000000000000" pitchFamily="65" charset="-120"/>
              </a:rPr>
              <a:t>=10)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password</a:t>
            </a:r>
            <a:r>
              <a:rPr lang="en-US" altLang="zh-TW" sz="1800" kern="100" dirty="0">
                <a:effectLst/>
                <a:latin typeface="Courier New" panose="02070309020205020404" pitchFamily="49" charset="0"/>
                <a:ea typeface="標楷體" panose="03000509000000000000" pitchFamily="65" charset="-120"/>
              </a:rPr>
              <a:t> = </a:t>
            </a:r>
          </a:p>
          <a:p>
            <a:pPr marL="0" indent="0">
              <a:buNone/>
            </a:pPr>
            <a:r>
              <a:rPr lang="en-US" altLang="zh-TW" sz="1800" kern="100" dirty="0" err="1">
                <a:effectLst/>
                <a:latin typeface="Courier New" panose="02070309020205020404" pitchFamily="49" charset="0"/>
                <a:ea typeface="標楷體" panose="03000509000000000000" pitchFamily="65" charset="-120"/>
              </a:rPr>
              <a:t>forms.CharField</a:t>
            </a:r>
            <a:r>
              <a:rPr lang="en-US" altLang="zh-TW" sz="1800" kern="100" dirty="0">
                <a:effectLst/>
                <a:latin typeface="Courier New" panose="02070309020205020404" pitchFamily="49" charset="0"/>
                <a:ea typeface="標楷體" panose="03000509000000000000" pitchFamily="65" charset="-120"/>
              </a:rPr>
              <a:t>(label='</a:t>
            </a:r>
            <a:r>
              <a:rPr lang="zh-TW" altLang="zh-TW" sz="1800" kern="100" dirty="0">
                <a:effectLst/>
                <a:latin typeface="Courier New" panose="02070309020205020404" pitchFamily="49" charset="0"/>
                <a:ea typeface="標楷體" panose="03000509000000000000" pitchFamily="65" charset="-120"/>
              </a:rPr>
              <a:t>密碼</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widget</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forms.PasswordInput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3741789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14</a:t>
            </a:fld>
            <a:endParaRPr lang="zh-TW" altLang="en-US"/>
          </a:p>
        </p:txBody>
      </p:sp>
      <p:sp>
        <p:nvSpPr>
          <p:cNvPr id="4" name="內容版面配置區 3"/>
          <p:cNvSpPr>
            <a:spLocks noGrp="1"/>
          </p:cNvSpPr>
          <p:nvPr>
            <p:ph sz="quarter" idx="1"/>
          </p:nvPr>
        </p:nvSpPr>
        <p:spPr>
          <a:xfrm>
            <a:off x="301752" y="1527048"/>
            <a:ext cx="8662736" cy="5070304"/>
          </a:xfrm>
        </p:spPr>
        <p:txBody>
          <a:bodyPr>
            <a:normAutofit/>
          </a:bodyPr>
          <a:lstStyle/>
          <a:p>
            <a:r>
              <a:rPr lang="zh-TW" altLang="zh-TW" dirty="0"/>
              <a:t>在</a:t>
            </a:r>
            <a:r>
              <a:rPr lang="en-US" altLang="zh-TW" dirty="0">
                <a:solidFill>
                  <a:srgbClr val="FF0000"/>
                </a:solidFill>
              </a:rPr>
              <a:t>login.html</a:t>
            </a:r>
            <a:r>
              <a:rPr lang="zh-TW" altLang="zh-TW" dirty="0"/>
              <a:t>中要配合如下：</a:t>
            </a:r>
          </a:p>
          <a:p>
            <a:pPr marL="0" indent="0">
              <a:buNone/>
            </a:pPr>
            <a:r>
              <a:rPr lang="en-US" altLang="zh-TW" sz="1800" kern="100" dirty="0">
                <a:effectLst/>
                <a:latin typeface="Courier New" panose="02070309020205020404" pitchFamily="49" charset="0"/>
                <a:ea typeface="標楷體" panose="03000509000000000000" pitchFamily="65" charset="-120"/>
              </a:rPr>
              <a:t>&lt;!-- login.html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zh-TW" altLang="zh-TW" sz="1800" kern="100" dirty="0">
                <a:effectLst/>
                <a:latin typeface="Courier New" panose="02070309020205020404" pitchFamily="49" charset="0"/>
                <a:ea typeface="標楷體" panose="03000509000000000000" pitchFamily="65" charset="-120"/>
              </a:rPr>
              <a:t>登入分享日記</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a:t>
            </a:r>
            <a:r>
              <a:rPr lang="en-US" altLang="zh-TW" sz="1800" kern="100" dirty="0">
                <a:solidFill>
                  <a:srgbClr val="FF0000"/>
                </a:solidFill>
                <a:effectLst/>
                <a:latin typeface="Courier New" panose="02070309020205020404" pitchFamily="49" charset="0"/>
                <a:ea typeface="標楷體" panose="03000509000000000000" pitchFamily="65" charset="-120"/>
              </a:rPr>
              <a:t>content</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message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class='alert alert-warning'&gt;{{ message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endif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class='row'&gt;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class='col-md-12'&gt;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&lt;h3 class="alert </a:t>
            </a:r>
            <a:r>
              <a:rPr lang="en-US" altLang="zh-TW" sz="1800" kern="100" dirty="0">
                <a:solidFill>
                  <a:srgbClr val="FF0000"/>
                </a:solidFill>
                <a:effectLst/>
                <a:latin typeface="Courier New" panose="02070309020205020404" pitchFamily="49" charset="0"/>
                <a:ea typeface="標楷體" panose="03000509000000000000" pitchFamily="65" charset="-120"/>
              </a:rPr>
              <a:t>alert-primary</a:t>
            </a:r>
            <a:r>
              <a:rPr lang="en-US" altLang="zh-TW" sz="1800" kern="100" dirty="0">
                <a:effectLst/>
                <a:latin typeface="Courier New" panose="02070309020205020404" pitchFamily="49" charset="0"/>
                <a:ea typeface="標楷體" panose="03000509000000000000" pitchFamily="65" charset="-120"/>
              </a:rPr>
              <a:t>"&gt;</a:t>
            </a:r>
            <a:r>
              <a:rPr lang="zh-TW" altLang="zh-TW" sz="1800" kern="100" dirty="0">
                <a:effectLst/>
                <a:latin typeface="Courier New" panose="02070309020205020404" pitchFamily="49" charset="0"/>
                <a:ea typeface="標楷體" panose="03000509000000000000" pitchFamily="65" charset="-120"/>
              </a:rPr>
              <a:t>登入我的私人日記</a:t>
            </a:r>
            <a:r>
              <a:rPr lang="en-US" altLang="zh-TW" sz="1800" kern="100" dirty="0">
                <a:effectLst/>
                <a:latin typeface="Courier New" panose="02070309020205020404" pitchFamily="49" charset="0"/>
                <a:ea typeface="標楷體" panose="03000509000000000000" pitchFamily="65" charset="-120"/>
              </a:rPr>
              <a:t>&lt;/h3&gt;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&lt;/div&gt;</a:t>
            </a:r>
            <a:endParaRPr lang="zh-TW" altLang="zh-TW" sz="1800" kern="100" dirty="0">
              <a:effectLst/>
              <a:latin typeface="Courier New" panose="02070309020205020404" pitchFamily="49" charset="0"/>
              <a:ea typeface="標楷體" panose="03000509000000000000" pitchFamily="65" charset="-120"/>
            </a:endParaRPr>
          </a:p>
          <a:p>
            <a:pPr lvl="1"/>
            <a:endParaRPr lang="zh-TW" altLang="zh-TW" dirty="0"/>
          </a:p>
        </p:txBody>
      </p:sp>
    </p:spTree>
    <p:extLst>
      <p:ext uri="{BB962C8B-B14F-4D97-AF65-F5344CB8AC3E}">
        <p14:creationId xmlns:p14="http://schemas.microsoft.com/office/powerpoint/2010/main" val="2787752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15</a:t>
            </a:fld>
            <a:endParaRPr lang="zh-TW" altLang="en-US"/>
          </a:p>
        </p:txBody>
      </p:sp>
      <p:sp>
        <p:nvSpPr>
          <p:cNvPr id="4" name="內容版面配置區 3"/>
          <p:cNvSpPr>
            <a:spLocks noGrp="1"/>
          </p:cNvSpPr>
          <p:nvPr>
            <p:ph sz="quarter" idx="1"/>
          </p:nvPr>
        </p:nvSpPr>
        <p:spPr/>
        <p:txBody>
          <a:bodyPr>
            <a:normAutofit lnSpcReduction="10000"/>
          </a:bodyPr>
          <a:lstStyle/>
          <a:p>
            <a:pPr marL="0" indent="0">
              <a:buNone/>
            </a:pPr>
            <a:r>
              <a:rPr lang="en-US" altLang="zh-TW" sz="2400" kern="100" dirty="0">
                <a:solidFill>
                  <a:srgbClr val="FF0000"/>
                </a:solidFill>
                <a:effectLst/>
                <a:latin typeface="Courier New" panose="02070309020205020404" pitchFamily="49" charset="0"/>
                <a:ea typeface="標楷體" panose="03000509000000000000" pitchFamily="65" charset="-120"/>
              </a:rPr>
              <a:t>&lt;form action='.' method='POST'&gt;</a:t>
            </a:r>
            <a:endParaRPr lang="zh-TW" altLang="zh-TW" sz="24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a:t>
            </a:r>
            <a:r>
              <a:rPr lang="en-US" altLang="zh-TW" sz="2400" kern="100" dirty="0">
                <a:solidFill>
                  <a:srgbClr val="FF0000"/>
                </a:solidFill>
                <a:effectLst/>
                <a:latin typeface="Courier New" panose="02070309020205020404" pitchFamily="49" charset="0"/>
                <a:ea typeface="標楷體" panose="03000509000000000000" pitchFamily="65" charset="-120"/>
              </a:rPr>
              <a:t>{% </a:t>
            </a:r>
            <a:r>
              <a:rPr lang="en-US" altLang="zh-TW" sz="2400" kern="100" dirty="0" err="1">
                <a:solidFill>
                  <a:srgbClr val="FF0000"/>
                </a:solidFill>
                <a:effectLst/>
                <a:latin typeface="Courier New" panose="02070309020205020404" pitchFamily="49" charset="0"/>
                <a:ea typeface="標楷體" panose="03000509000000000000" pitchFamily="65" charset="-120"/>
              </a:rPr>
              <a:t>csrf_token</a:t>
            </a:r>
            <a:r>
              <a:rPr lang="en-US" altLang="zh-TW" sz="2400" kern="100" dirty="0">
                <a:solidFill>
                  <a:srgbClr val="FF0000"/>
                </a:solidFill>
                <a:effectLst/>
                <a:latin typeface="Courier New" panose="02070309020205020404" pitchFamily="49" charset="0"/>
                <a:ea typeface="標楷體" panose="03000509000000000000" pitchFamily="65" charset="-120"/>
              </a:rPr>
              <a:t> %}</a:t>
            </a:r>
            <a:endParaRPr lang="zh-TW" altLang="zh-TW" sz="24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&lt;table&gt;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 </a:t>
            </a:r>
            <a:r>
              <a:rPr lang="en-US" altLang="zh-TW" sz="2400" kern="100" dirty="0" err="1">
                <a:solidFill>
                  <a:srgbClr val="FF0000"/>
                </a:solidFill>
                <a:effectLst/>
                <a:latin typeface="Courier New" panose="02070309020205020404" pitchFamily="49" charset="0"/>
                <a:ea typeface="標楷體" panose="03000509000000000000" pitchFamily="65" charset="-120"/>
              </a:rPr>
              <a:t>login_form.as_table</a:t>
            </a:r>
            <a:r>
              <a:rPr lang="en-US" altLang="zh-TW" sz="2400" kern="100" dirty="0">
                <a:solidFill>
                  <a:srgbClr val="FF0000"/>
                </a:solidFill>
                <a:effectLst/>
                <a:latin typeface="Courier New" panose="02070309020205020404" pitchFamily="49" charset="0"/>
                <a:ea typeface="標楷體" panose="03000509000000000000" pitchFamily="65" charset="-120"/>
              </a:rPr>
              <a:t> </a:t>
            </a:r>
            <a:r>
              <a:rPr lang="en-US" altLang="zh-TW" sz="2400" kern="100" dirty="0">
                <a:effectLst/>
                <a:latin typeface="Courier New" panose="02070309020205020404" pitchFamily="49" charset="0"/>
                <a:ea typeface="標楷體" panose="03000509000000000000" pitchFamily="65" charset="-120"/>
              </a:rPr>
              <a: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&lt;/table&gt;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&lt;input type='submit' value='</a:t>
            </a:r>
            <a:r>
              <a:rPr lang="zh-TW" altLang="zh-TW" sz="2400" kern="100" dirty="0">
                <a:effectLst/>
                <a:latin typeface="Courier New" panose="02070309020205020404" pitchFamily="49" charset="0"/>
                <a:ea typeface="標楷體" panose="03000509000000000000" pitchFamily="65" charset="-120"/>
              </a:rPr>
              <a:t>登入</a:t>
            </a:r>
            <a:r>
              <a:rPr lang="en-US" altLang="zh-TW" sz="2400" kern="100" dirty="0">
                <a:effectLst/>
                <a:latin typeface="Courier New" panose="02070309020205020404" pitchFamily="49" charset="0"/>
                <a:ea typeface="標楷體" panose="03000509000000000000" pitchFamily="65" charset="-120"/>
              </a:rPr>
              <a:t>'&gt;&lt;</a:t>
            </a:r>
            <a:r>
              <a:rPr lang="en-US" altLang="zh-TW" sz="2400" kern="100" dirty="0" err="1">
                <a:effectLst/>
                <a:latin typeface="Courier New" panose="02070309020205020404" pitchFamily="49" charset="0"/>
                <a:ea typeface="標楷體" panose="03000509000000000000" pitchFamily="65" charset="-120"/>
              </a:rPr>
              <a:t>br</a:t>
            </a:r>
            <a:r>
              <a:rPr lang="en-US" altLang="zh-TW" sz="2400" kern="100" dirty="0">
                <a:effectLst/>
                <a:latin typeface="Courier New" panose="02070309020205020404" pitchFamily="49" charset="0"/>
                <a:ea typeface="標楷體" panose="03000509000000000000" pitchFamily="65" charset="-120"/>
              </a:rPr>
              <a:t>/&gt;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&lt;/form&gt;</a:t>
            </a:r>
            <a:endParaRPr lang="zh-TW" altLang="zh-TW" sz="2400" kern="100" dirty="0">
              <a:effectLst/>
              <a:latin typeface="Courier New" panose="02070309020205020404" pitchFamily="49" charset="0"/>
              <a:ea typeface="標楷體" panose="03000509000000000000" pitchFamily="65" charset="-120"/>
            </a:endParaRPr>
          </a:p>
          <a:p>
            <a:pPr marL="0" indent="0">
              <a:buNone/>
            </a:pPr>
            <a:endParaRPr lang="en-US" altLang="zh-TW" sz="2400" kern="100" dirty="0">
              <a:effectLst/>
              <a:latin typeface="Courier New" panose="02070309020205020404" pitchFamily="49" charset="0"/>
              <a:ea typeface="標楷體" panose="03000509000000000000" pitchFamily="65" charset="-120"/>
            </a:endParaRPr>
          </a:p>
          <a:p>
            <a:pPr marL="0" indent="0">
              <a:buNone/>
            </a:pPr>
            <a:endParaRPr lang="en-US" altLang="zh-TW" sz="2400" kern="100" dirty="0">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&lt;/div&gt;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a:t>
            </a:r>
            <a:r>
              <a:rPr lang="en-US" altLang="zh-TW" sz="2400" kern="100" dirty="0" err="1">
                <a:effectLst/>
                <a:latin typeface="Courier New" panose="02070309020205020404" pitchFamily="49" charset="0"/>
                <a:ea typeface="標楷體" panose="03000509000000000000" pitchFamily="65" charset="-120"/>
              </a:rPr>
              <a:t>endblock</a:t>
            </a:r>
            <a:r>
              <a:rPr lang="en-US" altLang="zh-TW" sz="2400" kern="100" dirty="0">
                <a:effectLst/>
                <a:latin typeface="Courier New" panose="02070309020205020404" pitchFamily="49" charset="0"/>
                <a:ea typeface="標楷體" panose="03000509000000000000" pitchFamily="65" charset="-120"/>
              </a:rPr>
              <a:t> %}</a:t>
            </a:r>
            <a:endParaRPr lang="zh-TW" altLang="zh-TW" sz="2400" kern="100" dirty="0">
              <a:effectLst/>
              <a:latin typeface="Courier New" panose="02070309020205020404" pitchFamily="49" charset="0"/>
              <a:ea typeface="標楷體" panose="03000509000000000000" pitchFamily="65" charset="-120"/>
            </a:endParaRPr>
          </a:p>
          <a:p>
            <a:endParaRPr lang="zh-TW" altLang="en-US" sz="3200" dirty="0"/>
          </a:p>
        </p:txBody>
      </p:sp>
    </p:spTree>
    <p:extLst>
      <p:ext uri="{BB962C8B-B14F-4D97-AF65-F5344CB8AC3E}">
        <p14:creationId xmlns:p14="http://schemas.microsoft.com/office/powerpoint/2010/main" val="3632865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建立使用者資料表</a:t>
            </a:r>
            <a:r>
              <a:rPr lang="en-US" altLang="zh-TW" dirty="0" err="1">
                <a:solidFill>
                  <a:srgbClr val="FF0000"/>
                </a:solidFill>
              </a:rPr>
              <a:t>veiws.login</a:t>
            </a:r>
            <a:r>
              <a:rPr lang="en-US" altLang="zh-TW" dirty="0">
                <a:solidFill>
                  <a:srgbClr val="FF0000"/>
                </a:solidFill>
              </a:rPr>
              <a:t>(</a:t>
            </a:r>
            <a:r>
              <a:rPr lang="zh-TW" altLang="en-US" dirty="0">
                <a:solidFill>
                  <a:srgbClr val="FF0000"/>
                </a:solidFill>
              </a:rPr>
              <a:t>二</a:t>
            </a:r>
            <a:r>
              <a:rPr lang="en-US" altLang="zh-TW" dirty="0">
                <a:solidFill>
                  <a:srgbClr val="FF0000"/>
                </a:solidFill>
              </a:rPr>
              <a:t>)</a:t>
            </a:r>
            <a:br>
              <a:rPr lang="en-US" altLang="zh-TW" dirty="0">
                <a:solidFill>
                  <a:srgbClr val="FF0000"/>
                </a:solidFill>
              </a:rPr>
            </a:br>
            <a:r>
              <a:rPr lang="zh-TW" altLang="en-US" dirty="0">
                <a:solidFill>
                  <a:srgbClr val="FF0000"/>
                </a:solidFill>
              </a:rPr>
              <a:t>注意</a:t>
            </a:r>
            <a:r>
              <a:rPr lang="en-US" altLang="zh-TW" dirty="0">
                <a:solidFill>
                  <a:srgbClr val="FF0000"/>
                </a:solidFill>
              </a:rPr>
              <a:t>user</a:t>
            </a:r>
            <a:r>
              <a:rPr lang="zh-TW" altLang="en-US" dirty="0">
                <a:solidFill>
                  <a:srgbClr val="FF0000"/>
                </a:solidFill>
              </a:rPr>
              <a:t>欄位名稱，</a:t>
            </a:r>
            <a:r>
              <a:rPr lang="en-US" altLang="zh-TW" dirty="0">
                <a:solidFill>
                  <a:srgbClr val="FF0000"/>
                </a:solidFill>
              </a:rPr>
              <a:t>strip()</a:t>
            </a:r>
            <a:r>
              <a:rPr lang="zh-TW" altLang="en-US" dirty="0">
                <a:solidFill>
                  <a:srgbClr val="FF0000"/>
                </a:solidFill>
              </a:rPr>
              <a:t>是去掉空白字元</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16</a:t>
            </a:fld>
            <a:endParaRPr lang="zh-TW" altLang="en-US"/>
          </a:p>
        </p:txBody>
      </p:sp>
      <p:sp>
        <p:nvSpPr>
          <p:cNvPr id="4" name="內容版面配置區 3"/>
          <p:cNvSpPr>
            <a:spLocks noGrp="1"/>
          </p:cNvSpPr>
          <p:nvPr>
            <p:ph sz="quarter" idx="1"/>
          </p:nvPr>
        </p:nvSpPr>
        <p:spPr>
          <a:xfrm>
            <a:off x="35496" y="1527048"/>
            <a:ext cx="9073008" cy="5070304"/>
          </a:xfrm>
        </p:spPr>
        <p:txBody>
          <a:bodyPr>
            <a:normAutofit/>
          </a:bodyPr>
          <a:lstStyle/>
          <a:p>
            <a:r>
              <a:rPr lang="zh-TW" altLang="zh-TW" dirty="0"/>
              <a:t>在</a:t>
            </a:r>
            <a:r>
              <a:rPr lang="en-US" altLang="zh-TW" dirty="0" err="1">
                <a:solidFill>
                  <a:srgbClr val="FF0000"/>
                </a:solidFill>
              </a:rPr>
              <a:t>veiws.login</a:t>
            </a:r>
            <a:r>
              <a:rPr lang="zh-TW" altLang="zh-TW" dirty="0"/>
              <a:t>中就可以透過以下所示的程式碼運作：</a:t>
            </a:r>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django.shortcuts</a:t>
            </a:r>
            <a:r>
              <a:rPr lang="en-US" altLang="zh-TW" sz="1800" kern="100" dirty="0">
                <a:effectLst/>
                <a:latin typeface="Courier New" panose="02070309020205020404" pitchFamily="49" charset="0"/>
                <a:ea typeface="標楷體" panose="03000509000000000000" pitchFamily="65" charset="-120"/>
              </a:rPr>
              <a:t> import redirect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r>
              <a:rPr lang="zh-TW" altLang="zh-TW" sz="1800" kern="100" dirty="0">
                <a:effectLst/>
                <a:latin typeface="Courier New" panose="02070309020205020404" pitchFamily="49" charset="0"/>
                <a:ea typeface="標楷體" panose="03000509000000000000" pitchFamily="65" charset="-120"/>
              </a:rPr>
              <a:t>（省略部份程式碼）</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b="1" kern="100" dirty="0">
                <a:solidFill>
                  <a:srgbClr val="FF0000"/>
                </a:solidFill>
                <a:effectLst/>
                <a:latin typeface="Courier New" panose="02070309020205020404" pitchFamily="49" charset="0"/>
                <a:ea typeface="標楷體" panose="03000509000000000000" pitchFamily="65" charset="-120"/>
              </a:rPr>
              <a:t>def login(request):</a:t>
            </a:r>
            <a:endParaRPr lang="zh-TW" altLang="zh-TW" sz="18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request.method</a:t>
            </a:r>
            <a:r>
              <a:rPr lang="en-US" altLang="zh-TW" sz="1800" kern="100" dirty="0">
                <a:effectLst/>
                <a:latin typeface="Courier New" panose="02070309020205020404" pitchFamily="49" charset="0"/>
                <a:ea typeface="標楷體" panose="03000509000000000000" pitchFamily="65" charset="-120"/>
              </a:rPr>
              <a:t> == 'POST':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login_form</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forms.LoginForm</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login_form.is_valid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login_name</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[‘username’].</a:t>
            </a:r>
            <a:r>
              <a:rPr lang="en-US" altLang="zh-TW" sz="1800" kern="100" dirty="0">
                <a:solidFill>
                  <a:srgbClr val="FF0000"/>
                </a:solidFill>
                <a:effectLst/>
                <a:latin typeface="Courier New" panose="02070309020205020404" pitchFamily="49" charset="0"/>
                <a:ea typeface="標楷體" panose="03000509000000000000" pitchFamily="65" charset="-120"/>
              </a:rPr>
              <a:t>strip()(</a:t>
            </a:r>
            <a:r>
              <a:rPr lang="zh-TW" altLang="en-US" sz="1800" kern="100" dirty="0">
                <a:solidFill>
                  <a:srgbClr val="FF0000"/>
                </a:solidFill>
                <a:effectLst/>
                <a:latin typeface="Courier New" panose="02070309020205020404" pitchFamily="49" charset="0"/>
                <a:ea typeface="標楷體" panose="03000509000000000000" pitchFamily="65" charset="-120"/>
              </a:rPr>
              <a:t>去掉空格</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login_password</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['password']</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try: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user = </a:t>
            </a:r>
            <a:r>
              <a:rPr lang="en-US" altLang="zh-TW" sz="1800" kern="100" dirty="0" err="1">
                <a:solidFill>
                  <a:srgbClr val="FF0000"/>
                </a:solidFill>
                <a:effectLst/>
                <a:latin typeface="Courier New" panose="02070309020205020404" pitchFamily="49" charset="0"/>
                <a:ea typeface="標楷體" panose="03000509000000000000" pitchFamily="65" charset="-120"/>
              </a:rPr>
              <a:t>models.User.objects.get</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2800" b="1" kern="100" dirty="0">
                <a:solidFill>
                  <a:srgbClr val="FF0000"/>
                </a:solidFill>
                <a:effectLst/>
                <a:latin typeface="Courier New" panose="02070309020205020404" pitchFamily="49" charset="0"/>
                <a:ea typeface="標楷體" panose="03000509000000000000" pitchFamily="65" charset="-120"/>
              </a:rPr>
              <a:t>name</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login_name</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1616517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17</a:t>
            </a:fld>
            <a:endParaRPr lang="zh-TW" altLang="en-US"/>
          </a:p>
        </p:txBody>
      </p:sp>
      <p:sp>
        <p:nvSpPr>
          <p:cNvPr id="4" name="內容版面配置區 3"/>
          <p:cNvSpPr>
            <a:spLocks noGrp="1"/>
          </p:cNvSpPr>
          <p:nvPr>
            <p:ph sz="quarter" idx="1"/>
          </p:nvPr>
        </p:nvSpPr>
        <p:spPr>
          <a:xfrm>
            <a:off x="301752" y="1527048"/>
            <a:ext cx="8734744" cy="5142312"/>
          </a:xfrm>
        </p:spPr>
        <p:txBody>
          <a:bodyPr>
            <a:normAutofit/>
          </a:bodyPr>
          <a:lstStyle/>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if </a:t>
            </a:r>
            <a:r>
              <a:rPr lang="en-US" altLang="zh-TW" sz="1800" kern="100" dirty="0" err="1">
                <a:solidFill>
                  <a:srgbClr val="FF0000"/>
                </a:solidFill>
                <a:effectLst/>
                <a:latin typeface="Courier New" panose="02070309020205020404" pitchFamily="49" charset="0"/>
                <a:ea typeface="標楷體" panose="03000509000000000000" pitchFamily="65" charset="-120"/>
              </a:rPr>
              <a:t>user.password</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login_password</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request.session</a:t>
            </a:r>
            <a:r>
              <a:rPr lang="en-US" altLang="zh-TW" sz="1800" kern="100" dirty="0">
                <a:solidFill>
                  <a:srgbClr val="FF0000"/>
                </a:solidFill>
                <a:effectLst/>
                <a:latin typeface="Courier New" panose="02070309020205020404" pitchFamily="49" charset="0"/>
                <a:ea typeface="標楷體" panose="03000509000000000000" pitchFamily="65" charset="-120"/>
              </a:rPr>
              <a:t>['username'] = user.name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request.session</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useremail</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user.email</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return redirect('/')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message = "</a:t>
            </a:r>
            <a:r>
              <a:rPr lang="zh-TW" altLang="zh-TW" sz="1800" kern="100" dirty="0">
                <a:effectLst/>
                <a:latin typeface="Courier New" panose="02070309020205020404" pitchFamily="49" charset="0"/>
                <a:ea typeface="標楷體" panose="03000509000000000000" pitchFamily="65" charset="-120"/>
              </a:rPr>
              <a:t>密碼錯誤，請再檢查一次</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except: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message = "</a:t>
            </a:r>
            <a:r>
              <a:rPr lang="zh-TW" altLang="zh-TW" sz="1800" kern="100" dirty="0">
                <a:effectLst/>
                <a:latin typeface="Courier New" panose="02070309020205020404" pitchFamily="49" charset="0"/>
                <a:ea typeface="標楷體" panose="03000509000000000000" pitchFamily="65" charset="-120"/>
              </a:rPr>
              <a:t>找不到使用者</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message = "</a:t>
            </a:r>
            <a:r>
              <a:rPr lang="zh-TW" altLang="zh-TW" sz="1800" kern="100" dirty="0">
                <a:effectLst/>
                <a:latin typeface="Courier New" panose="02070309020205020404" pitchFamily="49" charset="0"/>
                <a:ea typeface="標楷體" panose="03000509000000000000" pitchFamily="65" charset="-120"/>
              </a:rPr>
              <a:t>請檢查輸入的欄位內容</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login_form</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forms.LoginForm</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render(request, 'login.html', </a:t>
            </a:r>
            <a:r>
              <a:rPr lang="en-US" altLang="zh-TW" sz="2800" b="1" kern="100" dirty="0">
                <a:solidFill>
                  <a:srgbClr val="FF0000"/>
                </a:solidFill>
                <a:effectLst/>
                <a:latin typeface="Courier New" panose="02070309020205020404" pitchFamily="49" charset="0"/>
                <a:ea typeface="標楷體" panose="03000509000000000000" pitchFamily="65" charset="-120"/>
              </a:rPr>
              <a:t>locals()</a:t>
            </a:r>
            <a:r>
              <a:rPr lang="en-US" altLang="zh-TW" sz="1800" kern="100" dirty="0">
                <a:effectLst/>
                <a:latin typeface="Courier New" panose="02070309020205020404" pitchFamily="49" charset="0"/>
                <a:ea typeface="標楷體" panose="03000509000000000000" pitchFamily="65" charset="-120"/>
              </a:rPr>
              <a:t>)</a:t>
            </a:r>
            <a:endParaRPr lang="zh-TW" altLang="en-US" dirty="0"/>
          </a:p>
        </p:txBody>
      </p:sp>
    </p:spTree>
    <p:extLst>
      <p:ext uri="{BB962C8B-B14F-4D97-AF65-F5344CB8AC3E}">
        <p14:creationId xmlns:p14="http://schemas.microsoft.com/office/powerpoint/2010/main" val="3654595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179512" y="228600"/>
            <a:ext cx="8656640" cy="758952"/>
          </a:xfrm>
        </p:spPr>
        <p:txBody>
          <a:bodyPr>
            <a:normAutofit fontScale="90000"/>
          </a:bodyPr>
          <a:lstStyle/>
          <a:p>
            <a:r>
              <a:rPr lang="zh-TW" altLang="zh-TW" dirty="0"/>
              <a:t>建立使用者資料表</a:t>
            </a:r>
            <a:r>
              <a:rPr lang="en-US" altLang="zh-TW" dirty="0"/>
              <a:t>(</a:t>
            </a:r>
            <a:r>
              <a:rPr lang="zh-TW" altLang="en-US" dirty="0"/>
              <a:t>說明</a:t>
            </a:r>
            <a:r>
              <a:rPr lang="zh-TW" altLang="en-US" dirty="0">
                <a:solidFill>
                  <a:srgbClr val="FF0000"/>
                </a:solidFill>
              </a:rPr>
              <a:t>可跨網頁取得</a:t>
            </a:r>
            <a:r>
              <a:rPr lang="en-US" altLang="zh-TW" dirty="0">
                <a:solidFill>
                  <a:srgbClr val="FF0000"/>
                </a:solidFill>
              </a:rPr>
              <a:t>session</a:t>
            </a:r>
            <a:r>
              <a:rPr lang="zh-TW" altLang="en-US" dirty="0">
                <a:solidFill>
                  <a:srgbClr val="FF0000"/>
                </a:solidFill>
              </a:rPr>
              <a:t>資料</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18</a:t>
            </a:fld>
            <a:endParaRPr lang="zh-TW" altLang="en-US"/>
          </a:p>
        </p:txBody>
      </p:sp>
      <p:sp>
        <p:nvSpPr>
          <p:cNvPr id="4" name="內容版面配置區 3"/>
          <p:cNvSpPr>
            <a:spLocks noGrp="1"/>
          </p:cNvSpPr>
          <p:nvPr>
            <p:ph sz="quarter" idx="1"/>
          </p:nvPr>
        </p:nvSpPr>
        <p:spPr/>
        <p:txBody>
          <a:bodyPr/>
          <a:lstStyle/>
          <a:p>
            <a:r>
              <a:rPr lang="zh-TW" altLang="en-US" sz="2400" dirty="0"/>
              <a:t>檢查密碼正確後，在</a:t>
            </a:r>
            <a:r>
              <a:rPr lang="en-US" altLang="zh-TW" sz="2400" dirty="0" err="1"/>
              <a:t>request.session</a:t>
            </a:r>
            <a:r>
              <a:rPr lang="zh-TW" altLang="en-US" sz="2400" dirty="0"/>
              <a:t>中設定</a:t>
            </a:r>
            <a:r>
              <a:rPr lang="en-US" altLang="zh-TW" sz="2400" dirty="0"/>
              <a:t>username</a:t>
            </a:r>
            <a:r>
              <a:rPr lang="zh-TW" altLang="en-US" sz="2400" dirty="0"/>
              <a:t>和</a:t>
            </a:r>
            <a:r>
              <a:rPr lang="en-US" altLang="zh-TW" sz="2400" dirty="0" err="1"/>
              <a:t>useremail</a:t>
            </a:r>
            <a:r>
              <a:rPr lang="zh-TW" altLang="en-US" sz="2400" dirty="0">
                <a:solidFill>
                  <a:srgbClr val="FF0000"/>
                </a:solidFill>
              </a:rPr>
              <a:t>這兩個</a:t>
            </a:r>
            <a:r>
              <a:rPr lang="en-US" altLang="zh-TW" sz="2400" dirty="0">
                <a:solidFill>
                  <a:srgbClr val="FF0000"/>
                </a:solidFill>
              </a:rPr>
              <a:t>Session</a:t>
            </a:r>
            <a:r>
              <a:rPr lang="zh-TW" altLang="en-US" sz="2400" dirty="0">
                <a:solidFill>
                  <a:srgbClr val="FF0000"/>
                </a:solidFill>
              </a:rPr>
              <a:t>變數</a:t>
            </a:r>
            <a:r>
              <a:rPr lang="zh-TW" altLang="en-US" sz="2400" dirty="0"/>
              <a:t>，這兩個變數就會在設定的</a:t>
            </a:r>
            <a:r>
              <a:rPr lang="en-US" altLang="zh-TW" sz="2400" dirty="0">
                <a:solidFill>
                  <a:srgbClr val="FF0000"/>
                </a:solidFill>
              </a:rPr>
              <a:t>Session</a:t>
            </a:r>
            <a:r>
              <a:rPr lang="zh-TW" altLang="en-US" sz="2400" dirty="0">
                <a:solidFill>
                  <a:srgbClr val="FF0000"/>
                </a:solidFill>
              </a:rPr>
              <a:t>存續時間內</a:t>
            </a:r>
            <a:r>
              <a:rPr lang="zh-TW" altLang="en-US" sz="2400" dirty="0"/>
              <a:t>（預設是瀏覽器關閉之前）</a:t>
            </a:r>
            <a:r>
              <a:rPr lang="zh-TW" altLang="en-US" sz="2400" dirty="0">
                <a:solidFill>
                  <a:srgbClr val="FF0000"/>
                </a:solidFill>
              </a:rPr>
              <a:t>都可以被取得</a:t>
            </a:r>
            <a:r>
              <a:rPr lang="zh-TW" altLang="zh-TW" sz="2400" dirty="0">
                <a:solidFill>
                  <a:srgbClr val="FF0000"/>
                </a:solidFill>
              </a:rPr>
              <a:t>：</a:t>
            </a:r>
          </a:p>
          <a:p>
            <a:pPr marL="0" indent="0">
              <a:buNone/>
            </a:pPr>
            <a:r>
              <a:rPr lang="en-US" altLang="zh-TW" sz="1800" kern="100" dirty="0">
                <a:effectLst/>
                <a:latin typeface="Courier New" panose="02070309020205020404" pitchFamily="49" charset="0"/>
                <a:ea typeface="標楷體" panose="03000509000000000000" pitchFamily="65" charset="-120"/>
              </a:rPr>
              <a:t>if </a:t>
            </a:r>
            <a:r>
              <a:rPr lang="en-US" altLang="zh-TW" sz="1800" kern="100" dirty="0" err="1">
                <a:effectLst/>
                <a:latin typeface="Courier New" panose="02070309020205020404" pitchFamily="49" charset="0"/>
                <a:ea typeface="標楷體" panose="03000509000000000000" pitchFamily="65" charset="-120"/>
              </a:rPr>
              <a:t>user.password</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login_password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request.session</a:t>
            </a:r>
            <a:r>
              <a:rPr lang="en-US" altLang="zh-TW" sz="1800" kern="100" dirty="0">
                <a:solidFill>
                  <a:srgbClr val="FF0000"/>
                </a:solidFill>
                <a:effectLst/>
                <a:latin typeface="Courier New" panose="02070309020205020404" pitchFamily="49" charset="0"/>
                <a:ea typeface="標楷體" panose="03000509000000000000" pitchFamily="65" charset="-120"/>
              </a:rPr>
              <a:t>['username'] = user.name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request.session</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useremail</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user.email</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redirect('/')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3657589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r>
              <a:rPr lang="en-US" altLang="zh-TW" dirty="0"/>
              <a:t>(</a:t>
            </a:r>
            <a:r>
              <a:rPr lang="zh-TW" altLang="en-US" dirty="0"/>
              <a:t>三</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19</a:t>
            </a:fld>
            <a:endParaRPr lang="zh-TW" altLang="en-US"/>
          </a:p>
        </p:txBody>
      </p:sp>
      <p:sp>
        <p:nvSpPr>
          <p:cNvPr id="4" name="內容版面配置區 3"/>
          <p:cNvSpPr>
            <a:spLocks noGrp="1"/>
          </p:cNvSpPr>
          <p:nvPr>
            <p:ph sz="quarter" idx="1"/>
          </p:nvPr>
        </p:nvSpPr>
        <p:spPr>
          <a:xfrm>
            <a:off x="301752" y="1527048"/>
            <a:ext cx="8534400" cy="4854280"/>
          </a:xfrm>
        </p:spPr>
        <p:txBody>
          <a:bodyPr/>
          <a:lstStyle/>
          <a:p>
            <a:r>
              <a:rPr lang="zh-TW" altLang="zh-TW" dirty="0"/>
              <a:t>在</a:t>
            </a:r>
            <a:r>
              <a:rPr lang="en-US" altLang="zh-TW" dirty="0" err="1"/>
              <a:t>views.index</a:t>
            </a:r>
            <a:r>
              <a:rPr lang="zh-TW" altLang="zh-TW" dirty="0"/>
              <a:t>函數設定</a:t>
            </a:r>
            <a:r>
              <a:rPr lang="zh-TW" altLang="en-US" dirty="0"/>
              <a:t>程式</a:t>
            </a:r>
            <a:r>
              <a:rPr lang="zh-TW" altLang="zh-TW" dirty="0"/>
              <a:t>如下</a:t>
            </a:r>
            <a:endParaRPr lang="en-US" altLang="zh-TW" dirty="0"/>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def index(request):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'username' in </a:t>
            </a:r>
            <a:r>
              <a:rPr lang="en-US" altLang="zh-TW" sz="1800" kern="100" dirty="0" err="1">
                <a:effectLst/>
                <a:latin typeface="Courier New" panose="02070309020205020404" pitchFamily="49" charset="0"/>
                <a:ea typeface="標楷體" panose="03000509000000000000" pitchFamily="65" charset="-120"/>
              </a:rPr>
              <a:t>request.session</a:t>
            </a:r>
            <a:r>
              <a:rPr lang="en-US" altLang="zh-TW" sz="1800" kern="100" dirty="0">
                <a:effectLst/>
                <a:latin typeface="Courier New" panose="02070309020205020404" pitchFamily="49" charset="0"/>
                <a:ea typeface="標楷體" panose="03000509000000000000" pitchFamily="65" charset="-120"/>
              </a:rPr>
              <a:t> and </a:t>
            </a:r>
            <a:r>
              <a:rPr lang="en-US" altLang="zh-TW" sz="1800" kern="100" dirty="0" err="1">
                <a:effectLst/>
                <a:latin typeface="Courier New" panose="02070309020205020404" pitchFamily="49" charset="0"/>
                <a:ea typeface="標楷體" panose="03000509000000000000" pitchFamily="65" charset="-120"/>
              </a:rPr>
              <a:t>request.session</a:t>
            </a:r>
            <a:r>
              <a:rPr lang="en-US" altLang="zh-TW" sz="1800" kern="100" dirty="0">
                <a:effectLst/>
                <a:latin typeface="Courier New" panose="02070309020205020404" pitchFamily="49" charset="0"/>
                <a:ea typeface="標楷體" panose="03000509000000000000" pitchFamily="65" charset="-120"/>
              </a:rPr>
              <a:t>['username'] != None: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username = </a:t>
            </a:r>
            <a:r>
              <a:rPr lang="en-US" altLang="zh-TW" sz="1800" kern="100" dirty="0" err="1">
                <a:effectLst/>
                <a:latin typeface="Courier New" panose="02070309020205020404" pitchFamily="49" charset="0"/>
                <a:ea typeface="標楷體" panose="03000509000000000000" pitchFamily="65" charset="-120"/>
              </a:rPr>
              <a:t>request.session</a:t>
            </a:r>
            <a:r>
              <a:rPr lang="en-US" altLang="zh-TW" sz="1800" kern="100" dirty="0">
                <a:effectLst/>
                <a:latin typeface="Courier New" panose="02070309020205020404" pitchFamily="49" charset="0"/>
                <a:ea typeface="標楷體" panose="03000509000000000000" pitchFamily="65" charset="-120"/>
              </a:rPr>
              <a:t>['username']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useremail</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request.session</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useremail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render(request, 'index.html', locals())</a:t>
            </a:r>
            <a:endParaRPr lang="zh-TW" altLang="en-US" dirty="0"/>
          </a:p>
          <a:p>
            <a:r>
              <a:rPr lang="zh-TW" altLang="en-US" dirty="0"/>
              <a:t>檢查</a:t>
            </a:r>
            <a:r>
              <a:rPr lang="en-US" altLang="zh-TW" dirty="0"/>
              <a:t>'username'</a:t>
            </a:r>
            <a:r>
              <a:rPr lang="zh-TW" altLang="en-US" dirty="0"/>
              <a:t>有沒有存在於</a:t>
            </a:r>
            <a:r>
              <a:rPr lang="en-US" altLang="zh-TW" dirty="0"/>
              <a:t>Session</a:t>
            </a:r>
            <a:r>
              <a:rPr lang="zh-TW" altLang="en-US" dirty="0"/>
              <a:t>中</a:t>
            </a:r>
          </a:p>
          <a:p>
            <a:r>
              <a:rPr lang="zh-TW" altLang="en-US" dirty="0"/>
              <a:t>如果有就把</a:t>
            </a:r>
            <a:r>
              <a:rPr lang="en-US" altLang="zh-TW" dirty="0"/>
              <a:t>username</a:t>
            </a:r>
            <a:r>
              <a:rPr lang="zh-TW" altLang="en-US" dirty="0"/>
              <a:t>以及</a:t>
            </a:r>
            <a:r>
              <a:rPr lang="en-US" altLang="zh-TW" dirty="0" err="1"/>
              <a:t>useremail</a:t>
            </a:r>
            <a:r>
              <a:rPr lang="zh-TW" altLang="en-US" dirty="0"/>
              <a:t>都取出來，再送去</a:t>
            </a:r>
            <a:r>
              <a:rPr lang="en-US" altLang="zh-TW" dirty="0"/>
              <a:t>index.html</a:t>
            </a:r>
            <a:r>
              <a:rPr lang="zh-TW" altLang="en-US" dirty="0"/>
              <a:t>中渲染網頁：</a:t>
            </a:r>
          </a:p>
          <a:p>
            <a:endParaRPr lang="zh-TW" altLang="en-US" dirty="0"/>
          </a:p>
        </p:txBody>
      </p:sp>
    </p:spTree>
    <p:extLst>
      <p:ext uri="{BB962C8B-B14F-4D97-AF65-F5344CB8AC3E}">
        <p14:creationId xmlns:p14="http://schemas.microsoft.com/office/powerpoint/2010/main" val="858128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20</a:t>
            </a:fld>
            <a:endParaRPr lang="zh-TW" altLang="en-US"/>
          </a:p>
        </p:txBody>
      </p:sp>
      <p:sp>
        <p:nvSpPr>
          <p:cNvPr id="4" name="內容版面配置區 3"/>
          <p:cNvSpPr>
            <a:spLocks noGrp="1"/>
          </p:cNvSpPr>
          <p:nvPr>
            <p:ph sz="quarter" idx="1"/>
          </p:nvPr>
        </p:nvSpPr>
        <p:spPr>
          <a:xfrm>
            <a:off x="301752" y="1527048"/>
            <a:ext cx="8734744" cy="5330952"/>
          </a:xfrm>
        </p:spPr>
        <p:txBody>
          <a:bodyPr>
            <a:normAutofit fontScale="92500" lnSpcReduction="20000"/>
          </a:bodyPr>
          <a:lstStyle/>
          <a:p>
            <a:r>
              <a:rPr lang="en-US" altLang="zh-TW" dirty="0"/>
              <a:t>index.html</a:t>
            </a:r>
            <a:r>
              <a:rPr lang="zh-TW" altLang="zh-TW" dirty="0"/>
              <a:t>如下所示：</a:t>
            </a:r>
          </a:p>
          <a:p>
            <a:pPr marL="0" indent="0">
              <a:buNone/>
            </a:pPr>
            <a:r>
              <a:rPr lang="en-US" altLang="zh-TW" sz="1800" kern="100" dirty="0">
                <a:effectLst/>
                <a:latin typeface="Courier New" panose="02070309020205020404" pitchFamily="49" charset="0"/>
                <a:ea typeface="標楷體" panose="03000509000000000000" pitchFamily="65" charset="-120"/>
              </a:rPr>
              <a:t>&lt;!-- index.html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zh-TW" altLang="zh-TW" sz="1800" kern="100" dirty="0">
                <a:effectLst/>
                <a:latin typeface="Courier New" panose="02070309020205020404" pitchFamily="49" charset="0"/>
                <a:ea typeface="標楷體" panose="03000509000000000000" pitchFamily="65" charset="-120"/>
              </a:rPr>
              <a:t>我的私人日記</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content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if message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class='alert alert-warning'&gt;{{ message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endif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class='row'&gt;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class='col-md-12'&gt;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class='card-header' align=center&gt;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&lt;h3 class="alert alert-primary"&gt;</a:t>
            </a:r>
            <a:r>
              <a:rPr lang="zh-TW" altLang="zh-TW" sz="1800" kern="100" dirty="0">
                <a:effectLst/>
                <a:latin typeface="Courier New" panose="02070309020205020404" pitchFamily="49" charset="0"/>
                <a:ea typeface="標楷體" panose="03000509000000000000" pitchFamily="65" charset="-120"/>
              </a:rPr>
              <a:t>我的私人日記</a:t>
            </a:r>
            <a:r>
              <a:rPr lang="en-US" altLang="zh-TW" sz="1800" kern="100" dirty="0">
                <a:effectLst/>
                <a:latin typeface="Courier New" panose="02070309020205020404" pitchFamily="49" charset="0"/>
                <a:ea typeface="標楷體" panose="03000509000000000000" pitchFamily="65" charset="-120"/>
              </a:rPr>
              <a:t>&lt;/h3&gt;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 if username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zh-TW" altLang="zh-TW" sz="1800" kern="100" dirty="0">
                <a:solidFill>
                  <a:srgbClr val="FF0000"/>
                </a:solidFill>
                <a:effectLst/>
                <a:latin typeface="Courier New" panose="02070309020205020404" pitchFamily="49" charset="0"/>
                <a:ea typeface="標楷體" panose="03000509000000000000" pitchFamily="65" charset="-120"/>
              </a:rPr>
              <a:t>歡迎：</a:t>
            </a:r>
            <a:r>
              <a:rPr lang="en-US" altLang="zh-TW" sz="1800" kern="100" dirty="0">
                <a:solidFill>
                  <a:srgbClr val="FF0000"/>
                </a:solidFill>
                <a:effectLst/>
                <a:latin typeface="Courier New" panose="02070309020205020404" pitchFamily="49" charset="0"/>
                <a:ea typeface="標楷體" panose="03000509000000000000" pitchFamily="65" charset="-120"/>
              </a:rPr>
              <a:t>{{username}}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 endif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&lt;/div&gt;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1030434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建立使用者資料表</a:t>
            </a:r>
            <a:r>
              <a:rPr lang="en-US" altLang="zh-TW" dirty="0"/>
              <a:t>(</a:t>
            </a:r>
            <a:r>
              <a:rPr lang="zh-TW" altLang="en-US" dirty="0"/>
              <a:t>要在後台建立一筆資料來</a:t>
            </a:r>
            <a:r>
              <a:rPr lang="en-US" altLang="zh-TW" dirty="0"/>
              <a:t>test)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21</a:t>
            </a:fld>
            <a:endParaRPr lang="zh-TW" altLang="en-US"/>
          </a:p>
        </p:txBody>
      </p:sp>
      <p:sp>
        <p:nvSpPr>
          <p:cNvPr id="4" name="內容版面配置區 3"/>
          <p:cNvSpPr>
            <a:spLocks noGrp="1"/>
          </p:cNvSpPr>
          <p:nvPr>
            <p:ph sz="quarter" idx="1"/>
          </p:nvPr>
        </p:nvSpPr>
        <p:spPr/>
        <p:txBody>
          <a:bodyPr/>
          <a:lstStyle/>
          <a:p>
            <a:r>
              <a:rPr lang="zh-TW" altLang="zh-TW" dirty="0"/>
              <a:t>網站的登入畫面</a:t>
            </a:r>
            <a:endParaRPr lang="zh-TW" altLang="en-US" dirty="0"/>
          </a:p>
        </p:txBody>
      </p:sp>
      <p:pic>
        <p:nvPicPr>
          <p:cNvPr id="5" name="圖片 4">
            <a:extLst>
              <a:ext uri="{FF2B5EF4-FFF2-40B4-BE49-F238E27FC236}">
                <a16:creationId xmlns:a16="http://schemas.microsoft.com/office/drawing/2014/main" id="{7A57A3DA-DB4C-BC6E-B2A6-072BDCDD5A60}"/>
              </a:ext>
            </a:extLst>
          </p:cNvPr>
          <p:cNvPicPr>
            <a:picLocks noChangeAspect="1"/>
          </p:cNvPicPr>
          <p:nvPr/>
        </p:nvPicPr>
        <p:blipFill>
          <a:blip r:embed="rId2"/>
          <a:stretch>
            <a:fillRect/>
          </a:stretch>
        </p:blipFill>
        <p:spPr>
          <a:xfrm>
            <a:off x="611560" y="2276872"/>
            <a:ext cx="7812616" cy="3554756"/>
          </a:xfrm>
          <a:prstGeom prst="rect">
            <a:avLst/>
          </a:prstGeom>
        </p:spPr>
      </p:pic>
    </p:spTree>
    <p:extLst>
      <p:ext uri="{BB962C8B-B14F-4D97-AF65-F5344CB8AC3E}">
        <p14:creationId xmlns:p14="http://schemas.microsoft.com/office/powerpoint/2010/main" val="1251002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22</a:t>
            </a:fld>
            <a:endParaRPr lang="zh-TW" altLang="en-US"/>
          </a:p>
        </p:txBody>
      </p:sp>
      <p:sp>
        <p:nvSpPr>
          <p:cNvPr id="4" name="內容版面配置區 3"/>
          <p:cNvSpPr>
            <a:spLocks noGrp="1"/>
          </p:cNvSpPr>
          <p:nvPr>
            <p:ph sz="quarter" idx="1"/>
          </p:nvPr>
        </p:nvSpPr>
        <p:spPr/>
        <p:txBody>
          <a:bodyPr/>
          <a:lstStyle/>
          <a:p>
            <a:r>
              <a:rPr lang="zh-TW" altLang="zh-TW" dirty="0"/>
              <a:t>網站的欄位輸入錯誤顯示的訊息畫面</a:t>
            </a:r>
            <a:endParaRPr lang="zh-TW" altLang="en-US" dirty="0"/>
          </a:p>
        </p:txBody>
      </p:sp>
      <p:pic>
        <p:nvPicPr>
          <p:cNvPr id="6" name="圖片 5" descr="一張含有 文字 的圖片&#10;&#10;自動產生的描述">
            <a:extLst>
              <a:ext uri="{FF2B5EF4-FFF2-40B4-BE49-F238E27FC236}">
                <a16:creationId xmlns:a16="http://schemas.microsoft.com/office/drawing/2014/main" id="{7A8EC97B-1F91-DA99-2B8D-BEFBC25B6605}"/>
              </a:ext>
            </a:extLst>
          </p:cNvPr>
          <p:cNvPicPr>
            <a:picLocks noChangeAspect="1"/>
          </p:cNvPicPr>
          <p:nvPr/>
        </p:nvPicPr>
        <p:blipFill>
          <a:blip r:embed="rId2"/>
          <a:stretch>
            <a:fillRect/>
          </a:stretch>
        </p:blipFill>
        <p:spPr>
          <a:xfrm>
            <a:off x="654066" y="2249581"/>
            <a:ext cx="7872444" cy="3582047"/>
          </a:xfrm>
          <a:prstGeom prst="rect">
            <a:avLst/>
          </a:prstGeom>
        </p:spPr>
      </p:pic>
    </p:spTree>
    <p:extLst>
      <p:ext uri="{BB962C8B-B14F-4D97-AF65-F5344CB8AC3E}">
        <p14:creationId xmlns:p14="http://schemas.microsoft.com/office/powerpoint/2010/main" val="3571312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23</a:t>
            </a:fld>
            <a:endParaRPr lang="zh-TW" altLang="en-US"/>
          </a:p>
        </p:txBody>
      </p:sp>
      <p:sp>
        <p:nvSpPr>
          <p:cNvPr id="4" name="內容版面配置區 3"/>
          <p:cNvSpPr>
            <a:spLocks noGrp="1"/>
          </p:cNvSpPr>
          <p:nvPr>
            <p:ph sz="quarter" idx="1"/>
          </p:nvPr>
        </p:nvSpPr>
        <p:spPr/>
        <p:txBody>
          <a:bodyPr/>
          <a:lstStyle/>
          <a:p>
            <a:r>
              <a:rPr lang="zh-TW" altLang="zh-TW" dirty="0"/>
              <a:t>密碼錯誤時顯示的訊息</a:t>
            </a:r>
            <a:endParaRPr lang="zh-TW" altLang="en-US" dirty="0"/>
          </a:p>
        </p:txBody>
      </p:sp>
      <p:pic>
        <p:nvPicPr>
          <p:cNvPr id="6" name="圖片 5" descr="一張含有 文字 的圖片&#10;&#10;自動產生的描述">
            <a:extLst>
              <a:ext uri="{FF2B5EF4-FFF2-40B4-BE49-F238E27FC236}">
                <a16:creationId xmlns:a16="http://schemas.microsoft.com/office/drawing/2014/main" id="{1C009D1B-F408-F1BF-5CED-93761167EC8F}"/>
              </a:ext>
            </a:extLst>
          </p:cNvPr>
          <p:cNvPicPr>
            <a:picLocks noChangeAspect="1"/>
          </p:cNvPicPr>
          <p:nvPr/>
        </p:nvPicPr>
        <p:blipFill>
          <a:blip r:embed="rId2"/>
          <a:stretch>
            <a:fillRect/>
          </a:stretch>
        </p:blipFill>
        <p:spPr>
          <a:xfrm>
            <a:off x="719572" y="2188411"/>
            <a:ext cx="7704856" cy="3969988"/>
          </a:xfrm>
          <a:prstGeom prst="rect">
            <a:avLst/>
          </a:prstGeom>
        </p:spPr>
      </p:pic>
    </p:spTree>
    <p:extLst>
      <p:ext uri="{BB962C8B-B14F-4D97-AF65-F5344CB8AC3E}">
        <p14:creationId xmlns:p14="http://schemas.microsoft.com/office/powerpoint/2010/main" val="4036029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24</a:t>
            </a:fld>
            <a:endParaRPr lang="zh-TW" altLang="en-US"/>
          </a:p>
        </p:txBody>
      </p:sp>
      <p:sp>
        <p:nvSpPr>
          <p:cNvPr id="4" name="內容版面配置區 3"/>
          <p:cNvSpPr>
            <a:spLocks noGrp="1"/>
          </p:cNvSpPr>
          <p:nvPr>
            <p:ph sz="quarter" idx="1"/>
          </p:nvPr>
        </p:nvSpPr>
        <p:spPr/>
        <p:txBody>
          <a:bodyPr/>
          <a:lstStyle/>
          <a:p>
            <a:r>
              <a:rPr lang="zh-TW" altLang="zh-TW" dirty="0"/>
              <a:t>順利登入網站時的首頁畫面</a:t>
            </a:r>
            <a:endParaRPr lang="zh-TW" altLang="en-US" dirty="0"/>
          </a:p>
        </p:txBody>
      </p:sp>
      <p:pic>
        <p:nvPicPr>
          <p:cNvPr id="6" name="圖片 5" descr="一張含有 文字 的圖片&#10;&#10;自動產生的描述">
            <a:extLst>
              <a:ext uri="{FF2B5EF4-FFF2-40B4-BE49-F238E27FC236}">
                <a16:creationId xmlns:a16="http://schemas.microsoft.com/office/drawing/2014/main" id="{3CE0EC53-C64D-40A8-E4E7-DC80554A1B4C}"/>
              </a:ext>
            </a:extLst>
          </p:cNvPr>
          <p:cNvPicPr>
            <a:picLocks noChangeAspect="1"/>
          </p:cNvPicPr>
          <p:nvPr/>
        </p:nvPicPr>
        <p:blipFill>
          <a:blip r:embed="rId2"/>
          <a:stretch>
            <a:fillRect/>
          </a:stretch>
        </p:blipFill>
        <p:spPr>
          <a:xfrm>
            <a:off x="481887" y="2348880"/>
            <a:ext cx="8143650" cy="3319686"/>
          </a:xfrm>
          <a:prstGeom prst="rect">
            <a:avLst/>
          </a:prstGeom>
        </p:spPr>
      </p:pic>
      <p:pic>
        <p:nvPicPr>
          <p:cNvPr id="7" name="圖片 6">
            <a:extLst>
              <a:ext uri="{FF2B5EF4-FFF2-40B4-BE49-F238E27FC236}">
                <a16:creationId xmlns:a16="http://schemas.microsoft.com/office/drawing/2014/main" id="{56CDFD89-715F-88FD-1483-867047EA5994}"/>
              </a:ext>
            </a:extLst>
          </p:cNvPr>
          <p:cNvPicPr>
            <a:picLocks noChangeAspect="1"/>
          </p:cNvPicPr>
          <p:nvPr/>
        </p:nvPicPr>
        <p:blipFill>
          <a:blip r:embed="rId3"/>
          <a:stretch>
            <a:fillRect/>
          </a:stretch>
        </p:blipFill>
        <p:spPr>
          <a:xfrm>
            <a:off x="6576485" y="1242129"/>
            <a:ext cx="2409322" cy="3035746"/>
          </a:xfrm>
          <a:prstGeom prst="rect">
            <a:avLst/>
          </a:prstGeom>
        </p:spPr>
      </p:pic>
    </p:spTree>
    <p:extLst>
      <p:ext uri="{BB962C8B-B14F-4D97-AF65-F5344CB8AC3E}">
        <p14:creationId xmlns:p14="http://schemas.microsoft.com/office/powerpoint/2010/main" val="3578455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r>
              <a:rPr lang="en-US" altLang="zh-TW" dirty="0"/>
              <a:t>-</a:t>
            </a:r>
            <a:r>
              <a:rPr lang="zh-TW" altLang="zh-TW" sz="3600" dirty="0"/>
              <a:t>如何處理登出</a:t>
            </a:r>
            <a:r>
              <a:rPr lang="en-US" altLang="zh-TW" sz="3600" dirty="0"/>
              <a:t>(</a:t>
            </a:r>
            <a:r>
              <a:rPr lang="zh-TW" altLang="en-US" sz="3600" dirty="0"/>
              <a:t>四</a:t>
            </a:r>
            <a:r>
              <a:rPr lang="en-US" altLang="zh-TW" sz="3600"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25</a:t>
            </a:fld>
            <a:endParaRPr lang="zh-TW" altLang="en-US"/>
          </a:p>
        </p:txBody>
      </p:sp>
      <p:sp>
        <p:nvSpPr>
          <p:cNvPr id="4" name="內容版面配置區 3"/>
          <p:cNvSpPr>
            <a:spLocks noGrp="1"/>
          </p:cNvSpPr>
          <p:nvPr>
            <p:ph sz="quarter" idx="1"/>
          </p:nvPr>
        </p:nvSpPr>
        <p:spPr>
          <a:xfrm>
            <a:off x="0" y="1527048"/>
            <a:ext cx="9144000" cy="5070304"/>
          </a:xfrm>
        </p:spPr>
        <p:txBody>
          <a:bodyPr>
            <a:normAutofit/>
          </a:bodyPr>
          <a:lstStyle/>
          <a:p>
            <a:r>
              <a:rPr lang="zh-TW" altLang="zh-TW" sz="2400" dirty="0"/>
              <a:t>如果是</a:t>
            </a:r>
            <a:r>
              <a:rPr lang="en-US" altLang="zh-TW" sz="2400" dirty="0"/>
              <a:t>Session</a:t>
            </a:r>
            <a:r>
              <a:rPr lang="zh-TW" altLang="zh-TW" sz="2400" dirty="0"/>
              <a:t>的話如何處理登出呢</a:t>
            </a:r>
            <a:r>
              <a:rPr lang="en-US" altLang="zh-TW" sz="2400" dirty="0"/>
              <a:t>? </a:t>
            </a:r>
            <a:r>
              <a:rPr lang="zh-TW" altLang="zh-TW" sz="2400" dirty="0"/>
              <a:t>只需將</a:t>
            </a:r>
            <a:r>
              <a:rPr lang="en-US" altLang="zh-TW" sz="2400" dirty="0"/>
              <a:t>Session</a:t>
            </a:r>
            <a:r>
              <a:rPr lang="zh-TW" altLang="zh-TW" sz="2400" dirty="0"/>
              <a:t>清除並且導回至</a:t>
            </a:r>
            <a:r>
              <a:rPr lang="en-US" altLang="zh-TW" sz="2400" dirty="0"/>
              <a:t>login.html</a:t>
            </a:r>
            <a:r>
              <a:rPr lang="zh-TW" altLang="zh-TW" sz="2400" dirty="0"/>
              <a:t>頁面即可，</a:t>
            </a:r>
            <a:r>
              <a:rPr lang="en-US" altLang="zh-TW" sz="2400" dirty="0" err="1"/>
              <a:t>views.logout</a:t>
            </a:r>
            <a:r>
              <a:rPr lang="zh-TW" altLang="zh-TW" sz="2400" dirty="0"/>
              <a:t>處理函數如下所示：</a:t>
            </a:r>
          </a:p>
          <a:p>
            <a:pPr marL="274320" lvl="1" indent="0">
              <a:buNone/>
            </a:pPr>
            <a:r>
              <a:rPr lang="en-US" altLang="zh-TW" dirty="0">
                <a:latin typeface="Courier New" panose="02070309020205020404" pitchFamily="49" charset="0"/>
                <a:cs typeface="Courier New" panose="02070309020205020404" pitchFamily="49" charset="0"/>
              </a:rPr>
              <a:t>from </a:t>
            </a:r>
            <a:r>
              <a:rPr lang="en-US" altLang="zh-TW" dirty="0" err="1">
                <a:latin typeface="Courier New" panose="02070309020205020404" pitchFamily="49" charset="0"/>
                <a:cs typeface="Courier New" panose="02070309020205020404" pitchFamily="49" charset="0"/>
              </a:rPr>
              <a:t>django.contrib.sessions.models</a:t>
            </a:r>
            <a:r>
              <a:rPr lang="en-US" altLang="zh-TW" dirty="0">
                <a:latin typeface="Courier New" panose="02070309020205020404" pitchFamily="49" charset="0"/>
                <a:cs typeface="Courier New" panose="02070309020205020404" pitchFamily="49" charset="0"/>
              </a:rPr>
              <a:t> </a:t>
            </a:r>
            <a:r>
              <a:rPr lang="en-US" altLang="zh-TW" dirty="0">
                <a:solidFill>
                  <a:srgbClr val="FF0000"/>
                </a:solidFill>
                <a:latin typeface="Courier New" panose="02070309020205020404" pitchFamily="49" charset="0"/>
                <a:cs typeface="Courier New" panose="02070309020205020404" pitchFamily="49" charset="0"/>
              </a:rPr>
              <a:t>import Session</a:t>
            </a:r>
            <a:endParaRPr lang="zh-TW" altLang="zh-TW"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err="1">
                <a:latin typeface="Courier New" panose="02070309020205020404" pitchFamily="49" charset="0"/>
                <a:cs typeface="Courier New" panose="02070309020205020404" pitchFamily="49" charset="0"/>
              </a:rPr>
              <a:t>def</a:t>
            </a:r>
            <a:r>
              <a:rPr lang="en-US" altLang="zh-TW" dirty="0">
                <a:latin typeface="Courier New" panose="02070309020205020404" pitchFamily="49" charset="0"/>
                <a:cs typeface="Courier New" panose="02070309020205020404" pitchFamily="49" charset="0"/>
              </a:rPr>
              <a:t> logout(request):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if 'username' in </a:t>
            </a:r>
            <a:r>
              <a:rPr lang="en-US" altLang="zh-TW" dirty="0" err="1">
                <a:latin typeface="Courier New" panose="02070309020205020404" pitchFamily="49" charset="0"/>
                <a:cs typeface="Courier New" panose="02070309020205020404" pitchFamily="49" charset="0"/>
              </a:rPr>
              <a:t>request.session</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Session.objects.all</a:t>
            </a:r>
            <a:r>
              <a:rPr lang="en-US" altLang="zh-TW" dirty="0">
                <a:latin typeface="Courier New" panose="02070309020205020404" pitchFamily="49" charset="0"/>
                <a:cs typeface="Courier New" panose="02070309020205020404" pitchFamily="49" charset="0"/>
              </a:rPr>
              <a:t>().delete()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redirect('/login/')</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redirect('/')</a:t>
            </a:r>
            <a:endParaRPr lang="zh-TW" altLang="zh-TW" dirty="0">
              <a:latin typeface="Courier New" panose="02070309020205020404" pitchFamily="49" charset="0"/>
              <a:cs typeface="Courier New" panose="02070309020205020404" pitchFamily="49" charset="0"/>
            </a:endParaRPr>
          </a:p>
          <a:p>
            <a:endParaRPr lang="zh-TW" altLang="en-US" dirty="0"/>
          </a:p>
        </p:txBody>
      </p:sp>
      <p:sp>
        <p:nvSpPr>
          <p:cNvPr id="5" name="矩形 4"/>
          <p:cNvSpPr/>
          <p:nvPr/>
        </p:nvSpPr>
        <p:spPr>
          <a:xfrm>
            <a:off x="1619672" y="3501008"/>
            <a:ext cx="5184576" cy="4320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直線單箭頭接點 6"/>
          <p:cNvCxnSpPr/>
          <p:nvPr/>
        </p:nvCxnSpPr>
        <p:spPr>
          <a:xfrm>
            <a:off x="5580112" y="3707496"/>
            <a:ext cx="1440160" cy="10801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p:cNvSpPr txBox="1"/>
          <p:nvPr/>
        </p:nvSpPr>
        <p:spPr>
          <a:xfrm>
            <a:off x="3995936" y="4892478"/>
            <a:ext cx="4718345" cy="646331"/>
          </a:xfrm>
          <a:prstGeom prst="rect">
            <a:avLst/>
          </a:prstGeom>
          <a:noFill/>
        </p:spPr>
        <p:txBody>
          <a:bodyPr wrap="square" rtlCol="0">
            <a:spAutoFit/>
          </a:bodyPr>
          <a:lstStyle/>
          <a:p>
            <a:r>
              <a:rPr lang="zh-TW" altLang="en-US" b="1" dirty="0">
                <a:solidFill>
                  <a:srgbClr val="FF0000"/>
                </a:solidFill>
              </a:rPr>
              <a:t>判斷</a:t>
            </a:r>
            <a:r>
              <a:rPr lang="zh-TW" altLang="zh-TW" b="1" dirty="0">
                <a:solidFill>
                  <a:srgbClr val="FF0000"/>
                </a:solidFill>
              </a:rPr>
              <a:t>如果為登入狀態則將</a:t>
            </a:r>
            <a:r>
              <a:rPr lang="en-US" altLang="zh-TW" b="1" dirty="0">
                <a:solidFill>
                  <a:srgbClr val="FF0000"/>
                </a:solidFill>
              </a:rPr>
              <a:t>Session</a:t>
            </a:r>
            <a:r>
              <a:rPr lang="zh-TW" altLang="zh-TW" b="1" dirty="0">
                <a:solidFill>
                  <a:srgbClr val="FF0000"/>
                </a:solidFill>
              </a:rPr>
              <a:t>中的所有資料清除且回到登入頁面，否則則導回首頁。</a:t>
            </a:r>
          </a:p>
        </p:txBody>
      </p:sp>
    </p:spTree>
    <p:extLst>
      <p:ext uri="{BB962C8B-B14F-4D97-AF65-F5344CB8AC3E}">
        <p14:creationId xmlns:p14="http://schemas.microsoft.com/office/powerpoint/2010/main" val="3933982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r>
              <a:rPr lang="en-US" altLang="zh-TW" dirty="0"/>
              <a:t>(</a:t>
            </a:r>
            <a:r>
              <a:rPr lang="zh-TW" altLang="en-US" dirty="0"/>
              <a:t>五</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26</a:t>
            </a:fld>
            <a:endParaRPr lang="zh-TW" altLang="en-US"/>
          </a:p>
        </p:txBody>
      </p:sp>
      <p:sp>
        <p:nvSpPr>
          <p:cNvPr id="4" name="內容版面配置區 3"/>
          <p:cNvSpPr>
            <a:spLocks noGrp="1"/>
          </p:cNvSpPr>
          <p:nvPr>
            <p:ph sz="quarter" idx="1"/>
          </p:nvPr>
        </p:nvSpPr>
        <p:spPr>
          <a:xfrm>
            <a:off x="301752" y="1527048"/>
            <a:ext cx="8534400" cy="4926288"/>
          </a:xfrm>
        </p:spPr>
        <p:txBody>
          <a:bodyPr>
            <a:normAutofit lnSpcReduction="10000"/>
          </a:bodyPr>
          <a:lstStyle/>
          <a:p>
            <a:r>
              <a:rPr lang="zh-TW" altLang="zh-TW" dirty="0"/>
              <a:t>顯示個人資料的網頁在這個範例中簡單設計如下：</a:t>
            </a:r>
          </a:p>
          <a:p>
            <a:pPr marL="274320" lvl="1" indent="0">
              <a:buNone/>
            </a:pPr>
            <a:r>
              <a:rPr lang="en-US" altLang="zh-TW" dirty="0" err="1">
                <a:latin typeface="Courier New" panose="02070309020205020404" pitchFamily="49" charset="0"/>
                <a:cs typeface="Courier New" panose="02070309020205020404" pitchFamily="49" charset="0"/>
              </a:rPr>
              <a:t>def</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userinfo</a:t>
            </a:r>
            <a:r>
              <a:rPr lang="en-US" altLang="zh-TW" dirty="0">
                <a:latin typeface="Courier New" panose="02070309020205020404" pitchFamily="49" charset="0"/>
                <a:cs typeface="Courier New" panose="02070309020205020404" pitchFamily="49" charset="0"/>
              </a:rPr>
              <a:t>(request):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if 'username' in </a:t>
            </a:r>
            <a:r>
              <a:rPr lang="en-US" altLang="zh-TW" dirty="0" err="1">
                <a:latin typeface="Courier New" panose="02070309020205020404" pitchFamily="49" charset="0"/>
                <a:cs typeface="Courier New" panose="02070309020205020404" pitchFamily="49" charset="0"/>
              </a:rPr>
              <a:t>request.session</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username = </a:t>
            </a:r>
            <a:r>
              <a:rPr lang="en-US" altLang="zh-TW" dirty="0" err="1">
                <a:latin typeface="Courier New" panose="02070309020205020404" pitchFamily="49" charset="0"/>
                <a:cs typeface="Courier New" panose="02070309020205020404" pitchFamily="49" charset="0"/>
              </a:rPr>
              <a:t>request.session</a:t>
            </a:r>
            <a:r>
              <a:rPr lang="en-US" altLang="zh-TW" dirty="0">
                <a:latin typeface="Courier New" panose="02070309020205020404" pitchFamily="49" charset="0"/>
                <a:cs typeface="Courier New" panose="02070309020205020404" pitchFamily="49" charset="0"/>
              </a:rPr>
              <a:t>['username']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redirect('/login/')</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try:</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userinfo</a:t>
            </a:r>
            <a:r>
              <a:rPr lang="en-US" altLang="zh-TW" dirty="0">
                <a:latin typeface="Courier New" panose="02070309020205020404" pitchFamily="49" charset="0"/>
                <a:cs typeface="Courier New" panose="02070309020205020404" pitchFamily="49" charset="0"/>
              </a:rPr>
              <a:t> = </a:t>
            </a:r>
            <a:r>
              <a:rPr lang="en-US" altLang="zh-TW" dirty="0" err="1">
                <a:solidFill>
                  <a:srgbClr val="FF0000"/>
                </a:solidFill>
                <a:latin typeface="Courier New" panose="02070309020205020404" pitchFamily="49" charset="0"/>
                <a:cs typeface="Courier New" panose="02070309020205020404" pitchFamily="49" charset="0"/>
              </a:rPr>
              <a:t>models.User.objects.get</a:t>
            </a:r>
            <a:r>
              <a:rPr lang="en-US" altLang="zh-TW" dirty="0">
                <a:solidFill>
                  <a:srgbClr val="FF0000"/>
                </a:solidFill>
                <a:latin typeface="Courier New" panose="02070309020205020404" pitchFamily="49" charset="0"/>
                <a:cs typeface="Courier New" panose="02070309020205020404" pitchFamily="49" charset="0"/>
              </a:rPr>
              <a:t>(name=username)</a:t>
            </a:r>
            <a:endParaRPr lang="zh-TW" altLang="zh-TW"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except: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pass</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render(request, 'userinfo.html', locals())</a:t>
            </a:r>
            <a:endParaRPr lang="zh-TW" altLang="zh-TW" dirty="0">
              <a:latin typeface="Courier New" panose="02070309020205020404" pitchFamily="49" charset="0"/>
              <a:cs typeface="Courier New" panose="02070309020205020404" pitchFamily="49" charset="0"/>
            </a:endParaRPr>
          </a:p>
          <a:p>
            <a:endParaRPr lang="zh-TW" altLang="en-US" dirty="0"/>
          </a:p>
        </p:txBody>
      </p:sp>
      <p:sp>
        <p:nvSpPr>
          <p:cNvPr id="5" name="文字方塊 4"/>
          <p:cNvSpPr txBox="1"/>
          <p:nvPr/>
        </p:nvSpPr>
        <p:spPr>
          <a:xfrm>
            <a:off x="4818888" y="3717032"/>
            <a:ext cx="3416320" cy="369332"/>
          </a:xfrm>
          <a:prstGeom prst="rect">
            <a:avLst/>
          </a:prstGeom>
          <a:noFill/>
        </p:spPr>
        <p:txBody>
          <a:bodyPr wrap="none" rtlCol="0">
            <a:spAutoFit/>
          </a:bodyPr>
          <a:lstStyle/>
          <a:p>
            <a:r>
              <a:rPr lang="zh-TW" altLang="zh-TW" b="1" dirty="0">
                <a:solidFill>
                  <a:srgbClr val="FF0000"/>
                </a:solidFill>
              </a:rPr>
              <a:t>資料庫中取得所有使用者的資訊</a:t>
            </a:r>
            <a:endParaRPr lang="zh-TW" altLang="en-US" b="1" dirty="0">
              <a:solidFill>
                <a:srgbClr val="FF0000"/>
              </a:solidFill>
            </a:endParaRPr>
          </a:p>
        </p:txBody>
      </p:sp>
      <p:cxnSp>
        <p:nvCxnSpPr>
          <p:cNvPr id="6" name="直線單箭頭接點 5"/>
          <p:cNvCxnSpPr/>
          <p:nvPr/>
        </p:nvCxnSpPr>
        <p:spPr>
          <a:xfrm flipH="1">
            <a:off x="5076056" y="4143179"/>
            <a:ext cx="789040" cy="482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0406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建立使用者資料表</a:t>
            </a:r>
            <a:r>
              <a:rPr lang="en-US" altLang="zh-TW" dirty="0"/>
              <a:t> copy index.html</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27</a:t>
            </a:fld>
            <a:endParaRPr lang="zh-TW" altLang="en-US"/>
          </a:p>
        </p:txBody>
      </p:sp>
      <p:sp>
        <p:nvSpPr>
          <p:cNvPr id="4" name="內容版面配置區 3"/>
          <p:cNvSpPr>
            <a:spLocks noGrp="1"/>
          </p:cNvSpPr>
          <p:nvPr>
            <p:ph sz="quarter" idx="1"/>
          </p:nvPr>
        </p:nvSpPr>
        <p:spPr>
          <a:xfrm>
            <a:off x="301752" y="1527048"/>
            <a:ext cx="8590728" cy="5142312"/>
          </a:xfrm>
        </p:spPr>
        <p:txBody>
          <a:bodyPr>
            <a:normAutofit lnSpcReduction="10000"/>
          </a:bodyPr>
          <a:lstStyle/>
          <a:p>
            <a:r>
              <a:rPr lang="en-US" altLang="zh-TW"/>
              <a:t>userinfo</a:t>
            </a:r>
            <a:r>
              <a:rPr lang="en-US" altLang="zh-TW" dirty="0"/>
              <a:t>.html</a:t>
            </a:r>
            <a:r>
              <a:rPr lang="zh-TW" altLang="zh-TW" dirty="0"/>
              <a:t>的內容如下：</a:t>
            </a:r>
          </a:p>
          <a:p>
            <a:pPr marL="0" indent="0">
              <a:buNone/>
            </a:pPr>
            <a:r>
              <a:rPr lang="en-US" altLang="zh-TW" sz="1800" kern="100">
                <a:effectLst/>
                <a:latin typeface="Courier New" panose="02070309020205020404" pitchFamily="49" charset="0"/>
                <a:ea typeface="標楷體" panose="03000509000000000000" pitchFamily="65" charset="-120"/>
              </a:rPr>
              <a:t>{% extends "base.html"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block title %}</a:t>
            </a:r>
            <a:r>
              <a:rPr lang="zh-TW" altLang="zh-TW" sz="1800" kern="100">
                <a:effectLst/>
                <a:latin typeface="Courier New" panose="02070309020205020404" pitchFamily="49" charset="0"/>
                <a:ea typeface="標楷體" panose="03000509000000000000" pitchFamily="65" charset="-120"/>
              </a:rPr>
              <a:t>分享日記</a:t>
            </a:r>
            <a:r>
              <a:rPr lang="en-US" altLang="zh-TW" sz="1800" kern="100">
                <a:effectLst/>
                <a:latin typeface="Courier New" panose="02070309020205020404" pitchFamily="49" charset="0"/>
                <a:ea typeface="標楷體" panose="03000509000000000000" pitchFamily="65" charset="-120"/>
              </a:rPr>
              <a:t>{% endblock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block content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 class='container'&gt;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 class='row'&gt;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class='col-md-12'&gt;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 class="alert alert-primary"&gt;</a:t>
            </a:r>
            <a:r>
              <a:rPr lang="zh-TW" altLang="zh-TW" sz="1800" kern="100">
                <a:effectLst/>
                <a:latin typeface="Courier New" panose="02070309020205020404" pitchFamily="49" charset="0"/>
                <a:ea typeface="標楷體" panose="03000509000000000000" pitchFamily="65" charset="-120"/>
              </a:rPr>
              <a:t>使用者資訊</a:t>
            </a:r>
            <a:r>
              <a:rPr lang="en-US" altLang="zh-TW" sz="1800" kern="100">
                <a:effectLst/>
                <a:latin typeface="Courier New" panose="02070309020205020404" pitchFamily="49" charset="0"/>
                <a:ea typeface="標楷體" panose="03000509000000000000" pitchFamily="65" charset="-120"/>
              </a:rPr>
              <a: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&lt;p&gt;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zh-TW" altLang="zh-TW" sz="1800" kern="100">
                <a:effectLst/>
                <a:latin typeface="Courier New" panose="02070309020205020404" pitchFamily="49" charset="0"/>
                <a:ea typeface="標楷體" panose="03000509000000000000" pitchFamily="65" charset="-120"/>
              </a:rPr>
              <a:t>您的姓名：</a:t>
            </a: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FF0000"/>
                </a:solidFill>
                <a:effectLst/>
                <a:latin typeface="Courier New" panose="02070309020205020404" pitchFamily="49" charset="0"/>
                <a:ea typeface="標楷體" panose="03000509000000000000" pitchFamily="65" charset="-120"/>
              </a:rPr>
              <a:t>userinfo.name </a:t>
            </a:r>
            <a:r>
              <a:rPr lang="en-US" altLang="zh-TW" sz="1800" kern="100">
                <a:effectLst/>
                <a:latin typeface="Courier New" panose="02070309020205020404" pitchFamily="49" charset="0"/>
                <a:ea typeface="標楷體" panose="03000509000000000000" pitchFamily="65" charset="-120"/>
              </a:rPr>
              <a:t>}}&lt;br/&gt;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zh-TW" altLang="zh-TW" sz="1800" kern="100">
                <a:effectLst/>
                <a:latin typeface="Courier New" panose="02070309020205020404" pitchFamily="49" charset="0"/>
                <a:ea typeface="標楷體" panose="03000509000000000000" pitchFamily="65" charset="-120"/>
              </a:rPr>
              <a:t>電子郵件：</a:t>
            </a: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FF0000"/>
                </a:solidFill>
                <a:effectLst/>
                <a:latin typeface="Courier New" panose="02070309020205020404" pitchFamily="49" charset="0"/>
                <a:ea typeface="標楷體" panose="03000509000000000000" pitchFamily="65" charset="-120"/>
              </a:rPr>
              <a:t>userinfo.email </a:t>
            </a:r>
            <a:r>
              <a:rPr lang="en-US" altLang="zh-TW" sz="1800" kern="100">
                <a:effectLst/>
                <a:latin typeface="Courier New" panose="02070309020205020404" pitchFamily="49" charset="0"/>
                <a:ea typeface="標楷體" panose="03000509000000000000" pitchFamily="65" charset="-120"/>
              </a:rPr>
              <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&lt;/p&gt;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endblock %}</a:t>
            </a:r>
            <a:endParaRPr lang="zh-TW" altLang="zh-TW" sz="1800" kern="100">
              <a:effectLst/>
              <a:latin typeface="Courier New" panose="02070309020205020404" pitchFamily="49" charset="0"/>
              <a:ea typeface="標楷體" panose="03000509000000000000" pitchFamily="65" charset="-120"/>
            </a:endParaRPr>
          </a:p>
          <a:p>
            <a:pPr lvl="1"/>
            <a:endParaRPr lang="zh-TW" altLang="zh-TW" dirty="0"/>
          </a:p>
        </p:txBody>
      </p:sp>
    </p:spTree>
    <p:extLst>
      <p:ext uri="{BB962C8B-B14F-4D97-AF65-F5344CB8AC3E}">
        <p14:creationId xmlns:p14="http://schemas.microsoft.com/office/powerpoint/2010/main" val="903525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286512" y="360129"/>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 </a:t>
            </a:r>
            <a:r>
              <a:rPr lang="en-US" altLang="zh-TW" dirty="0">
                <a:solidFill>
                  <a:srgbClr val="FF0000"/>
                </a:solidFill>
              </a:rPr>
              <a:t>views.py</a:t>
            </a:r>
            <a:endParaRPr lang="zh-TW" altLang="zh-TW"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28</a:t>
            </a:fld>
            <a:endParaRPr lang="zh-TW" altLang="en-US"/>
          </a:p>
        </p:txBody>
      </p:sp>
      <p:sp>
        <p:nvSpPr>
          <p:cNvPr id="4" name="內容版面配置區 3"/>
          <p:cNvSpPr>
            <a:spLocks noGrp="1"/>
          </p:cNvSpPr>
          <p:nvPr>
            <p:ph sz="quarter" idx="1"/>
          </p:nvPr>
        </p:nvSpPr>
        <p:spPr/>
        <p:txBody>
          <a:bodyPr>
            <a:normAutofit lnSpcReduction="10000"/>
          </a:bodyPr>
          <a:lstStyle/>
          <a:p>
            <a:r>
              <a:rPr lang="en-US" altLang="zh-TW" dirty="0"/>
              <a:t>Django</a:t>
            </a:r>
            <a:r>
              <a:rPr lang="zh-TW" altLang="en-US" dirty="0"/>
              <a:t>提</a:t>
            </a:r>
            <a:r>
              <a:rPr lang="zh-TW" altLang="zh-TW" dirty="0"/>
              <a:t>供了一個</a:t>
            </a:r>
            <a:r>
              <a:rPr lang="en-US" altLang="zh-TW" dirty="0"/>
              <a:t>messages framework</a:t>
            </a:r>
            <a:r>
              <a:rPr lang="zh-TW" altLang="zh-TW" dirty="0"/>
              <a:t>，只要引入</a:t>
            </a:r>
            <a:r>
              <a:rPr lang="en-US" altLang="zh-TW" dirty="0">
                <a:solidFill>
                  <a:srgbClr val="FF0000"/>
                </a:solidFill>
              </a:rPr>
              <a:t>from </a:t>
            </a:r>
            <a:r>
              <a:rPr lang="en-US" altLang="zh-TW" dirty="0" err="1">
                <a:solidFill>
                  <a:srgbClr val="FF0000"/>
                </a:solidFill>
              </a:rPr>
              <a:t>django.contrib</a:t>
            </a:r>
            <a:r>
              <a:rPr lang="en-US" altLang="zh-TW" dirty="0">
                <a:solidFill>
                  <a:srgbClr val="FF0000"/>
                </a:solidFill>
              </a:rPr>
              <a:t> import messages</a:t>
            </a:r>
            <a:r>
              <a:rPr lang="zh-TW" altLang="zh-TW" dirty="0"/>
              <a:t>之後，就可以透過它提供的函數及框架，自動做到</a:t>
            </a:r>
            <a:r>
              <a:rPr lang="zh-TW" altLang="zh-TW" dirty="0">
                <a:solidFill>
                  <a:srgbClr val="FF0000"/>
                </a:solidFill>
              </a:rPr>
              <a:t>橫跨各網頁間的訊息顯示。</a:t>
            </a:r>
          </a:p>
          <a:p>
            <a:r>
              <a:rPr lang="zh-TW" altLang="zh-TW" dirty="0"/>
              <a:t>它提供</a:t>
            </a:r>
            <a:r>
              <a:rPr lang="en-US" altLang="zh-TW" dirty="0"/>
              <a:t>2</a:t>
            </a:r>
            <a:r>
              <a:rPr lang="zh-TW" altLang="zh-TW" dirty="0"/>
              <a:t>個函數，分別是（請留意</a:t>
            </a:r>
            <a:r>
              <a:rPr lang="en-US" altLang="zh-TW" dirty="0"/>
              <a:t>message</a:t>
            </a:r>
            <a:r>
              <a:rPr lang="zh-TW" altLang="zh-TW" dirty="0"/>
              <a:t>後面有沒有加上</a:t>
            </a:r>
            <a:r>
              <a:rPr lang="en-US" altLang="zh-TW" dirty="0"/>
              <a:t>s</a:t>
            </a:r>
            <a:r>
              <a:rPr lang="zh-TW" altLang="zh-TW" dirty="0"/>
              <a:t>）：</a:t>
            </a:r>
            <a:r>
              <a:rPr lang="en-US" altLang="zh-TW" dirty="0"/>
              <a:t> </a:t>
            </a:r>
            <a:r>
              <a:rPr lang="en-US" altLang="zh-TW" dirty="0">
                <a:solidFill>
                  <a:srgbClr val="FF0000"/>
                </a:solidFill>
              </a:rPr>
              <a:t>views.py</a:t>
            </a:r>
            <a:endParaRPr lang="zh-TW" altLang="zh-TW" dirty="0">
              <a:solidFill>
                <a:srgbClr val="FF0000"/>
              </a:solidFill>
            </a:endParaRPr>
          </a:p>
          <a:p>
            <a:pPr marL="274320" lvl="1" indent="0">
              <a:buNone/>
            </a:pPr>
            <a:r>
              <a:rPr lang="en-US" altLang="zh-TW" dirty="0">
                <a:latin typeface="Courier New" panose="02070309020205020404" pitchFamily="49" charset="0"/>
                <a:cs typeface="Courier New" panose="02070309020205020404" pitchFamily="49" charset="0"/>
              </a:rPr>
              <a:t>from </a:t>
            </a:r>
            <a:r>
              <a:rPr lang="en-US" altLang="zh-TW" dirty="0" err="1">
                <a:latin typeface="Courier New" panose="02070309020205020404" pitchFamily="49" charset="0"/>
                <a:cs typeface="Courier New" panose="02070309020205020404" pitchFamily="49" charset="0"/>
              </a:rPr>
              <a:t>django.contrib</a:t>
            </a:r>
            <a:r>
              <a:rPr lang="en-US" altLang="zh-TW" dirty="0">
                <a:latin typeface="Courier New" panose="02070309020205020404" pitchFamily="49" charset="0"/>
                <a:cs typeface="Courier New" panose="02070309020205020404" pitchFamily="49" charset="0"/>
              </a:rPr>
              <a:t> import </a:t>
            </a:r>
            <a:r>
              <a:rPr lang="en-US" altLang="zh-TW" b="1" dirty="0">
                <a:latin typeface="Courier New" panose="02070309020205020404" pitchFamily="49" charset="0"/>
                <a:cs typeface="Courier New" panose="02070309020205020404" pitchFamily="49" charset="0"/>
              </a:rPr>
              <a:t>message</a:t>
            </a:r>
            <a:r>
              <a:rPr lang="en-US" altLang="zh-TW" b="1" dirty="0">
                <a:solidFill>
                  <a:srgbClr val="FF0000"/>
                </a:solidFill>
                <a:latin typeface="Courier New" panose="02070309020205020404" pitchFamily="49" charset="0"/>
                <a:cs typeface="Courier New" panose="02070309020205020404" pitchFamily="49" charset="0"/>
              </a:rPr>
              <a:t>s</a:t>
            </a:r>
            <a:endParaRPr lang="zh-TW" altLang="zh-TW" b="1" dirty="0">
              <a:solidFill>
                <a:srgbClr val="FF0000"/>
              </a:solidFill>
              <a:latin typeface="Courier New" panose="02070309020205020404" pitchFamily="49" charset="0"/>
              <a:cs typeface="Courier New" panose="02070309020205020404" pitchFamily="49" charset="0"/>
            </a:endParaRPr>
          </a:p>
          <a:p>
            <a:pPr marL="274320" lvl="1" indent="0">
              <a:buNone/>
            </a:pPr>
            <a:endParaRPr lang="en-US" altLang="zh-TW" dirty="0">
              <a:latin typeface="Courier New" panose="02070309020205020404" pitchFamily="49" charset="0"/>
              <a:cs typeface="Courier New" panose="02070309020205020404" pitchFamily="49" charset="0"/>
            </a:endParaRPr>
          </a:p>
          <a:p>
            <a:pPr marL="274320" lvl="1" indent="0">
              <a:buNone/>
            </a:pPr>
            <a:r>
              <a:rPr lang="en-US" altLang="zh-TW" dirty="0" err="1">
                <a:latin typeface="Courier New" panose="02070309020205020404" pitchFamily="49" charset="0"/>
                <a:cs typeface="Courier New" panose="02070309020205020404" pitchFamily="49" charset="0"/>
              </a:rPr>
              <a:t>message</a:t>
            </a:r>
            <a:r>
              <a:rPr lang="en-US" altLang="zh-TW" dirty="0" err="1">
                <a:solidFill>
                  <a:srgbClr val="FF0000"/>
                </a:solidFill>
                <a:latin typeface="Courier New" panose="02070309020205020404" pitchFamily="49" charset="0"/>
                <a:cs typeface="Courier New" panose="02070309020205020404" pitchFamily="49" charset="0"/>
              </a:rPr>
              <a:t>s</a:t>
            </a:r>
            <a:r>
              <a:rPr lang="en-US" altLang="zh-TW" dirty="0" err="1">
                <a:latin typeface="Courier New" panose="02070309020205020404" pitchFamily="49" charset="0"/>
                <a:cs typeface="Courier New" panose="02070309020205020404" pitchFamily="49" charset="0"/>
              </a:rPr>
              <a:t>.</a:t>
            </a:r>
            <a:r>
              <a:rPr lang="en-US" altLang="zh-TW" dirty="0" err="1">
                <a:solidFill>
                  <a:srgbClr val="FF0000"/>
                </a:solidFill>
                <a:latin typeface="Courier New" panose="02070309020205020404" pitchFamily="49" charset="0"/>
                <a:cs typeface="Courier New" panose="02070309020205020404" pitchFamily="49" charset="0"/>
              </a:rPr>
              <a:t>add_message</a:t>
            </a:r>
            <a:r>
              <a:rPr lang="en-US" altLang="zh-TW" dirty="0">
                <a:latin typeface="Courier New" panose="02070309020205020404" pitchFamily="49" charset="0"/>
                <a:cs typeface="Courier New" panose="02070309020205020404" pitchFamily="49" charset="0"/>
              </a:rPr>
              <a:t>(request, </a:t>
            </a:r>
            <a:r>
              <a:rPr lang="en-US" altLang="zh-TW" dirty="0">
                <a:solidFill>
                  <a:srgbClr val="FF0000"/>
                </a:solidFill>
                <a:latin typeface="Courier New" panose="02070309020205020404" pitchFamily="49" charset="0"/>
                <a:cs typeface="Courier New" panose="02070309020205020404" pitchFamily="49" charset="0"/>
              </a:rPr>
              <a:t>messages.INFO</a:t>
            </a:r>
            <a:r>
              <a:rPr lang="en-US" altLang="zh-TW" dirty="0">
                <a:latin typeface="Courier New" panose="02070309020205020404" pitchFamily="49" charset="0"/>
                <a:cs typeface="Courier New" panose="02070309020205020404" pitchFamily="49" charset="0"/>
              </a:rPr>
              <a:t>, '</a:t>
            </a:r>
            <a:r>
              <a:rPr lang="zh-TW" altLang="zh-TW" dirty="0">
                <a:latin typeface="Courier New" panose="02070309020205020404" pitchFamily="49" charset="0"/>
                <a:cs typeface="Courier New" panose="02070309020205020404" pitchFamily="49" charset="0"/>
              </a:rPr>
              <a:t>要顯示的字串</a:t>
            </a:r>
            <a:r>
              <a:rPr lang="en-US" altLang="zh-TW" dirty="0">
                <a:latin typeface="Courier New" panose="02070309020205020404" pitchFamily="49" charset="0"/>
                <a:cs typeface="Courier New" panose="02070309020205020404" pitchFamily="49" charset="0"/>
              </a:rPr>
              <a:t>’)</a:t>
            </a:r>
          </a:p>
          <a:p>
            <a:pPr marL="274320" lvl="1" indent="0">
              <a:buNone/>
            </a:pP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err="1">
                <a:latin typeface="Courier New" panose="02070309020205020404" pitchFamily="49" charset="0"/>
                <a:cs typeface="Courier New" panose="02070309020205020404" pitchFamily="49" charset="0"/>
              </a:rPr>
              <a:t>message</a:t>
            </a:r>
            <a:r>
              <a:rPr lang="en-US" altLang="zh-TW" dirty="0" err="1">
                <a:solidFill>
                  <a:srgbClr val="FF0000"/>
                </a:solidFill>
                <a:latin typeface="Courier New" panose="02070309020205020404" pitchFamily="49" charset="0"/>
                <a:cs typeface="Courier New" panose="02070309020205020404" pitchFamily="49" charset="0"/>
              </a:rPr>
              <a:t>s</a:t>
            </a:r>
            <a:r>
              <a:rPr lang="en-US" altLang="zh-TW" dirty="0" err="1">
                <a:latin typeface="Courier New" panose="02070309020205020404" pitchFamily="49" charset="0"/>
                <a:cs typeface="Courier New" panose="02070309020205020404" pitchFamily="49" charset="0"/>
              </a:rPr>
              <a:t>.</a:t>
            </a:r>
            <a:r>
              <a:rPr lang="en-US" altLang="zh-TW" dirty="0" err="1">
                <a:solidFill>
                  <a:srgbClr val="FF0000"/>
                </a:solidFill>
                <a:latin typeface="Courier New" panose="02070309020205020404" pitchFamily="49" charset="0"/>
                <a:cs typeface="Courier New" panose="02070309020205020404" pitchFamily="49" charset="0"/>
              </a:rPr>
              <a:t>get_messages</a:t>
            </a:r>
            <a:r>
              <a:rPr lang="en-US" altLang="zh-TW" dirty="0">
                <a:latin typeface="Courier New" panose="02070309020205020404" pitchFamily="49" charset="0"/>
                <a:cs typeface="Courier New" panose="02070309020205020404" pitchFamily="49" charset="0"/>
              </a:rPr>
              <a:t>(request)</a:t>
            </a:r>
            <a:endParaRPr lang="zh-TW" altLang="zh-TW"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5697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365792"/>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29</a:t>
            </a:fld>
            <a:endParaRPr lang="zh-TW" altLang="en-US"/>
          </a:p>
        </p:txBody>
      </p:sp>
      <p:sp>
        <p:nvSpPr>
          <p:cNvPr id="4" name="內容版面配置區 3"/>
          <p:cNvSpPr>
            <a:spLocks noGrp="1"/>
          </p:cNvSpPr>
          <p:nvPr>
            <p:ph sz="quarter" idx="1"/>
          </p:nvPr>
        </p:nvSpPr>
        <p:spPr/>
        <p:txBody>
          <a:bodyPr>
            <a:normAutofit fontScale="92500" lnSpcReduction="10000"/>
          </a:bodyPr>
          <a:lstStyle/>
          <a:p>
            <a:r>
              <a:rPr lang="zh-TW" altLang="zh-TW" dirty="0"/>
              <a:t>其中</a:t>
            </a:r>
            <a:r>
              <a:rPr lang="en-US" altLang="zh-TW" dirty="0" err="1"/>
              <a:t>add_message</a:t>
            </a:r>
            <a:r>
              <a:rPr lang="zh-TW" altLang="zh-TW" dirty="0"/>
              <a:t>用來加上一段訊息，而訊息的內容型態預設還分成以下幾個等級：</a:t>
            </a:r>
          </a:p>
          <a:p>
            <a:pPr lvl="1"/>
            <a:r>
              <a:rPr lang="en-US" altLang="zh-TW" dirty="0"/>
              <a:t>DEBUG</a:t>
            </a:r>
            <a:endParaRPr lang="zh-TW" altLang="zh-TW" dirty="0"/>
          </a:p>
          <a:p>
            <a:pPr lvl="1"/>
            <a:r>
              <a:rPr lang="en-US" altLang="zh-TW" dirty="0"/>
              <a:t>INFO</a:t>
            </a:r>
            <a:endParaRPr lang="zh-TW" altLang="zh-TW" dirty="0"/>
          </a:p>
          <a:p>
            <a:pPr lvl="1"/>
            <a:r>
              <a:rPr lang="en-US" altLang="zh-TW" dirty="0"/>
              <a:t>SUCCESS</a:t>
            </a:r>
            <a:endParaRPr lang="zh-TW" altLang="zh-TW" dirty="0"/>
          </a:p>
          <a:p>
            <a:pPr lvl="1"/>
            <a:r>
              <a:rPr lang="en-US" altLang="zh-TW" dirty="0"/>
              <a:t>WARNING</a:t>
            </a:r>
            <a:endParaRPr lang="zh-TW" altLang="zh-TW" dirty="0"/>
          </a:p>
          <a:p>
            <a:pPr lvl="1"/>
            <a:r>
              <a:rPr lang="en-US" altLang="zh-TW" dirty="0"/>
              <a:t>ERROR</a:t>
            </a:r>
            <a:endParaRPr lang="zh-TW" altLang="zh-TW" dirty="0"/>
          </a:p>
          <a:p>
            <a:r>
              <a:rPr lang="zh-TW" altLang="zh-TW" dirty="0"/>
              <a:t>對應到以上的不同</a:t>
            </a:r>
            <a:r>
              <a:rPr lang="zh-TW" altLang="zh-TW"/>
              <a:t>訊息等級分別</a:t>
            </a:r>
            <a:r>
              <a:rPr lang="zh-TW" altLang="zh-TW" dirty="0"/>
              <a:t>使用以下</a:t>
            </a:r>
            <a:r>
              <a:rPr lang="zh-TW" altLang="zh-TW"/>
              <a:t>的函數簡化</a:t>
            </a:r>
            <a:r>
              <a:rPr lang="zh-TW" altLang="zh-TW" dirty="0"/>
              <a:t>：</a:t>
            </a:r>
          </a:p>
          <a:p>
            <a:pPr lvl="1"/>
            <a:r>
              <a:rPr lang="en-US" altLang="zh-TW" dirty="0" err="1"/>
              <a:t>messages.debug</a:t>
            </a:r>
            <a:r>
              <a:rPr lang="en-US" altLang="zh-TW" dirty="0"/>
              <a:t>(request</a:t>
            </a:r>
            <a:r>
              <a:rPr lang="en-US" altLang="zh-TW"/>
              <a:t>, '</a:t>
            </a:r>
            <a:r>
              <a:rPr lang="zh-TW" altLang="zh-TW"/>
              <a:t>除錯訊息字串</a:t>
            </a:r>
            <a:r>
              <a:rPr lang="en-US" altLang="zh-TW" dirty="0"/>
              <a:t>'</a:t>
            </a:r>
            <a:r>
              <a:rPr lang="en-US" altLang="zh-TW"/>
              <a:t>)</a:t>
            </a:r>
            <a:endParaRPr lang="zh-TW" altLang="zh-TW" dirty="0"/>
          </a:p>
          <a:p>
            <a:pPr lvl="1"/>
            <a:r>
              <a:rPr lang="en-US" altLang="zh-TW" dirty="0"/>
              <a:t>messages.info(request</a:t>
            </a:r>
            <a:r>
              <a:rPr lang="en-US" altLang="zh-TW"/>
              <a:t>, '</a:t>
            </a:r>
            <a:r>
              <a:rPr lang="zh-TW" altLang="zh-TW"/>
              <a:t>資訊訊息字串</a:t>
            </a:r>
            <a:r>
              <a:rPr lang="en-US" altLang="zh-TW" dirty="0"/>
              <a:t>'</a:t>
            </a:r>
            <a:r>
              <a:rPr lang="en-US" altLang="zh-TW"/>
              <a:t>)</a:t>
            </a:r>
            <a:endParaRPr lang="zh-TW" altLang="zh-TW" dirty="0"/>
          </a:p>
          <a:p>
            <a:pPr lvl="1"/>
            <a:r>
              <a:rPr lang="en-US" altLang="zh-TW" dirty="0" err="1"/>
              <a:t>messages.success</a:t>
            </a:r>
            <a:r>
              <a:rPr lang="en-US" altLang="zh-TW" dirty="0"/>
              <a:t>(request</a:t>
            </a:r>
            <a:r>
              <a:rPr lang="en-US" altLang="zh-TW"/>
              <a:t>, '</a:t>
            </a:r>
            <a:r>
              <a:rPr lang="zh-TW" altLang="zh-TW"/>
              <a:t>成功訊息字串</a:t>
            </a:r>
            <a:r>
              <a:rPr lang="en-US" altLang="zh-TW" dirty="0"/>
              <a:t>'</a:t>
            </a:r>
            <a:r>
              <a:rPr lang="en-US" altLang="zh-TW"/>
              <a:t>)</a:t>
            </a:r>
            <a:endParaRPr lang="zh-TW" altLang="zh-TW" dirty="0"/>
          </a:p>
          <a:p>
            <a:pPr lvl="1"/>
            <a:r>
              <a:rPr lang="en-US" altLang="zh-TW" dirty="0" err="1"/>
              <a:t>messages.warning</a:t>
            </a:r>
            <a:r>
              <a:rPr lang="en-US" altLang="zh-TW" dirty="0"/>
              <a:t>(request</a:t>
            </a:r>
            <a:r>
              <a:rPr lang="en-US" altLang="zh-TW"/>
              <a:t>, '</a:t>
            </a:r>
            <a:r>
              <a:rPr lang="zh-TW" altLang="zh-TW"/>
              <a:t>警告訊息字串</a:t>
            </a:r>
            <a:r>
              <a:rPr lang="en-US" altLang="zh-TW" dirty="0"/>
              <a:t>'</a:t>
            </a:r>
            <a:r>
              <a:rPr lang="en-US" altLang="zh-TW"/>
              <a:t>)</a:t>
            </a:r>
            <a:endParaRPr lang="zh-TW" altLang="zh-TW" dirty="0"/>
          </a:p>
          <a:p>
            <a:pPr lvl="1"/>
            <a:r>
              <a:rPr lang="en-US" altLang="zh-TW" dirty="0" err="1"/>
              <a:t>messages.error</a:t>
            </a:r>
            <a:r>
              <a:rPr lang="en-US" altLang="zh-TW" dirty="0"/>
              <a:t>(request</a:t>
            </a:r>
            <a:r>
              <a:rPr lang="en-US" altLang="zh-TW"/>
              <a:t>, '</a:t>
            </a:r>
            <a:r>
              <a:rPr lang="zh-TW" altLang="zh-TW"/>
              <a:t>錯誤訊息字串</a:t>
            </a:r>
            <a:r>
              <a:rPr lang="en-US" altLang="zh-TW" dirty="0"/>
              <a:t>'</a:t>
            </a:r>
            <a:r>
              <a:rPr lang="en-US" altLang="zh-TW"/>
              <a:t>)</a:t>
            </a:r>
            <a:endParaRPr lang="zh-TW" altLang="zh-TW" dirty="0"/>
          </a:p>
          <a:p>
            <a:endParaRPr lang="zh-TW" altLang="en-US" dirty="0"/>
          </a:p>
        </p:txBody>
      </p:sp>
    </p:spTree>
    <p:extLst>
      <p:ext uri="{BB962C8B-B14F-4D97-AF65-F5344CB8AC3E}">
        <p14:creationId xmlns:p14="http://schemas.microsoft.com/office/powerpoint/2010/main" val="787495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r>
              <a:rPr lang="zh-TW" altLang="en-US" dirty="0"/>
              <a:t>這頁不用改</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30</a:t>
            </a:fld>
            <a:endParaRPr lang="zh-TW" altLang="en-US"/>
          </a:p>
        </p:txBody>
      </p:sp>
      <p:sp>
        <p:nvSpPr>
          <p:cNvPr id="4" name="內容版面配置區 3"/>
          <p:cNvSpPr>
            <a:spLocks noGrp="1"/>
          </p:cNvSpPr>
          <p:nvPr>
            <p:ph sz="quarter" idx="1"/>
          </p:nvPr>
        </p:nvSpPr>
        <p:spPr>
          <a:xfrm>
            <a:off x="301752" y="1527048"/>
            <a:ext cx="8534400" cy="4566248"/>
          </a:xfrm>
        </p:spPr>
        <p:txBody>
          <a:bodyPr>
            <a:normAutofit/>
          </a:bodyPr>
          <a:lstStyle/>
          <a:p>
            <a:r>
              <a:rPr lang="zh-TW" altLang="zh-TW" dirty="0"/>
              <a:t>使用這個機制，我們在</a:t>
            </a:r>
            <a:r>
              <a:rPr lang="en-US" altLang="zh-TW" dirty="0" err="1"/>
              <a:t>views.login</a:t>
            </a:r>
            <a:r>
              <a:rPr lang="zh-TW" altLang="zh-TW" dirty="0"/>
              <a:t>中就可以修改如下：</a:t>
            </a:r>
          </a:p>
          <a:p>
            <a:pPr marL="0" indent="0">
              <a:buNone/>
            </a:pPr>
            <a:r>
              <a:rPr lang="en-US" altLang="zh-TW" sz="1800" kern="100" dirty="0">
                <a:effectLst/>
                <a:latin typeface="Courier New" panose="02070309020205020404" pitchFamily="49" charset="0"/>
                <a:ea typeface="標楷體" panose="03000509000000000000" pitchFamily="65" charset="-120"/>
              </a:rPr>
              <a:t>def login(request):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request.method</a:t>
            </a:r>
            <a:r>
              <a:rPr lang="en-US" altLang="zh-TW" sz="1800" kern="100" dirty="0">
                <a:effectLst/>
                <a:latin typeface="Courier New" panose="02070309020205020404" pitchFamily="49" charset="0"/>
                <a:ea typeface="標楷體" panose="03000509000000000000" pitchFamily="65" charset="-120"/>
              </a:rPr>
              <a:t> == 'POST':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login_form</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forms.LoginForm</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login_form.is_valid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login_name</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['username'].strip()</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login_password</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request.POST</a:t>
            </a:r>
            <a:r>
              <a:rPr lang="en-US" altLang="zh-TW" sz="1800" kern="100" dirty="0">
                <a:effectLst/>
                <a:latin typeface="Courier New" panose="02070309020205020404" pitchFamily="49" charset="0"/>
                <a:ea typeface="標楷體" panose="03000509000000000000" pitchFamily="65" charset="-120"/>
              </a:rPr>
              <a:t>['password']</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try: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user = </a:t>
            </a:r>
            <a:r>
              <a:rPr lang="en-US" altLang="zh-TW" sz="1800" kern="100" dirty="0" err="1">
                <a:effectLst/>
                <a:latin typeface="Courier New" panose="02070309020205020404" pitchFamily="49" charset="0"/>
                <a:ea typeface="標楷體" panose="03000509000000000000" pitchFamily="65" charset="-120"/>
              </a:rPr>
              <a:t>models.User.objects.get</a:t>
            </a:r>
            <a:r>
              <a:rPr lang="en-US" altLang="zh-TW" sz="1800" kern="100" dirty="0">
                <a:effectLst/>
                <a:latin typeface="Courier New" panose="02070309020205020404" pitchFamily="49" charset="0"/>
                <a:ea typeface="標楷體" panose="03000509000000000000" pitchFamily="65" charset="-120"/>
              </a:rPr>
              <a:t>(name=</a:t>
            </a:r>
            <a:r>
              <a:rPr lang="en-US" altLang="zh-TW" sz="1800" kern="100" dirty="0" err="1">
                <a:effectLst/>
                <a:latin typeface="Courier New" panose="02070309020205020404" pitchFamily="49" charset="0"/>
                <a:ea typeface="標楷體" panose="03000509000000000000" pitchFamily="65" charset="-120"/>
              </a:rPr>
              <a:t>login_name</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785740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r>
              <a:rPr lang="zh-TW" altLang="en-US" dirty="0"/>
              <a:t>六</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31</a:t>
            </a:fld>
            <a:endParaRPr lang="zh-TW" altLang="en-US"/>
          </a:p>
        </p:txBody>
      </p:sp>
      <p:sp>
        <p:nvSpPr>
          <p:cNvPr id="4" name="內容版面配置區 3"/>
          <p:cNvSpPr>
            <a:spLocks noGrp="1"/>
          </p:cNvSpPr>
          <p:nvPr>
            <p:ph sz="quarter" idx="1"/>
          </p:nvPr>
        </p:nvSpPr>
        <p:spPr>
          <a:xfrm>
            <a:off x="301752" y="1527048"/>
            <a:ext cx="8734744" cy="5142312"/>
          </a:xfrm>
        </p:spPr>
        <p:txBody>
          <a:bodyPr>
            <a:normAutofit fontScale="92500" lnSpcReduction="20000"/>
          </a:bodyPr>
          <a:lstStyle/>
          <a:p>
            <a:pPr marL="0" indent="0">
              <a:buNone/>
            </a:pPr>
            <a:r>
              <a:rPr lang="en-US" altLang="zh-TW" sz="1800" kern="100">
                <a:effectLst/>
                <a:latin typeface="Courier New" panose="02070309020205020404" pitchFamily="49" charset="0"/>
                <a:ea typeface="標楷體" panose="03000509000000000000" pitchFamily="65" charset="-120"/>
              </a:rPr>
              <a:t>             if user.password == login_password:</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request.session['username'] = user.name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request.session['useremail'] = user.email</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messages.add_message(request, messages.SUCCESS, '</a:t>
            </a:r>
            <a:r>
              <a:rPr lang="zh-TW" altLang="zh-TW" sz="1800" kern="100">
                <a:solidFill>
                  <a:srgbClr val="C00000"/>
                </a:solidFill>
                <a:effectLst/>
                <a:latin typeface="Courier New" panose="02070309020205020404" pitchFamily="49" charset="0"/>
                <a:ea typeface="標楷體" panose="03000509000000000000" pitchFamily="65" charset="-120"/>
              </a:rPr>
              <a:t>成功登入了</a:t>
            </a:r>
            <a:r>
              <a:rPr lang="en-US" altLang="zh-TW" sz="1800" kern="100">
                <a:solidFill>
                  <a:srgbClr val="C00000"/>
                </a:solidFill>
                <a:effectLst/>
                <a:latin typeface="Courier New" panose="02070309020205020404" pitchFamily="49" charset="0"/>
                <a:ea typeface="標楷體" panose="03000509000000000000" pitchFamily="65" charset="-120"/>
              </a:rPr>
              <a:t>')</a:t>
            </a:r>
            <a:endParaRPr lang="zh-TW" altLang="zh-TW" sz="1800" kern="10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return redirect('/')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else: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messages.add_message(request, messages.WARNING, '</a:t>
            </a:r>
            <a:r>
              <a:rPr lang="zh-TW" altLang="zh-TW" sz="1800" kern="100">
                <a:solidFill>
                  <a:srgbClr val="C00000"/>
                </a:solidFill>
                <a:effectLst/>
                <a:latin typeface="Courier New" panose="02070309020205020404" pitchFamily="49" charset="0"/>
                <a:ea typeface="標楷體" panose="03000509000000000000" pitchFamily="65" charset="-120"/>
              </a:rPr>
              <a:t>密碼錯誤，請再檢查一次</a:t>
            </a:r>
            <a:r>
              <a:rPr lang="en-US" altLang="zh-TW" sz="1800" kern="100">
                <a:solidFill>
                  <a:srgbClr val="C00000"/>
                </a:solidFill>
                <a:effectLst/>
                <a:latin typeface="Courier New" panose="02070309020205020404" pitchFamily="49" charset="0"/>
                <a:ea typeface="標楷體" panose="03000509000000000000" pitchFamily="65" charset="-120"/>
              </a:rPr>
              <a:t>')</a:t>
            </a:r>
            <a:endParaRPr lang="zh-TW" altLang="zh-TW" sz="1800" kern="10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except: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messages.add_message(request, messages.WARNING, '</a:t>
            </a:r>
            <a:r>
              <a:rPr lang="zh-TW" altLang="zh-TW" sz="1800" kern="100">
                <a:solidFill>
                  <a:srgbClr val="C00000"/>
                </a:solidFill>
                <a:effectLst/>
                <a:latin typeface="Courier New" panose="02070309020205020404" pitchFamily="49" charset="0"/>
                <a:ea typeface="標楷體" panose="03000509000000000000" pitchFamily="65" charset="-120"/>
              </a:rPr>
              <a:t>找不到使用者</a:t>
            </a:r>
            <a:r>
              <a:rPr lang="en-US" altLang="zh-TW" sz="1800" kern="100">
                <a:solidFill>
                  <a:srgbClr val="C00000"/>
                </a:solidFill>
                <a:effectLst/>
                <a:latin typeface="Courier New" panose="02070309020205020404" pitchFamily="49" charset="0"/>
                <a:ea typeface="標楷體" panose="03000509000000000000" pitchFamily="65" charset="-120"/>
              </a:rPr>
              <a:t>')</a:t>
            </a:r>
            <a:endParaRPr lang="zh-TW" altLang="zh-TW" sz="1800" kern="10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else: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messages.add_message(request, messages.INFO,'</a:t>
            </a:r>
            <a:r>
              <a:rPr lang="zh-TW" altLang="zh-TW" sz="1800" kern="100">
                <a:solidFill>
                  <a:srgbClr val="C00000"/>
                </a:solidFill>
                <a:effectLst/>
                <a:latin typeface="Courier New" panose="02070309020205020404" pitchFamily="49" charset="0"/>
                <a:ea typeface="標楷體" panose="03000509000000000000" pitchFamily="65" charset="-120"/>
              </a:rPr>
              <a:t>請檢查輸入的欄位內容</a:t>
            </a:r>
            <a:r>
              <a:rPr lang="en-US" altLang="zh-TW" sz="1800" kern="100">
                <a:solidFill>
                  <a:srgbClr val="C00000"/>
                </a:solidFill>
                <a:effectLst/>
                <a:latin typeface="Courier New" panose="02070309020205020404" pitchFamily="49" charset="0"/>
                <a:ea typeface="標楷體" panose="03000509000000000000" pitchFamily="65" charset="-120"/>
              </a:rPr>
              <a:t>'</a:t>
            </a:r>
            <a:r>
              <a:rPr lang="en-US" altLang="zh-TW" sz="1800" kern="100">
                <a:effectLst/>
                <a:latin typeface="Courier New" panose="02070309020205020404" pitchFamily="49" charset="0"/>
                <a:ea typeface="標楷體" panose="03000509000000000000" pitchFamily="65" charset="-120"/>
              </a:rPr>
              <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else: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login_form = forms.LoginForm()</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return render(request, 'login.html', locals())</a:t>
            </a:r>
            <a:endParaRPr lang="zh-TW" altLang="zh-TW" sz="1800" kern="100">
              <a:effectLst/>
              <a:latin typeface="Courier New" panose="02070309020205020404" pitchFamily="49" charset="0"/>
              <a:ea typeface="標楷體" panose="03000509000000000000" pitchFamily="65" charset="-120"/>
            </a:endParaRPr>
          </a:p>
          <a:p>
            <a:pPr marL="0" indent="0">
              <a:buNone/>
            </a:pPr>
            <a:endParaRPr lang="zh-TW" altLang="zh-TW" sz="1800" kern="100">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24553747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r>
              <a:rPr lang="en-US" altLang="zh-TW" sz="3600" dirty="0">
                <a:solidFill>
                  <a:srgbClr val="FF0000"/>
                </a:solidFill>
              </a:rPr>
              <a:t> login.html</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32</a:t>
            </a:fld>
            <a:endParaRPr lang="zh-TW" altLang="en-US"/>
          </a:p>
        </p:txBody>
      </p:sp>
      <p:sp>
        <p:nvSpPr>
          <p:cNvPr id="4" name="內容版面配置區 3"/>
          <p:cNvSpPr>
            <a:spLocks noGrp="1"/>
          </p:cNvSpPr>
          <p:nvPr>
            <p:ph sz="quarter" idx="1"/>
          </p:nvPr>
        </p:nvSpPr>
        <p:spPr>
          <a:xfrm>
            <a:off x="301752" y="1527048"/>
            <a:ext cx="8534400" cy="5142312"/>
          </a:xfrm>
        </p:spPr>
        <p:txBody>
          <a:bodyPr>
            <a:normAutofit/>
          </a:bodyPr>
          <a:lstStyle/>
          <a:p>
            <a:r>
              <a:rPr lang="zh-TW" altLang="zh-TW" sz="2600" dirty="0"/>
              <a:t>為了方便和</a:t>
            </a:r>
            <a:r>
              <a:rPr lang="en-US" altLang="zh-TW" sz="2600" dirty="0"/>
              <a:t>Bootstrap framework</a:t>
            </a:r>
            <a:r>
              <a:rPr lang="zh-TW" altLang="zh-TW" sz="2600" dirty="0"/>
              <a:t>中使用的</a:t>
            </a:r>
            <a:r>
              <a:rPr lang="en-US" altLang="zh-TW" sz="2600" dirty="0"/>
              <a:t>Alert</a:t>
            </a:r>
            <a:r>
              <a:rPr lang="zh-TW" altLang="zh-TW" sz="2600" dirty="0"/>
              <a:t>訊息系統相同，我們只使用了</a:t>
            </a:r>
            <a:r>
              <a:rPr lang="en-US" altLang="zh-TW" sz="2600" dirty="0"/>
              <a:t>SUCCESS</a:t>
            </a:r>
            <a:r>
              <a:rPr lang="zh-TW" altLang="zh-TW" sz="2600" dirty="0"/>
              <a:t>、</a:t>
            </a:r>
            <a:r>
              <a:rPr lang="en-US" altLang="zh-TW" sz="2600" dirty="0"/>
              <a:t>WARNING</a:t>
            </a:r>
            <a:r>
              <a:rPr lang="zh-TW" altLang="zh-TW" sz="2600" dirty="0"/>
              <a:t>以及</a:t>
            </a:r>
            <a:r>
              <a:rPr lang="en-US" altLang="zh-TW" sz="2600" dirty="0"/>
              <a:t>INFO</a:t>
            </a:r>
            <a:r>
              <a:rPr lang="zh-TW" altLang="zh-TW" sz="2600" dirty="0"/>
              <a:t>。因此，在</a:t>
            </a:r>
            <a:r>
              <a:rPr lang="en-US" altLang="zh-TW" sz="2600" dirty="0">
                <a:solidFill>
                  <a:srgbClr val="FF0000"/>
                </a:solidFill>
              </a:rPr>
              <a:t>login.html</a:t>
            </a:r>
            <a:r>
              <a:rPr lang="zh-TW" altLang="zh-TW" sz="2600" dirty="0"/>
              <a:t>中就可以修改為以下所示的樣子：</a:t>
            </a:r>
          </a:p>
          <a:p>
            <a:pPr marL="0" indent="0">
              <a:buNone/>
            </a:pPr>
            <a:r>
              <a:rPr lang="en-US" altLang="zh-TW" sz="1800" kern="100" dirty="0">
                <a:effectLst/>
                <a:latin typeface="Courier New" panose="02070309020205020404" pitchFamily="49" charset="0"/>
                <a:ea typeface="標楷體" panose="03000509000000000000" pitchFamily="65" charset="-120"/>
              </a:rPr>
              <a:t>&lt;!-- login.html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zh-TW" altLang="zh-TW" sz="1800" kern="100" dirty="0">
                <a:effectLst/>
                <a:latin typeface="Courier New" panose="02070309020205020404" pitchFamily="49" charset="0"/>
                <a:ea typeface="標楷體" panose="03000509000000000000" pitchFamily="65" charset="-120"/>
              </a:rPr>
              <a:t>登入分享日記</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content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for message in messages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&lt;div class='alert alert-{{</a:t>
            </a:r>
            <a:r>
              <a:rPr lang="en-US" altLang="zh-TW" sz="1800" kern="100" dirty="0" err="1">
                <a:solidFill>
                  <a:srgbClr val="FF0000"/>
                </a:solidFill>
                <a:effectLst/>
                <a:latin typeface="Courier New" panose="02070309020205020404" pitchFamily="49" charset="0"/>
                <a:ea typeface="標楷體" panose="03000509000000000000" pitchFamily="65" charset="-120"/>
              </a:rPr>
              <a:t>message.tags</a:t>
            </a:r>
            <a:r>
              <a:rPr lang="en-US" altLang="zh-TW" sz="1800" kern="100" dirty="0">
                <a:solidFill>
                  <a:srgbClr val="FF0000"/>
                </a:solidFill>
                <a:effectLst/>
                <a:latin typeface="Courier New" panose="02070309020205020404" pitchFamily="49" charset="0"/>
                <a:ea typeface="標楷體" panose="03000509000000000000" pitchFamily="65" charset="-120"/>
              </a:rPr>
              <a:t>}}'&gt;{{ message }}&lt;/div&gt;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endfor</a:t>
            </a:r>
            <a:r>
              <a:rPr lang="en-US" altLang="zh-TW" sz="1800" kern="100" dirty="0">
                <a:solidFill>
                  <a:srgbClr val="FF0000"/>
                </a:solidFill>
                <a:effectLst/>
                <a:latin typeface="Courier New" panose="02070309020205020404" pitchFamily="49" charset="0"/>
                <a:ea typeface="標楷體" panose="03000509000000000000" pitchFamily="65" charset="-120"/>
              </a:rPr>
              <a:t>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1534188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r>
              <a:rPr lang="zh-TW" altLang="en-US" dirty="0"/>
              <a:t>這頁不用改</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33</a:t>
            </a:fld>
            <a:endParaRPr lang="zh-TW" altLang="en-US"/>
          </a:p>
        </p:txBody>
      </p:sp>
      <p:sp>
        <p:nvSpPr>
          <p:cNvPr id="4" name="內容版面配置區 3"/>
          <p:cNvSpPr>
            <a:spLocks noGrp="1"/>
          </p:cNvSpPr>
          <p:nvPr>
            <p:ph sz="quarter" idx="1"/>
          </p:nvPr>
        </p:nvSpPr>
        <p:spPr>
          <a:xfrm>
            <a:off x="301752" y="1527048"/>
            <a:ext cx="8662736" cy="5142312"/>
          </a:xfrm>
        </p:spPr>
        <p:txBody>
          <a:bodyPr>
            <a:normAutofit/>
          </a:bodyPr>
          <a:lstStyle/>
          <a:p>
            <a:pPr marL="0" indent="0">
              <a:buNone/>
            </a:pPr>
            <a:r>
              <a:rPr lang="en-US" altLang="zh-TW" sz="1800" kern="100">
                <a:effectLst/>
                <a:latin typeface="Courier New" panose="02070309020205020404" pitchFamily="49" charset="0"/>
                <a:ea typeface="標楷體" panose="03000509000000000000" pitchFamily="65" charset="-120"/>
              </a:rPr>
              <a:t>&lt;div class='row'&gt;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class='col-md-12'&gt;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 class="alert alert-primary"&gt;</a:t>
            </a:r>
            <a:r>
              <a:rPr lang="zh-TW" altLang="zh-TW" sz="1800" kern="100">
                <a:effectLst/>
                <a:latin typeface="Courier New" panose="02070309020205020404" pitchFamily="49" charset="0"/>
                <a:ea typeface="標楷體" panose="03000509000000000000" pitchFamily="65" charset="-120"/>
              </a:rPr>
              <a:t>登入我的私人日記</a:t>
            </a:r>
            <a:r>
              <a:rPr lang="en-US" altLang="zh-TW" sz="1800" kern="100">
                <a:effectLst/>
                <a:latin typeface="Courier New" panose="02070309020205020404" pitchFamily="49" charset="0"/>
                <a:ea typeface="標楷體" panose="03000509000000000000" pitchFamily="65" charset="-120"/>
              </a:rPr>
              <a: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&lt;form action='.' method='POST'&gt;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csrf_token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&lt;table&gt;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login_form.as_table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&lt;/table&gt;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&lt;input type='submit' value='</a:t>
            </a:r>
            <a:r>
              <a:rPr lang="zh-TW" altLang="zh-TW" sz="1800" kern="100">
                <a:effectLst/>
                <a:latin typeface="Courier New" panose="02070309020205020404" pitchFamily="49" charset="0"/>
                <a:ea typeface="標楷體" panose="03000509000000000000" pitchFamily="65" charset="-120"/>
              </a:rPr>
              <a:t>登入</a:t>
            </a:r>
            <a:r>
              <a:rPr lang="en-US" altLang="zh-TW" sz="1800" kern="100">
                <a:effectLst/>
                <a:latin typeface="Courier New" panose="02070309020205020404" pitchFamily="49" charset="0"/>
                <a:ea typeface="標楷體" panose="03000509000000000000" pitchFamily="65" charset="-120"/>
              </a:rPr>
              <a:t>'&gt;&lt;br/&gt;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&lt;/form&gt;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endblock %}</a:t>
            </a:r>
            <a:endParaRPr lang="zh-TW" altLang="zh-TW" sz="1800" kern="100">
              <a:effectLst/>
              <a:latin typeface="Courier New" panose="02070309020205020404" pitchFamily="49" charset="0"/>
              <a:ea typeface="標楷體" panose="03000509000000000000" pitchFamily="65" charset="-120"/>
            </a:endParaRPr>
          </a:p>
          <a:p>
            <a:pPr marL="274320" lvl="1" indent="0">
              <a:buNone/>
            </a:pPr>
            <a:endParaRPr lang="zh-TW" altLang="en-US" dirty="0"/>
          </a:p>
        </p:txBody>
      </p:sp>
    </p:spTree>
    <p:extLst>
      <p:ext uri="{BB962C8B-B14F-4D97-AF65-F5344CB8AC3E}">
        <p14:creationId xmlns:p14="http://schemas.microsoft.com/office/powerpoint/2010/main" val="23177871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 </a:t>
            </a:r>
            <a:r>
              <a:rPr lang="en-US" altLang="zh-TW" sz="3600" dirty="0">
                <a:solidFill>
                  <a:srgbClr val="FF0000"/>
                </a:solidFill>
              </a:rPr>
              <a:t>index.html</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34</a:t>
            </a:fld>
            <a:endParaRPr lang="zh-TW" altLang="en-US"/>
          </a:p>
        </p:txBody>
      </p:sp>
      <p:sp>
        <p:nvSpPr>
          <p:cNvPr id="4" name="內容版面配置區 3"/>
          <p:cNvSpPr>
            <a:spLocks noGrp="1"/>
          </p:cNvSpPr>
          <p:nvPr>
            <p:ph sz="quarter" idx="1"/>
          </p:nvPr>
        </p:nvSpPr>
        <p:spPr>
          <a:xfrm>
            <a:off x="301752" y="1527048"/>
            <a:ext cx="8534400" cy="4926288"/>
          </a:xfrm>
        </p:spPr>
        <p:txBody>
          <a:bodyPr>
            <a:normAutofit/>
          </a:bodyPr>
          <a:lstStyle/>
          <a:p>
            <a:r>
              <a:rPr lang="en-US" altLang="zh-TW" dirty="0">
                <a:solidFill>
                  <a:srgbClr val="FF0000"/>
                </a:solidFill>
              </a:rPr>
              <a:t>index.html</a:t>
            </a:r>
            <a:r>
              <a:rPr lang="zh-TW" altLang="zh-TW" dirty="0"/>
              <a:t>前面</a:t>
            </a:r>
            <a:r>
              <a:rPr lang="zh-TW" altLang="en-US" dirty="0"/>
              <a:t>加入</a:t>
            </a:r>
            <a:r>
              <a:rPr lang="en-US" altLang="zh-TW" dirty="0"/>
              <a:t>messages</a:t>
            </a:r>
            <a:r>
              <a:rPr lang="zh-TW" altLang="zh-TW" dirty="0"/>
              <a:t>，如下所示：</a:t>
            </a:r>
          </a:p>
          <a:p>
            <a:pPr marL="0" indent="0">
              <a:buNone/>
            </a:pPr>
            <a:r>
              <a:rPr lang="en-US" altLang="zh-TW" sz="2400" kern="100" dirty="0">
                <a:effectLst/>
                <a:latin typeface="Courier New" panose="02070309020205020404" pitchFamily="49" charset="0"/>
                <a:ea typeface="標楷體" panose="03000509000000000000" pitchFamily="65" charset="-120"/>
              </a:rPr>
              <a:t>&lt;!-- index.html (dj4ch09 project) --&gt;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extends "base.html" %}</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block title %}</a:t>
            </a:r>
            <a:r>
              <a:rPr lang="zh-TW" altLang="zh-TW" sz="2400" kern="100" dirty="0">
                <a:effectLst/>
                <a:latin typeface="Courier New" panose="02070309020205020404" pitchFamily="49" charset="0"/>
                <a:ea typeface="標楷體" panose="03000509000000000000" pitchFamily="65" charset="-120"/>
              </a:rPr>
              <a:t>我的私人日記</a:t>
            </a:r>
            <a:r>
              <a:rPr lang="en-US" altLang="zh-TW" sz="2400" kern="100" dirty="0">
                <a:effectLst/>
                <a:latin typeface="Courier New" panose="02070309020205020404" pitchFamily="49" charset="0"/>
                <a:ea typeface="標楷體" panose="03000509000000000000" pitchFamily="65" charset="-120"/>
              </a:rPr>
              <a:t>{% </a:t>
            </a:r>
            <a:r>
              <a:rPr lang="en-US" altLang="zh-TW" sz="2400" kern="100" dirty="0" err="1">
                <a:effectLst/>
                <a:latin typeface="Courier New" panose="02070309020205020404" pitchFamily="49" charset="0"/>
                <a:ea typeface="標楷體" panose="03000509000000000000" pitchFamily="65" charset="-120"/>
              </a:rPr>
              <a:t>endblock</a:t>
            </a:r>
            <a:r>
              <a:rPr lang="en-US" altLang="zh-TW" sz="2400" kern="100" dirty="0">
                <a:effectLst/>
                <a:latin typeface="Courier New" panose="02070309020205020404" pitchFamily="49" charset="0"/>
                <a:ea typeface="標楷體" panose="03000509000000000000" pitchFamily="65" charset="-120"/>
              </a:rPr>
              <a:t> %}</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 block content %}</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&lt;div class='container'&gt;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solidFill>
                  <a:srgbClr val="C00000"/>
                </a:solidFill>
                <a:effectLst/>
                <a:latin typeface="Courier New" panose="02070309020205020404" pitchFamily="49" charset="0"/>
                <a:ea typeface="標楷體" panose="03000509000000000000" pitchFamily="65" charset="-120"/>
              </a:rPr>
              <a:t>{% for message in messages %}</a:t>
            </a:r>
            <a:endParaRPr lang="zh-TW" altLang="zh-TW" sz="24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solidFill>
                  <a:srgbClr val="C00000"/>
                </a:solidFill>
                <a:effectLst/>
                <a:latin typeface="Courier New" panose="02070309020205020404" pitchFamily="49" charset="0"/>
                <a:ea typeface="標楷體" panose="03000509000000000000" pitchFamily="65" charset="-120"/>
              </a:rPr>
              <a:t>    &lt;div class='alert alert-{{</a:t>
            </a:r>
            <a:r>
              <a:rPr lang="en-US" altLang="zh-TW" sz="2400" kern="100" dirty="0" err="1">
                <a:solidFill>
                  <a:srgbClr val="C00000"/>
                </a:solidFill>
                <a:effectLst/>
                <a:latin typeface="Courier New" panose="02070309020205020404" pitchFamily="49" charset="0"/>
                <a:ea typeface="標楷體" panose="03000509000000000000" pitchFamily="65" charset="-120"/>
              </a:rPr>
              <a:t>message.tags</a:t>
            </a:r>
            <a:r>
              <a:rPr lang="en-US" altLang="zh-TW" sz="2400" kern="100" dirty="0">
                <a:solidFill>
                  <a:srgbClr val="C00000"/>
                </a:solidFill>
                <a:effectLst/>
                <a:latin typeface="Courier New" panose="02070309020205020404" pitchFamily="49" charset="0"/>
                <a:ea typeface="標楷體" panose="03000509000000000000" pitchFamily="65" charset="-120"/>
              </a:rPr>
              <a:t>}}'&gt;{{ message }}&lt;/div&gt;</a:t>
            </a:r>
            <a:endParaRPr lang="zh-TW" altLang="zh-TW" sz="24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solidFill>
                  <a:srgbClr val="C00000"/>
                </a:solidFill>
                <a:effectLst/>
                <a:latin typeface="Courier New" panose="02070309020205020404" pitchFamily="49" charset="0"/>
                <a:ea typeface="標楷體" panose="03000509000000000000" pitchFamily="65" charset="-120"/>
              </a:rPr>
              <a:t>{% </a:t>
            </a:r>
            <a:r>
              <a:rPr lang="en-US" altLang="zh-TW" sz="2400" kern="100" dirty="0" err="1">
                <a:solidFill>
                  <a:srgbClr val="C00000"/>
                </a:solidFill>
                <a:effectLst/>
                <a:latin typeface="Courier New" panose="02070309020205020404" pitchFamily="49" charset="0"/>
                <a:ea typeface="標楷體" panose="03000509000000000000" pitchFamily="65" charset="-120"/>
              </a:rPr>
              <a:t>endfor</a:t>
            </a:r>
            <a:r>
              <a:rPr lang="en-US" altLang="zh-TW" sz="2400" kern="100" dirty="0">
                <a:solidFill>
                  <a:srgbClr val="C00000"/>
                </a:solidFill>
                <a:effectLst/>
                <a:latin typeface="Courier New" panose="02070309020205020404" pitchFamily="49" charset="0"/>
                <a:ea typeface="標楷體" panose="03000509000000000000" pitchFamily="65" charset="-120"/>
              </a:rPr>
              <a:t> %}</a:t>
            </a:r>
            <a:endParaRPr lang="zh-TW" altLang="zh-TW" sz="2400" kern="100" dirty="0">
              <a:solidFill>
                <a:srgbClr val="C00000"/>
              </a:solidFill>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1049668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r>
              <a:rPr lang="zh-TW" altLang="en-US" dirty="0"/>
              <a:t>不用改</a:t>
            </a:r>
            <a:r>
              <a:rPr lang="en-US" altLang="zh-TW" dirty="0"/>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35</a:t>
            </a:fld>
            <a:endParaRPr lang="zh-TW" altLang="en-US"/>
          </a:p>
        </p:txBody>
      </p:sp>
      <p:sp>
        <p:nvSpPr>
          <p:cNvPr id="4" name="內容版面配置區 3"/>
          <p:cNvSpPr>
            <a:spLocks noGrp="1"/>
          </p:cNvSpPr>
          <p:nvPr>
            <p:ph sz="quarter" idx="1"/>
          </p:nvPr>
        </p:nvSpPr>
        <p:spPr>
          <a:xfrm>
            <a:off x="301752" y="1527048"/>
            <a:ext cx="8534400" cy="4926288"/>
          </a:xfrm>
        </p:spPr>
        <p:txBody>
          <a:bodyPr>
            <a:normAutofit/>
          </a:bodyPr>
          <a:lstStyle/>
          <a:p>
            <a:pPr marL="0" indent="0">
              <a:buNone/>
            </a:pPr>
            <a:r>
              <a:rPr lang="en-US" altLang="zh-TW" sz="1800" kern="100">
                <a:effectLst/>
                <a:latin typeface="Courier New" panose="02070309020205020404" pitchFamily="49" charset="0"/>
                <a:ea typeface="標楷體" panose="03000509000000000000" pitchFamily="65" charset="-120"/>
              </a:rPr>
              <a:t> &lt;div class='row'&gt;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class='col-md-12'&gt;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class='card-header' align=center&gt;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 class="alert alert-primary"&gt;</a:t>
            </a:r>
            <a:r>
              <a:rPr lang="zh-TW" altLang="zh-TW" sz="1800" kern="100">
                <a:effectLst/>
                <a:latin typeface="Courier New" panose="02070309020205020404" pitchFamily="49" charset="0"/>
                <a:ea typeface="標楷體" panose="03000509000000000000" pitchFamily="65" charset="-120"/>
              </a:rPr>
              <a:t>我的私人日記</a:t>
            </a:r>
            <a:r>
              <a:rPr lang="en-US" altLang="zh-TW" sz="1800" kern="100">
                <a:effectLst/>
                <a:latin typeface="Courier New" panose="02070309020205020404" pitchFamily="49" charset="0"/>
                <a:ea typeface="標楷體" panose="03000509000000000000" pitchFamily="65" charset="-120"/>
              </a:rPr>
              <a: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if username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zh-TW" altLang="zh-TW" sz="1800" kern="100">
                <a:effectLst/>
                <a:latin typeface="Courier New" panose="02070309020205020404" pitchFamily="49" charset="0"/>
                <a:ea typeface="標楷體" panose="03000509000000000000" pitchFamily="65" charset="-120"/>
              </a:rPr>
              <a:t>歡迎：</a:t>
            </a:r>
            <a:r>
              <a:rPr lang="en-US" altLang="zh-TW" sz="1800" kern="100">
                <a:effectLst/>
                <a:latin typeface="Courier New" panose="02070309020205020404" pitchFamily="49" charset="0"/>
                <a:ea typeface="標楷體" panose="03000509000000000000" pitchFamily="65" charset="-120"/>
              </a:rPr>
              <a:t>{{username}}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endif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endblock %}</a:t>
            </a:r>
            <a:endParaRPr lang="zh-TW" altLang="en-US" dirty="0"/>
          </a:p>
        </p:txBody>
      </p:sp>
    </p:spTree>
    <p:extLst>
      <p:ext uri="{BB962C8B-B14F-4D97-AF65-F5344CB8AC3E}">
        <p14:creationId xmlns:p14="http://schemas.microsoft.com/office/powerpoint/2010/main" val="38148382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01752" y="293784"/>
            <a:ext cx="8534400" cy="758952"/>
          </a:xfrm>
        </p:spPr>
        <p:txBody>
          <a:bodyPr>
            <a:normAutofit fontScale="90000"/>
          </a:bodyPr>
          <a:lstStyle/>
          <a:p>
            <a:r>
              <a:rPr lang="zh-TW" altLang="zh-TW" dirty="0"/>
              <a:t>整合</a:t>
            </a:r>
            <a:r>
              <a:rPr lang="en-US" altLang="zh-TW" dirty="0"/>
              <a:t>Django</a:t>
            </a:r>
            <a:r>
              <a:rPr lang="zh-TW" altLang="zh-TW" dirty="0"/>
              <a:t>的訊息顯示框架</a:t>
            </a:r>
            <a:r>
              <a:rPr lang="en-US" altLang="zh-TW" dirty="0"/>
              <a:t>Messages Framework</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36</a:t>
            </a:fld>
            <a:endParaRPr lang="zh-TW" altLang="en-US"/>
          </a:p>
        </p:txBody>
      </p:sp>
      <p:sp>
        <p:nvSpPr>
          <p:cNvPr id="4" name="內容版面配置區 3"/>
          <p:cNvSpPr>
            <a:spLocks noGrp="1"/>
          </p:cNvSpPr>
          <p:nvPr>
            <p:ph sz="quarter" idx="1"/>
          </p:nvPr>
        </p:nvSpPr>
        <p:spPr/>
        <p:txBody>
          <a:bodyPr/>
          <a:lstStyle/>
          <a:p>
            <a:r>
              <a:rPr lang="zh-TW" altLang="zh-TW" dirty="0"/>
              <a:t>使用</a:t>
            </a:r>
            <a:r>
              <a:rPr lang="en-US" altLang="zh-TW" dirty="0"/>
              <a:t>messages framework</a:t>
            </a:r>
            <a:r>
              <a:rPr lang="zh-TW" altLang="zh-TW" dirty="0"/>
              <a:t>顯示登入成功的訊息</a:t>
            </a:r>
            <a:endParaRPr lang="zh-TW" altLang="en-US" dirty="0"/>
          </a:p>
        </p:txBody>
      </p:sp>
      <p:pic>
        <p:nvPicPr>
          <p:cNvPr id="6" name="圖片 5">
            <a:extLst>
              <a:ext uri="{FF2B5EF4-FFF2-40B4-BE49-F238E27FC236}">
                <a16:creationId xmlns:a16="http://schemas.microsoft.com/office/drawing/2014/main" id="{A6910CDF-BC15-09F3-437A-596597AC4A43}"/>
              </a:ext>
            </a:extLst>
          </p:cNvPr>
          <p:cNvPicPr>
            <a:picLocks noChangeAspect="1"/>
          </p:cNvPicPr>
          <p:nvPr/>
        </p:nvPicPr>
        <p:blipFill>
          <a:blip r:embed="rId2"/>
          <a:stretch>
            <a:fillRect/>
          </a:stretch>
        </p:blipFill>
        <p:spPr>
          <a:xfrm>
            <a:off x="755576" y="2520187"/>
            <a:ext cx="7697247" cy="3638211"/>
          </a:xfrm>
          <a:prstGeom prst="rect">
            <a:avLst/>
          </a:prstGeom>
        </p:spPr>
      </p:pic>
    </p:spTree>
    <p:extLst>
      <p:ext uri="{BB962C8B-B14F-4D97-AF65-F5344CB8AC3E}">
        <p14:creationId xmlns:p14="http://schemas.microsoft.com/office/powerpoint/2010/main" val="27915182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37</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a:t>Django</a:t>
            </a:r>
            <a:r>
              <a:rPr lang="zh-TW" altLang="zh-TW" dirty="0"/>
              <a:t>本身內建了使用者的登入</a:t>
            </a:r>
            <a:r>
              <a:rPr lang="en-US" altLang="zh-TW" dirty="0"/>
              <a:t>/</a:t>
            </a:r>
            <a:r>
              <a:rPr lang="zh-TW" altLang="zh-TW" dirty="0"/>
              <a:t>登出的功能</a:t>
            </a:r>
            <a:endParaRPr lang="en-US" altLang="zh-TW" dirty="0"/>
          </a:p>
          <a:p>
            <a:r>
              <a:rPr lang="en-US" altLang="zh-TW" dirty="0"/>
              <a:t>admin</a:t>
            </a:r>
            <a:r>
              <a:rPr lang="zh-TW" altLang="zh-TW" dirty="0"/>
              <a:t>管理網頁的</a:t>
            </a:r>
            <a:r>
              <a:rPr lang="en-US" altLang="zh-TW" dirty="0">
                <a:solidFill>
                  <a:srgbClr val="FF0000"/>
                </a:solidFill>
              </a:rPr>
              <a:t>Users</a:t>
            </a:r>
            <a:r>
              <a:rPr lang="zh-TW" altLang="zh-TW" dirty="0"/>
              <a:t>介面</a:t>
            </a:r>
            <a:r>
              <a:rPr lang="zh-TW" altLang="en-US" dirty="0"/>
              <a:t>，</a:t>
            </a:r>
            <a:r>
              <a:rPr lang="zh-TW" altLang="zh-TW" dirty="0"/>
              <a:t>使用</a:t>
            </a:r>
            <a:r>
              <a:rPr lang="en-US" altLang="zh-TW" dirty="0"/>
              <a:t>Django</a:t>
            </a:r>
            <a:r>
              <a:rPr lang="zh-TW" altLang="zh-TW" dirty="0"/>
              <a:t>的使用者驗證系統</a:t>
            </a:r>
            <a:endParaRPr lang="zh-TW" altLang="en-US" dirty="0"/>
          </a:p>
        </p:txBody>
      </p:sp>
      <p:pic>
        <p:nvPicPr>
          <p:cNvPr id="6" name="圖片 5">
            <a:extLst>
              <a:ext uri="{FF2B5EF4-FFF2-40B4-BE49-F238E27FC236}">
                <a16:creationId xmlns:a16="http://schemas.microsoft.com/office/drawing/2014/main" id="{CC9DF457-CB5B-49E7-BF0C-B6D62B008F06}"/>
              </a:ext>
            </a:extLst>
          </p:cNvPr>
          <p:cNvPicPr>
            <a:picLocks noChangeAspect="1"/>
          </p:cNvPicPr>
          <p:nvPr/>
        </p:nvPicPr>
        <p:blipFill>
          <a:blip r:embed="rId2"/>
          <a:stretch>
            <a:fillRect/>
          </a:stretch>
        </p:blipFill>
        <p:spPr>
          <a:xfrm>
            <a:off x="1686540" y="2889264"/>
            <a:ext cx="6264696" cy="3790477"/>
          </a:xfrm>
          <a:prstGeom prst="rect">
            <a:avLst/>
          </a:prstGeom>
        </p:spPr>
      </p:pic>
    </p:spTree>
    <p:extLst>
      <p:ext uri="{BB962C8B-B14F-4D97-AF65-F5344CB8AC3E}">
        <p14:creationId xmlns:p14="http://schemas.microsoft.com/office/powerpoint/2010/main" val="34646381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38</a:t>
            </a:fld>
            <a:endParaRPr lang="zh-TW" altLang="en-US"/>
          </a:p>
        </p:txBody>
      </p:sp>
      <p:sp>
        <p:nvSpPr>
          <p:cNvPr id="4" name="內容版面配置區 3"/>
          <p:cNvSpPr>
            <a:spLocks noGrp="1"/>
          </p:cNvSpPr>
          <p:nvPr>
            <p:ph sz="quarter" idx="1"/>
          </p:nvPr>
        </p:nvSpPr>
        <p:spPr/>
        <p:txBody>
          <a:bodyPr/>
          <a:lstStyle/>
          <a:p>
            <a:r>
              <a:rPr lang="en-US" altLang="zh-TW" dirty="0"/>
              <a:t>Django</a:t>
            </a:r>
            <a:r>
              <a:rPr lang="zh-TW" altLang="zh-TW" dirty="0"/>
              <a:t>物件是在</a:t>
            </a:r>
            <a:r>
              <a:rPr lang="en-US" altLang="zh-TW" dirty="0" err="1"/>
              <a:t>auth.models</a:t>
            </a:r>
            <a:r>
              <a:rPr lang="zh-TW" altLang="zh-TW" dirty="0"/>
              <a:t>中，所以要使用之前需引入如下：</a:t>
            </a:r>
          </a:p>
          <a:p>
            <a:pPr lvl="1"/>
            <a:r>
              <a:rPr lang="en-US" altLang="zh-TW" dirty="0">
                <a:solidFill>
                  <a:srgbClr val="FF0000"/>
                </a:solidFill>
              </a:rPr>
              <a:t>from </a:t>
            </a:r>
            <a:r>
              <a:rPr lang="en-US" altLang="zh-TW" dirty="0" err="1">
                <a:solidFill>
                  <a:srgbClr val="FF0000"/>
                </a:solidFill>
              </a:rPr>
              <a:t>django.contrib.auth.models</a:t>
            </a:r>
            <a:r>
              <a:rPr lang="en-US" altLang="zh-TW" dirty="0">
                <a:solidFill>
                  <a:srgbClr val="FF0000"/>
                </a:solidFill>
              </a:rPr>
              <a:t> </a:t>
            </a:r>
            <a:r>
              <a:rPr lang="en-US" altLang="zh-TW" dirty="0"/>
              <a:t>import User</a:t>
            </a:r>
            <a:endParaRPr lang="zh-TW" altLang="zh-TW" dirty="0"/>
          </a:p>
          <a:p>
            <a:r>
              <a:rPr lang="zh-TW" altLang="zh-TW" dirty="0"/>
              <a:t>在</a:t>
            </a:r>
            <a:r>
              <a:rPr lang="en-US" altLang="zh-TW" dirty="0"/>
              <a:t>Django</a:t>
            </a:r>
            <a:r>
              <a:rPr lang="zh-TW" altLang="zh-TW" dirty="0"/>
              <a:t>預設的</a:t>
            </a:r>
            <a:r>
              <a:rPr lang="en-US" altLang="zh-TW" dirty="0"/>
              <a:t>User</a:t>
            </a:r>
            <a:r>
              <a:rPr lang="zh-TW" altLang="zh-TW" dirty="0"/>
              <a:t>物件中欄位有：</a:t>
            </a:r>
          </a:p>
          <a:p>
            <a:pPr lvl="1"/>
            <a:r>
              <a:rPr lang="en-US" altLang="zh-TW" dirty="0"/>
              <a:t>username</a:t>
            </a:r>
            <a:endParaRPr lang="zh-TW" altLang="zh-TW" dirty="0"/>
          </a:p>
          <a:p>
            <a:pPr lvl="1"/>
            <a:r>
              <a:rPr lang="en-US" altLang="zh-TW" dirty="0"/>
              <a:t>password</a:t>
            </a:r>
            <a:endParaRPr lang="zh-TW" altLang="zh-TW" dirty="0"/>
          </a:p>
          <a:p>
            <a:pPr lvl="1"/>
            <a:r>
              <a:rPr lang="en-US" altLang="zh-TW" dirty="0"/>
              <a:t>email</a:t>
            </a:r>
            <a:endParaRPr lang="zh-TW" altLang="zh-TW" dirty="0"/>
          </a:p>
          <a:p>
            <a:pPr lvl="1"/>
            <a:r>
              <a:rPr lang="en-US" altLang="zh-TW" dirty="0" err="1"/>
              <a:t>first_name</a:t>
            </a:r>
            <a:endParaRPr lang="zh-TW" altLang="zh-TW" dirty="0"/>
          </a:p>
          <a:p>
            <a:pPr lvl="1"/>
            <a:r>
              <a:rPr lang="en-US" altLang="zh-TW" dirty="0" err="1"/>
              <a:t>last_name</a:t>
            </a:r>
            <a:endParaRPr lang="zh-TW" altLang="zh-TW" dirty="0"/>
          </a:p>
          <a:p>
            <a:endParaRPr lang="zh-TW" altLang="en-US" dirty="0"/>
          </a:p>
        </p:txBody>
      </p:sp>
    </p:spTree>
    <p:extLst>
      <p:ext uri="{BB962C8B-B14F-4D97-AF65-F5344CB8AC3E}">
        <p14:creationId xmlns:p14="http://schemas.microsoft.com/office/powerpoint/2010/main" val="4155728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39</a:t>
            </a:fld>
            <a:endParaRPr lang="zh-TW" altLang="en-US"/>
          </a:p>
        </p:txBody>
      </p:sp>
      <p:sp>
        <p:nvSpPr>
          <p:cNvPr id="4" name="內容版面配置區 3"/>
          <p:cNvSpPr>
            <a:spLocks noGrp="1"/>
          </p:cNvSpPr>
          <p:nvPr>
            <p:ph sz="quarter" idx="1"/>
          </p:nvPr>
        </p:nvSpPr>
        <p:spPr/>
        <p:txBody>
          <a:bodyPr/>
          <a:lstStyle/>
          <a:p>
            <a:r>
              <a:rPr lang="zh-TW" altLang="zh-TW" dirty="0"/>
              <a:t>使用以下的程式碼來建立一個新的使用者：</a:t>
            </a:r>
          </a:p>
          <a:p>
            <a:pPr lvl="1"/>
            <a:r>
              <a:rPr lang="en-US" altLang="zh-TW" dirty="0"/>
              <a:t>from </a:t>
            </a:r>
            <a:r>
              <a:rPr lang="en-US" altLang="zh-TW" dirty="0" err="1"/>
              <a:t>django.contrib.auth.models</a:t>
            </a:r>
            <a:r>
              <a:rPr lang="en-US" altLang="zh-TW" dirty="0"/>
              <a:t> import </a:t>
            </a:r>
            <a:r>
              <a:rPr lang="en-US" altLang="zh-TW" dirty="0">
                <a:solidFill>
                  <a:srgbClr val="FF0000"/>
                </a:solidFill>
              </a:rPr>
              <a:t>User</a:t>
            </a:r>
            <a:endParaRPr lang="zh-TW" altLang="zh-TW" dirty="0">
              <a:solidFill>
                <a:srgbClr val="FF0000"/>
              </a:solidFill>
            </a:endParaRPr>
          </a:p>
          <a:p>
            <a:pPr lvl="1"/>
            <a:r>
              <a:rPr lang="en-US" altLang="zh-TW" dirty="0"/>
              <a:t>user = </a:t>
            </a:r>
            <a:r>
              <a:rPr lang="en-US" altLang="zh-TW" dirty="0" err="1">
                <a:solidFill>
                  <a:srgbClr val="FF0000"/>
                </a:solidFill>
              </a:rPr>
              <a:t>User</a:t>
            </a:r>
            <a:r>
              <a:rPr lang="en-US" altLang="zh-TW" dirty="0" err="1"/>
              <a:t>.objects.</a:t>
            </a:r>
            <a:r>
              <a:rPr lang="en-US" altLang="zh-TW" dirty="0" err="1">
                <a:solidFill>
                  <a:srgbClr val="FF0000"/>
                </a:solidFill>
              </a:rPr>
              <a:t>create_user</a:t>
            </a:r>
            <a:r>
              <a:rPr lang="en-US" altLang="zh-TW" dirty="0"/>
              <a:t>('</a:t>
            </a:r>
            <a:r>
              <a:rPr lang="en-US" altLang="zh-TW" dirty="0" err="1"/>
              <a:t>minhuang</a:t>
            </a:r>
            <a:r>
              <a:rPr lang="en-US" altLang="zh-TW" dirty="0"/>
              <a:t>', 'ho@min-huang.com', '</a:t>
            </a:r>
            <a:r>
              <a:rPr lang="en-US" altLang="zh-TW" dirty="0" err="1"/>
              <a:t>mypassword</a:t>
            </a:r>
            <a:r>
              <a:rPr lang="en-US" altLang="zh-TW" dirty="0"/>
              <a:t>')</a:t>
            </a:r>
          </a:p>
          <a:p>
            <a:r>
              <a:rPr lang="zh-TW" altLang="zh-TW" dirty="0"/>
              <a:t>需要修改其中的任一欄位資料的話，和之前操作</a:t>
            </a:r>
            <a:r>
              <a:rPr lang="en-US" altLang="zh-TW" dirty="0"/>
              <a:t>Model</a:t>
            </a:r>
            <a:r>
              <a:rPr lang="zh-TW" altLang="zh-TW" dirty="0"/>
              <a:t>實例變數的方法是一樣的，如下所示：</a:t>
            </a:r>
          </a:p>
          <a:p>
            <a:pPr lvl="1"/>
            <a:r>
              <a:rPr lang="en-US" altLang="zh-TW" dirty="0" err="1"/>
              <a:t>user.last_name</a:t>
            </a:r>
            <a:r>
              <a:rPr lang="en-US" altLang="zh-TW" dirty="0"/>
              <a:t> = 'Ho'</a:t>
            </a:r>
            <a:endParaRPr lang="zh-TW" altLang="zh-TW" dirty="0"/>
          </a:p>
          <a:p>
            <a:pPr lvl="1"/>
            <a:r>
              <a:rPr lang="en-US" altLang="zh-TW" dirty="0" err="1"/>
              <a:t>user.save</a:t>
            </a:r>
            <a:r>
              <a:rPr lang="en-US" altLang="zh-TW" dirty="0"/>
              <a:t>()</a:t>
            </a:r>
            <a:endParaRPr lang="zh-TW" altLang="zh-TW" dirty="0"/>
          </a:p>
          <a:p>
            <a:endParaRPr lang="zh-TW" altLang="en-US" dirty="0"/>
          </a:p>
        </p:txBody>
      </p:sp>
    </p:spTree>
    <p:extLst>
      <p:ext uri="{BB962C8B-B14F-4D97-AF65-F5344CB8AC3E}">
        <p14:creationId xmlns:p14="http://schemas.microsoft.com/office/powerpoint/2010/main" val="3015434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40</a:t>
            </a:fld>
            <a:endParaRPr lang="zh-TW" altLang="en-US"/>
          </a:p>
        </p:txBody>
      </p:sp>
      <p:sp>
        <p:nvSpPr>
          <p:cNvPr id="4" name="內容版面配置區 3"/>
          <p:cNvSpPr>
            <a:spLocks noGrp="1"/>
          </p:cNvSpPr>
          <p:nvPr>
            <p:ph sz="quarter" idx="1"/>
          </p:nvPr>
        </p:nvSpPr>
        <p:spPr/>
        <p:txBody>
          <a:bodyPr/>
          <a:lstStyle/>
          <a:p>
            <a:r>
              <a:rPr lang="zh-TW" altLang="zh-TW" dirty="0"/>
              <a:t>先使用</a:t>
            </a:r>
            <a:r>
              <a:rPr lang="en-US" altLang="zh-TW" dirty="0"/>
              <a:t>admin</a:t>
            </a:r>
            <a:r>
              <a:rPr lang="zh-TW" altLang="zh-TW" dirty="0"/>
              <a:t>管理網頁來修改以及新增使用者資料，接下來我們要做的是利用在</a:t>
            </a:r>
            <a:r>
              <a:rPr lang="en-US" altLang="zh-TW" dirty="0"/>
              <a:t>User</a:t>
            </a:r>
            <a:r>
              <a:rPr lang="zh-TW" altLang="zh-TW" dirty="0"/>
              <a:t>中的資料來做使用者登入以及登出的實作</a:t>
            </a:r>
            <a:endParaRPr lang="en-US" altLang="zh-TW" dirty="0"/>
          </a:p>
          <a:p>
            <a:r>
              <a:rPr lang="zh-TW" altLang="zh-TW" dirty="0">
                <a:solidFill>
                  <a:srgbClr val="FF0000"/>
                </a:solidFill>
              </a:rPr>
              <a:t>請留意本小節的操作對象是</a:t>
            </a:r>
            <a:r>
              <a:rPr lang="en-US" altLang="zh-TW" dirty="0">
                <a:solidFill>
                  <a:srgbClr val="FF0000"/>
                </a:solidFill>
              </a:rPr>
              <a:t>User</a:t>
            </a:r>
            <a:r>
              <a:rPr lang="zh-TW" altLang="zh-TW" dirty="0">
                <a:solidFill>
                  <a:srgbClr val="FF0000"/>
                </a:solidFill>
              </a:rPr>
              <a:t>類別（是在</a:t>
            </a:r>
            <a:r>
              <a:rPr lang="en-US" altLang="zh-TW" dirty="0" err="1">
                <a:solidFill>
                  <a:srgbClr val="FF0000"/>
                </a:solidFill>
              </a:rPr>
              <a:t>django.contrib.auth.models</a:t>
            </a:r>
            <a:r>
              <a:rPr lang="zh-TW" altLang="zh-TW" dirty="0">
                <a:solidFill>
                  <a:srgbClr val="FF0000"/>
                </a:solidFill>
              </a:rPr>
              <a:t>中的類別），和在前一節中在</a:t>
            </a:r>
            <a:r>
              <a:rPr lang="en-US" altLang="zh-TW" dirty="0">
                <a:solidFill>
                  <a:srgbClr val="FF0000"/>
                </a:solidFill>
              </a:rPr>
              <a:t>models.py</a:t>
            </a:r>
            <a:r>
              <a:rPr lang="zh-TW" altLang="zh-TW" dirty="0">
                <a:solidFill>
                  <a:srgbClr val="FF0000"/>
                </a:solidFill>
              </a:rPr>
              <a:t>中定義的</a:t>
            </a:r>
            <a:r>
              <a:rPr lang="en-US" altLang="zh-TW" dirty="0">
                <a:solidFill>
                  <a:srgbClr val="FF0000"/>
                </a:solidFill>
              </a:rPr>
              <a:t>User</a:t>
            </a:r>
            <a:r>
              <a:rPr lang="zh-TW" altLang="zh-TW" dirty="0">
                <a:solidFill>
                  <a:srgbClr val="FF0000"/>
                </a:solidFill>
              </a:rPr>
              <a:t>是不同的。在</a:t>
            </a:r>
            <a:r>
              <a:rPr lang="en-US" altLang="zh-TW" dirty="0">
                <a:solidFill>
                  <a:srgbClr val="FF0000"/>
                </a:solidFill>
              </a:rPr>
              <a:t>models.py</a:t>
            </a:r>
            <a:r>
              <a:rPr lang="zh-TW" altLang="zh-TW" dirty="0">
                <a:solidFill>
                  <a:srgbClr val="FF0000"/>
                </a:solidFill>
              </a:rPr>
              <a:t>中自訂的</a:t>
            </a:r>
            <a:r>
              <a:rPr lang="en-US" altLang="zh-TW" dirty="0">
                <a:solidFill>
                  <a:srgbClr val="FF0000"/>
                </a:solidFill>
              </a:rPr>
              <a:t>User</a:t>
            </a:r>
            <a:r>
              <a:rPr lang="zh-TW" altLang="zh-TW" dirty="0">
                <a:solidFill>
                  <a:srgbClr val="FF0000"/>
                </a:solidFill>
              </a:rPr>
              <a:t>類別在</a:t>
            </a:r>
            <a:r>
              <a:rPr lang="en-US" altLang="zh-TW" dirty="0">
                <a:solidFill>
                  <a:srgbClr val="FF0000"/>
                </a:solidFill>
              </a:rPr>
              <a:t>views.py</a:t>
            </a:r>
            <a:r>
              <a:rPr lang="zh-TW" altLang="zh-TW" dirty="0">
                <a:solidFill>
                  <a:srgbClr val="FF0000"/>
                </a:solidFill>
              </a:rPr>
              <a:t>中是以</a:t>
            </a:r>
            <a:r>
              <a:rPr lang="en-US" altLang="zh-TW" dirty="0" err="1">
                <a:solidFill>
                  <a:srgbClr val="FF0000"/>
                </a:solidFill>
              </a:rPr>
              <a:t>models.User</a:t>
            </a:r>
            <a:r>
              <a:rPr lang="zh-TW" altLang="zh-TW" dirty="0">
                <a:solidFill>
                  <a:srgbClr val="FF0000"/>
                </a:solidFill>
              </a:rPr>
              <a:t>來操作，而在</a:t>
            </a:r>
            <a:r>
              <a:rPr lang="en-US" altLang="zh-TW" dirty="0" err="1">
                <a:solidFill>
                  <a:srgbClr val="FF0000"/>
                </a:solidFill>
              </a:rPr>
              <a:t>auth.models</a:t>
            </a:r>
            <a:r>
              <a:rPr lang="zh-TW" altLang="zh-TW" dirty="0">
                <a:solidFill>
                  <a:srgbClr val="FF0000"/>
                </a:solidFill>
              </a:rPr>
              <a:t>中的則是直接用</a:t>
            </a:r>
            <a:r>
              <a:rPr lang="en-US" altLang="zh-TW" dirty="0">
                <a:solidFill>
                  <a:srgbClr val="FF0000"/>
                </a:solidFill>
              </a:rPr>
              <a:t>User</a:t>
            </a:r>
            <a:r>
              <a:rPr lang="zh-TW" altLang="zh-TW" dirty="0">
                <a:solidFill>
                  <a:srgbClr val="FF0000"/>
                </a:solidFill>
              </a:rPr>
              <a:t>拿來使用。</a:t>
            </a:r>
            <a:endParaRPr lang="zh-TW" altLang="en-US" dirty="0">
              <a:solidFill>
                <a:srgbClr val="FF0000"/>
              </a:solidFill>
            </a:endParaRPr>
          </a:p>
        </p:txBody>
      </p:sp>
    </p:spTree>
    <p:extLst>
      <p:ext uri="{BB962C8B-B14F-4D97-AF65-F5344CB8AC3E}">
        <p14:creationId xmlns:p14="http://schemas.microsoft.com/office/powerpoint/2010/main" val="3081456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t>程式內運</a:t>
            </a:r>
            <a:r>
              <a:rPr lang="zh-TW" altLang="zh-TW" dirty="0"/>
              <a:t>用</a:t>
            </a:r>
            <a:r>
              <a:rPr lang="en-US" altLang="zh-TW" dirty="0"/>
              <a:t>Django</a:t>
            </a:r>
            <a:r>
              <a:rPr lang="zh-TW" altLang="zh-TW" dirty="0"/>
              <a:t>的使用者驗證系統</a:t>
            </a:r>
            <a:r>
              <a:rPr lang="en-US" altLang="zh-TW" dirty="0">
                <a:solidFill>
                  <a:srgbClr val="FF0000"/>
                </a:solidFill>
              </a:rPr>
              <a:t>(</a:t>
            </a:r>
            <a:r>
              <a:rPr lang="zh-TW" altLang="en-US" dirty="0">
                <a:solidFill>
                  <a:srgbClr val="FF0000"/>
                </a:solidFill>
              </a:rPr>
              <a:t>七</a:t>
            </a:r>
            <a:r>
              <a:rPr lang="en-US" altLang="zh-TW" dirty="0">
                <a:solidFill>
                  <a:srgbClr val="FF0000"/>
                </a:solidFill>
              </a:rPr>
              <a:t>)</a:t>
            </a:r>
            <a:br>
              <a:rPr lang="en-US" altLang="zh-TW" dirty="0">
                <a:solidFill>
                  <a:srgbClr val="FF0000"/>
                </a:solidFill>
              </a:rPr>
            </a:br>
            <a:r>
              <a:rPr lang="en-US" altLang="zh-TW" dirty="0">
                <a:solidFill>
                  <a:srgbClr val="FF0000"/>
                </a:solidFill>
              </a:rPr>
              <a:t>copy </a:t>
            </a:r>
            <a:r>
              <a:rPr lang="zh-TW" altLang="en-US" dirty="0">
                <a:solidFill>
                  <a:srgbClr val="FF0000"/>
                </a:solidFill>
              </a:rPr>
              <a:t>二、六、的</a:t>
            </a:r>
            <a:r>
              <a:rPr lang="en-US" altLang="zh-TW" dirty="0">
                <a:solidFill>
                  <a:srgbClr val="FF0000"/>
                </a:solidFill>
              </a:rPr>
              <a:t>login</a:t>
            </a:r>
            <a:r>
              <a:rPr lang="zh-TW" altLang="en-US" dirty="0">
                <a:solidFill>
                  <a:srgbClr val="FF0000"/>
                </a:solidFill>
              </a:rPr>
              <a:t>來改</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41</a:t>
            </a:fld>
            <a:endParaRPr lang="zh-TW" altLang="en-US"/>
          </a:p>
        </p:txBody>
      </p:sp>
      <p:sp>
        <p:nvSpPr>
          <p:cNvPr id="4" name="內容版面配置區 3"/>
          <p:cNvSpPr>
            <a:spLocks noGrp="1"/>
          </p:cNvSpPr>
          <p:nvPr>
            <p:ph sz="quarter" idx="1"/>
          </p:nvPr>
        </p:nvSpPr>
        <p:spPr>
          <a:xfrm>
            <a:off x="301752" y="1527048"/>
            <a:ext cx="8534400" cy="4854280"/>
          </a:xfrm>
        </p:spPr>
        <p:txBody>
          <a:bodyPr>
            <a:normAutofit fontScale="92500" lnSpcReduction="10000"/>
          </a:bodyPr>
          <a:lstStyle/>
          <a:p>
            <a:r>
              <a:rPr lang="en-US" altLang="zh-TW" dirty="0" err="1"/>
              <a:t>django.contrib.auth</a:t>
            </a:r>
            <a:r>
              <a:rPr lang="zh-TW" altLang="zh-TW" dirty="0"/>
              <a:t>中提供了</a:t>
            </a:r>
            <a:r>
              <a:rPr lang="en-US" altLang="zh-TW" dirty="0"/>
              <a:t>3</a:t>
            </a:r>
            <a:r>
              <a:rPr lang="zh-TW" altLang="zh-TW" dirty="0"/>
              <a:t>個主要的函數</a:t>
            </a:r>
            <a:endParaRPr lang="en-US" altLang="zh-TW" dirty="0"/>
          </a:p>
          <a:p>
            <a:pPr lvl="1"/>
            <a:r>
              <a:rPr lang="en-US" altLang="zh-TW" dirty="0"/>
              <a:t>Authenticate</a:t>
            </a:r>
          </a:p>
          <a:p>
            <a:pPr lvl="1"/>
            <a:r>
              <a:rPr lang="en-US" altLang="zh-TW" dirty="0"/>
              <a:t>login</a:t>
            </a:r>
          </a:p>
          <a:p>
            <a:pPr lvl="1"/>
            <a:r>
              <a:rPr lang="en-US" altLang="zh-TW" dirty="0"/>
              <a:t>logout</a:t>
            </a:r>
          </a:p>
          <a:p>
            <a:r>
              <a:rPr lang="zh-TW" altLang="en-US" dirty="0"/>
              <a:t>利用</a:t>
            </a:r>
            <a:r>
              <a:rPr lang="en-US" altLang="zh-TW" dirty="0"/>
              <a:t>Django</a:t>
            </a:r>
            <a:r>
              <a:rPr lang="zh-TW" altLang="en-US" dirty="0"/>
              <a:t>的</a:t>
            </a:r>
            <a:r>
              <a:rPr lang="en-US" altLang="zh-TW" dirty="0" err="1"/>
              <a:t>auth</a:t>
            </a:r>
            <a:r>
              <a:rPr lang="zh-TW" altLang="en-US" dirty="0"/>
              <a:t>機制，</a:t>
            </a:r>
            <a:r>
              <a:rPr lang="en-US" altLang="zh-TW" dirty="0" err="1"/>
              <a:t>views.login</a:t>
            </a:r>
            <a:r>
              <a:rPr lang="zh-TW" altLang="en-US" dirty="0"/>
              <a:t>的內容修改為如下：</a:t>
            </a: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from </a:t>
            </a:r>
            <a:r>
              <a:rPr lang="en-US" altLang="zh-TW" dirty="0" err="1">
                <a:solidFill>
                  <a:srgbClr val="FF0000"/>
                </a:solidFill>
                <a:latin typeface="Courier New" panose="02070309020205020404" pitchFamily="49" charset="0"/>
                <a:cs typeface="Courier New" panose="02070309020205020404" pitchFamily="49" charset="0"/>
              </a:rPr>
              <a:t>django.contrib.auth</a:t>
            </a:r>
            <a:r>
              <a:rPr lang="en-US" altLang="zh-TW" dirty="0">
                <a:solidFill>
                  <a:srgbClr val="FF0000"/>
                </a:solidFill>
                <a:latin typeface="Courier New" panose="02070309020205020404" pitchFamily="49" charset="0"/>
                <a:cs typeface="Courier New" panose="02070309020205020404" pitchFamily="49" charset="0"/>
              </a:rPr>
              <a:t> import authenticate</a:t>
            </a: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from </a:t>
            </a:r>
            <a:r>
              <a:rPr lang="en-US" altLang="zh-TW" dirty="0" err="1">
                <a:solidFill>
                  <a:srgbClr val="FF0000"/>
                </a:solidFill>
                <a:latin typeface="Courier New" panose="02070309020205020404" pitchFamily="49" charset="0"/>
                <a:cs typeface="Courier New" panose="02070309020205020404" pitchFamily="49" charset="0"/>
              </a:rPr>
              <a:t>django.contrib</a:t>
            </a:r>
            <a:r>
              <a:rPr lang="en-US" altLang="zh-TW" dirty="0">
                <a:solidFill>
                  <a:srgbClr val="FF0000"/>
                </a:solidFill>
                <a:latin typeface="Courier New" panose="02070309020205020404" pitchFamily="49" charset="0"/>
                <a:cs typeface="Courier New" panose="02070309020205020404" pitchFamily="49" charset="0"/>
              </a:rPr>
              <a:t> import </a:t>
            </a:r>
            <a:r>
              <a:rPr lang="en-US" altLang="zh-TW" dirty="0" err="1">
                <a:solidFill>
                  <a:srgbClr val="FF0000"/>
                </a:solidFill>
                <a:latin typeface="Courier New" panose="02070309020205020404" pitchFamily="49" charset="0"/>
                <a:cs typeface="Courier New" panose="02070309020205020404" pitchFamily="49" charset="0"/>
              </a:rPr>
              <a:t>auth</a:t>
            </a:r>
            <a:endParaRPr lang="en-US" altLang="zh-TW"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from </a:t>
            </a:r>
            <a:r>
              <a:rPr lang="en-US" altLang="zh-TW" dirty="0" err="1">
                <a:solidFill>
                  <a:srgbClr val="FF0000"/>
                </a:solidFill>
                <a:latin typeface="Courier New" panose="02070309020205020404" pitchFamily="49" charset="0"/>
                <a:cs typeface="Courier New" panose="02070309020205020404" pitchFamily="49" charset="0"/>
              </a:rPr>
              <a:t>django.contrib.auth.decorators</a:t>
            </a:r>
            <a:r>
              <a:rPr lang="en-US" altLang="zh-TW" dirty="0">
                <a:solidFill>
                  <a:srgbClr val="FF0000"/>
                </a:solidFill>
                <a:latin typeface="Courier New" panose="02070309020205020404" pitchFamily="49" charset="0"/>
                <a:cs typeface="Courier New" panose="02070309020205020404" pitchFamily="49" charset="0"/>
              </a:rPr>
              <a:t> import </a:t>
            </a:r>
            <a:r>
              <a:rPr lang="en-US" altLang="zh-TW" dirty="0" err="1">
                <a:solidFill>
                  <a:srgbClr val="FF0000"/>
                </a:solidFill>
                <a:latin typeface="Courier New" panose="02070309020205020404" pitchFamily="49" charset="0"/>
                <a:cs typeface="Courier New" panose="02070309020205020404" pitchFamily="49" charset="0"/>
              </a:rPr>
              <a:t>login_required</a:t>
            </a:r>
            <a:endParaRPr lang="en-US" altLang="zh-TW" dirty="0">
              <a:solidFill>
                <a:srgbClr val="FF0000"/>
              </a:solidFill>
              <a:latin typeface="Courier New" panose="02070309020205020404" pitchFamily="49" charset="0"/>
              <a:cs typeface="Courier New" panose="02070309020205020404" pitchFamily="49" charset="0"/>
            </a:endParaRPr>
          </a:p>
          <a:p>
            <a:pPr marL="274320" lvl="1" indent="0">
              <a:buNone/>
            </a:pPr>
            <a:endParaRPr lang="en-US"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def login(request):</a:t>
            </a:r>
          </a:p>
          <a:p>
            <a:pPr marL="274320" lvl="1" indent="0">
              <a:buNone/>
            </a:pPr>
            <a:r>
              <a:rPr lang="en-US" altLang="zh-TW" dirty="0">
                <a:latin typeface="Courier New" panose="02070309020205020404" pitchFamily="49" charset="0"/>
                <a:cs typeface="Courier New" panose="02070309020205020404" pitchFamily="49" charset="0"/>
              </a:rPr>
              <a:t>    if </a:t>
            </a:r>
            <a:r>
              <a:rPr lang="en-US" altLang="zh-TW" dirty="0" err="1">
                <a:latin typeface="Courier New" panose="02070309020205020404" pitchFamily="49" charset="0"/>
                <a:cs typeface="Courier New" panose="02070309020205020404" pitchFamily="49" charset="0"/>
              </a:rPr>
              <a:t>request.method</a:t>
            </a:r>
            <a:r>
              <a:rPr lang="en-US" altLang="zh-TW" dirty="0">
                <a:latin typeface="Courier New" panose="02070309020205020404" pitchFamily="49" charset="0"/>
                <a:cs typeface="Courier New" panose="02070309020205020404" pitchFamily="49" charset="0"/>
              </a:rPr>
              <a:t> == 'POST':</a:t>
            </a: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login_form</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forms.LoginForm</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request.POST</a:t>
            </a:r>
            <a:r>
              <a:rPr lang="en-US" altLang="zh-TW" dirty="0">
                <a:latin typeface="Courier New" panose="02070309020205020404" pitchFamily="49" charset="0"/>
                <a:cs typeface="Courier New" panose="02070309020205020404" pitchFamily="49" charset="0"/>
              </a:rPr>
              <a:t>)</a:t>
            </a:r>
          </a:p>
          <a:p>
            <a:endParaRPr lang="zh-TW" altLang="en-US" dirty="0"/>
          </a:p>
        </p:txBody>
      </p:sp>
    </p:spTree>
    <p:extLst>
      <p:ext uri="{BB962C8B-B14F-4D97-AF65-F5344CB8AC3E}">
        <p14:creationId xmlns:p14="http://schemas.microsoft.com/office/powerpoint/2010/main" val="18524628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r>
              <a:rPr lang="en-US" altLang="zh-TW" dirty="0">
                <a:solidFill>
                  <a:srgbClr val="FF0000"/>
                </a:solidFill>
              </a:rPr>
              <a:t>(</a:t>
            </a:r>
            <a:r>
              <a:rPr lang="zh-TW" altLang="en-US" dirty="0">
                <a:solidFill>
                  <a:srgbClr val="FF0000"/>
                </a:solidFill>
              </a:rPr>
              <a:t>七</a:t>
            </a:r>
            <a:r>
              <a:rPr lang="en-US" altLang="zh-TW" dirty="0">
                <a:solidFill>
                  <a:srgbClr val="FF0000"/>
                </a:solidFill>
              </a:rPr>
              <a:t>)</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42</a:t>
            </a:fld>
            <a:endParaRPr lang="zh-TW" altLang="en-US"/>
          </a:p>
        </p:txBody>
      </p:sp>
      <p:sp>
        <p:nvSpPr>
          <p:cNvPr id="4" name="內容版面配置區 3"/>
          <p:cNvSpPr>
            <a:spLocks noGrp="1"/>
          </p:cNvSpPr>
          <p:nvPr>
            <p:ph sz="quarter" idx="1"/>
          </p:nvPr>
        </p:nvSpPr>
        <p:spPr>
          <a:xfrm>
            <a:off x="301752" y="1527048"/>
            <a:ext cx="8842248" cy="5718376"/>
          </a:xfrm>
        </p:spPr>
        <p:txBody>
          <a:bodyPr>
            <a:normAutofit fontScale="70000" lnSpcReduction="20000"/>
          </a:bodyPr>
          <a:lstStyle/>
          <a:p>
            <a:pPr marL="274320" lvl="1" indent="0">
              <a:buNone/>
            </a:pPr>
            <a:r>
              <a:rPr lang="en-US" altLang="zh-TW" dirty="0">
                <a:latin typeface="Courier New" panose="02070309020205020404" pitchFamily="49" charset="0"/>
                <a:cs typeface="Courier New" panose="02070309020205020404" pitchFamily="49" charset="0"/>
              </a:rPr>
              <a:t>if </a:t>
            </a:r>
            <a:r>
              <a:rPr lang="en-US" altLang="zh-TW" dirty="0" err="1">
                <a:latin typeface="Courier New" panose="02070309020205020404" pitchFamily="49" charset="0"/>
                <a:cs typeface="Courier New" panose="02070309020205020404" pitchFamily="49" charset="0"/>
              </a:rPr>
              <a:t>login_form.is_valid</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login_name</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request.POST</a:t>
            </a:r>
            <a:r>
              <a:rPr lang="en-US" altLang="zh-TW" dirty="0">
                <a:latin typeface="Courier New" panose="02070309020205020404" pitchFamily="49" charset="0"/>
                <a:cs typeface="Courier New" panose="02070309020205020404" pitchFamily="49" charset="0"/>
              </a:rPr>
              <a:t>['username'].strip()</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login_password</a:t>
            </a:r>
            <a:r>
              <a:rPr lang="en-US" altLang="zh-TW" dirty="0">
                <a:latin typeface="Courier New" panose="02070309020205020404" pitchFamily="49" charset="0"/>
                <a:cs typeface="Courier New" panose="02070309020205020404" pitchFamily="49" charset="0"/>
              </a:rPr>
              <a:t>=</a:t>
            </a:r>
            <a:r>
              <a:rPr lang="en-US" altLang="zh-TW" dirty="0" err="1">
                <a:latin typeface="Courier New" panose="02070309020205020404" pitchFamily="49" charset="0"/>
                <a:cs typeface="Courier New" panose="02070309020205020404" pitchFamily="49" charset="0"/>
              </a:rPr>
              <a:t>request.POST</a:t>
            </a:r>
            <a:r>
              <a:rPr lang="en-US" altLang="zh-TW" dirty="0">
                <a:latin typeface="Courier New" panose="02070309020205020404" pitchFamily="49" charset="0"/>
                <a:cs typeface="Courier New" panose="02070309020205020404" pitchFamily="49" charset="0"/>
              </a:rPr>
              <a:t>['password']</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            user = authenticate(username=</a:t>
            </a:r>
            <a:r>
              <a:rPr lang="en-US" altLang="zh-TW" dirty="0" err="1">
                <a:solidFill>
                  <a:srgbClr val="FF0000"/>
                </a:solidFill>
                <a:latin typeface="Courier New" panose="02070309020205020404" pitchFamily="49" charset="0"/>
                <a:cs typeface="Courier New" panose="02070309020205020404" pitchFamily="49" charset="0"/>
              </a:rPr>
              <a:t>login_name</a:t>
            </a:r>
            <a:r>
              <a:rPr lang="en-US" altLang="zh-TW" dirty="0">
                <a:solidFill>
                  <a:srgbClr val="FF0000"/>
                </a:solidFill>
                <a:latin typeface="Courier New" panose="02070309020205020404" pitchFamily="49" charset="0"/>
                <a:cs typeface="Courier New" panose="02070309020205020404" pitchFamily="49" charset="0"/>
              </a:rPr>
              <a:t>, password=</a:t>
            </a:r>
            <a:r>
              <a:rPr lang="en-US" altLang="zh-TW" dirty="0" err="1">
                <a:solidFill>
                  <a:srgbClr val="FF0000"/>
                </a:solidFill>
                <a:latin typeface="Courier New" panose="02070309020205020404" pitchFamily="49" charset="0"/>
                <a:cs typeface="Courier New" panose="02070309020205020404" pitchFamily="49" charset="0"/>
              </a:rPr>
              <a:t>login_password</a:t>
            </a:r>
            <a:r>
              <a:rPr lang="en-US" altLang="zh-TW" dirty="0">
                <a:solidFill>
                  <a:srgbClr val="FF0000"/>
                </a:solidFill>
                <a:latin typeface="Courier New" panose="02070309020205020404" pitchFamily="49" charset="0"/>
                <a:cs typeface="Courier New" panose="02070309020205020404" pitchFamily="49" charset="0"/>
              </a:rPr>
              <a:t>)</a:t>
            </a:r>
            <a:endParaRPr lang="zh-TW" altLang="zh-TW"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if user is not None: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if </a:t>
            </a:r>
            <a:r>
              <a:rPr lang="en-US" altLang="zh-TW" dirty="0" err="1">
                <a:latin typeface="Courier New" panose="02070309020205020404" pitchFamily="49" charset="0"/>
                <a:cs typeface="Courier New" panose="02070309020205020404" pitchFamily="49" charset="0"/>
              </a:rPr>
              <a:t>user.is_active</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solidFill>
                  <a:srgbClr val="FF0000"/>
                </a:solidFill>
                <a:latin typeface="Courier New" panose="02070309020205020404" pitchFamily="49" charset="0"/>
                <a:cs typeface="Courier New" panose="02070309020205020404" pitchFamily="49" charset="0"/>
              </a:rPr>
              <a:t>auth.login</a:t>
            </a:r>
            <a:r>
              <a:rPr lang="en-US" altLang="zh-TW" dirty="0">
                <a:solidFill>
                  <a:srgbClr val="FF0000"/>
                </a:solidFill>
                <a:latin typeface="Courier New" panose="02070309020205020404" pitchFamily="49" charset="0"/>
                <a:cs typeface="Courier New" panose="02070309020205020404" pitchFamily="49" charset="0"/>
              </a:rPr>
              <a:t>(request, user)</a:t>
            </a: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			</a:t>
            </a:r>
            <a:r>
              <a:rPr lang="en-US" altLang="zh-TW" dirty="0">
                <a:latin typeface="Courier New" panose="02070309020205020404" pitchFamily="49" charset="0"/>
                <a:cs typeface="Courier New" panose="02070309020205020404" pitchFamily="49" charset="0"/>
              </a:rPr>
              <a:t>print("success")</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messages.add_message</a:t>
            </a:r>
            <a:r>
              <a:rPr lang="en-US" altLang="zh-TW" dirty="0">
                <a:latin typeface="Courier New" panose="02070309020205020404" pitchFamily="49" charset="0"/>
                <a:cs typeface="Courier New" panose="02070309020205020404" pitchFamily="49" charset="0"/>
              </a:rPr>
              <a:t>(request, </a:t>
            </a:r>
            <a:r>
              <a:rPr lang="en-US" altLang="zh-TW" dirty="0" err="1">
                <a:latin typeface="Courier New" panose="02070309020205020404" pitchFamily="49" charset="0"/>
                <a:cs typeface="Courier New" panose="02070309020205020404" pitchFamily="49" charset="0"/>
              </a:rPr>
              <a:t>messages.SUCCESS</a:t>
            </a:r>
            <a:r>
              <a:rPr lang="en-US" altLang="zh-TW" dirty="0">
                <a:latin typeface="Courier New" panose="02070309020205020404" pitchFamily="49" charset="0"/>
                <a:cs typeface="Courier New" panose="02070309020205020404" pitchFamily="49" charset="0"/>
              </a:rPr>
              <a:t>, '</a:t>
            </a:r>
            <a:r>
              <a:rPr lang="zh-TW" altLang="zh-TW" dirty="0">
                <a:latin typeface="Courier New" panose="02070309020205020404" pitchFamily="49" charset="0"/>
                <a:cs typeface="Courier New" panose="02070309020205020404" pitchFamily="49" charset="0"/>
              </a:rPr>
              <a:t>成功登入了</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redirect('/')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messages.add_message</a:t>
            </a:r>
            <a:r>
              <a:rPr lang="en-US" altLang="zh-TW" dirty="0">
                <a:latin typeface="Courier New" panose="02070309020205020404" pitchFamily="49" charset="0"/>
                <a:cs typeface="Courier New" panose="02070309020205020404" pitchFamily="49" charset="0"/>
              </a:rPr>
              <a:t>(request, </a:t>
            </a:r>
            <a:r>
              <a:rPr lang="en-US" altLang="zh-TW" dirty="0" err="1">
                <a:latin typeface="Courier New" panose="02070309020205020404" pitchFamily="49" charset="0"/>
                <a:cs typeface="Courier New" panose="02070309020205020404" pitchFamily="49" charset="0"/>
              </a:rPr>
              <a:t>messages.WARNING</a:t>
            </a:r>
            <a:r>
              <a:rPr lang="en-US" altLang="zh-TW" dirty="0">
                <a:latin typeface="Courier New" panose="02070309020205020404" pitchFamily="49" charset="0"/>
                <a:cs typeface="Courier New" panose="02070309020205020404" pitchFamily="49" charset="0"/>
              </a:rPr>
              <a:t>, '</a:t>
            </a:r>
            <a:r>
              <a:rPr lang="zh-TW" altLang="zh-TW" dirty="0">
                <a:latin typeface="Courier New" panose="02070309020205020404" pitchFamily="49" charset="0"/>
                <a:cs typeface="Courier New" panose="02070309020205020404" pitchFamily="49" charset="0"/>
              </a:rPr>
              <a:t>帳號尚未啟用</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messages.add_message</a:t>
            </a:r>
            <a:r>
              <a:rPr lang="en-US" altLang="zh-TW" dirty="0">
                <a:latin typeface="Courier New" panose="02070309020205020404" pitchFamily="49" charset="0"/>
                <a:cs typeface="Courier New" panose="02070309020205020404" pitchFamily="49" charset="0"/>
              </a:rPr>
              <a:t>(request, </a:t>
            </a:r>
            <a:r>
              <a:rPr lang="en-US" altLang="zh-TW" dirty="0" err="1">
                <a:latin typeface="Courier New" panose="02070309020205020404" pitchFamily="49" charset="0"/>
                <a:cs typeface="Courier New" panose="02070309020205020404" pitchFamily="49" charset="0"/>
              </a:rPr>
              <a:t>messages.WARNING</a:t>
            </a:r>
            <a:r>
              <a:rPr lang="en-US" altLang="zh-TW" dirty="0">
                <a:latin typeface="Courier New" panose="02070309020205020404" pitchFamily="49" charset="0"/>
                <a:cs typeface="Courier New" panose="02070309020205020404" pitchFamily="49" charset="0"/>
              </a:rPr>
              <a:t>, '</a:t>
            </a:r>
            <a:r>
              <a:rPr lang="zh-TW" altLang="zh-TW" dirty="0">
                <a:latin typeface="Courier New" panose="02070309020205020404" pitchFamily="49" charset="0"/>
                <a:cs typeface="Courier New" panose="02070309020205020404" pitchFamily="49" charset="0"/>
              </a:rPr>
              <a:t>登入失敗</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messages.add_message</a:t>
            </a:r>
            <a:r>
              <a:rPr lang="en-US" altLang="zh-TW" dirty="0">
                <a:latin typeface="Courier New" panose="02070309020205020404" pitchFamily="49" charset="0"/>
                <a:cs typeface="Courier New" panose="02070309020205020404" pitchFamily="49" charset="0"/>
              </a:rPr>
              <a:t>(request, messages.INFO,'</a:t>
            </a:r>
            <a:r>
              <a:rPr lang="zh-TW" altLang="zh-TW" dirty="0">
                <a:latin typeface="Courier New" panose="02070309020205020404" pitchFamily="49" charset="0"/>
                <a:cs typeface="Courier New" panose="02070309020205020404" pitchFamily="49" charset="0"/>
              </a:rPr>
              <a:t>請檢查輸入的欄位內容</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else: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login_form</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forms.LoginForm</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render(request, 'login.html', locals())</a:t>
            </a:r>
            <a:endParaRPr lang="zh-TW" altLang="zh-TW"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127593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43</a:t>
            </a:fld>
            <a:endParaRPr lang="zh-TW" altLang="en-US"/>
          </a:p>
        </p:txBody>
      </p:sp>
      <p:sp>
        <p:nvSpPr>
          <p:cNvPr id="4" name="內容版面配置區 3"/>
          <p:cNvSpPr>
            <a:spLocks noGrp="1"/>
          </p:cNvSpPr>
          <p:nvPr>
            <p:ph sz="quarter" idx="1"/>
          </p:nvPr>
        </p:nvSpPr>
        <p:spPr>
          <a:xfrm>
            <a:off x="301752" y="1527048"/>
            <a:ext cx="8534400" cy="5070304"/>
          </a:xfrm>
        </p:spPr>
        <p:txBody>
          <a:bodyPr/>
          <a:lstStyle/>
          <a:p>
            <a:r>
              <a:rPr lang="zh-TW" altLang="en-US" dirty="0"/>
              <a:t>上述程式重點處理步驟：</a:t>
            </a:r>
            <a:endParaRPr lang="en-US" altLang="zh-TW" dirty="0"/>
          </a:p>
          <a:p>
            <a:pPr lvl="1"/>
            <a:r>
              <a:rPr lang="zh-TW" altLang="zh-TW" dirty="0"/>
              <a:t>把從表單中取得的</a:t>
            </a:r>
            <a:r>
              <a:rPr lang="en-US" altLang="zh-TW" dirty="0" err="1"/>
              <a:t>login_name</a:t>
            </a:r>
            <a:r>
              <a:rPr lang="zh-TW" altLang="zh-TW" dirty="0"/>
              <a:t>和</a:t>
            </a:r>
            <a:r>
              <a:rPr lang="en-US" altLang="zh-TW" dirty="0" err="1"/>
              <a:t>login_password</a:t>
            </a:r>
            <a:endParaRPr lang="en-US" altLang="zh-TW" dirty="0"/>
          </a:p>
          <a:p>
            <a:pPr lvl="1"/>
            <a:r>
              <a:rPr lang="zh-TW" altLang="zh-TW" dirty="0">
                <a:solidFill>
                  <a:srgbClr val="FF0000"/>
                </a:solidFill>
              </a:rPr>
              <a:t>透過</a:t>
            </a:r>
            <a:r>
              <a:rPr lang="en-US" altLang="zh-TW" dirty="0">
                <a:solidFill>
                  <a:srgbClr val="FF0000"/>
                </a:solidFill>
              </a:rPr>
              <a:t>authenticate</a:t>
            </a:r>
            <a:r>
              <a:rPr lang="zh-TW" altLang="zh-TW" dirty="0">
                <a:solidFill>
                  <a:srgbClr val="FF0000"/>
                </a:solidFill>
              </a:rPr>
              <a:t>進行驗證的工作</a:t>
            </a:r>
            <a:endParaRPr lang="en-US" altLang="zh-TW" dirty="0">
              <a:solidFill>
                <a:srgbClr val="FF0000"/>
              </a:solidFill>
            </a:endParaRPr>
          </a:p>
          <a:p>
            <a:pPr lvl="1"/>
            <a:r>
              <a:rPr lang="zh-TW" altLang="zh-TW" dirty="0"/>
              <a:t>驗證成功此函數會</a:t>
            </a:r>
            <a:r>
              <a:rPr lang="zh-TW" altLang="zh-TW" dirty="0">
                <a:solidFill>
                  <a:srgbClr val="FF0000"/>
                </a:solidFill>
              </a:rPr>
              <a:t>傳回該使用者的資料放在</a:t>
            </a:r>
            <a:r>
              <a:rPr lang="en-US" altLang="zh-TW" dirty="0">
                <a:solidFill>
                  <a:srgbClr val="FF0000"/>
                </a:solidFill>
              </a:rPr>
              <a:t>user</a:t>
            </a:r>
            <a:r>
              <a:rPr lang="zh-TW" altLang="zh-TW" dirty="0">
                <a:solidFill>
                  <a:srgbClr val="FF0000"/>
                </a:solidFill>
              </a:rPr>
              <a:t>變</a:t>
            </a:r>
            <a:r>
              <a:rPr lang="zh-TW" altLang="en-US" dirty="0">
                <a:solidFill>
                  <a:srgbClr val="FF0000"/>
                </a:solidFill>
              </a:rPr>
              <a:t>數</a:t>
            </a:r>
            <a:endParaRPr lang="en-US" altLang="zh-TW" dirty="0">
              <a:solidFill>
                <a:srgbClr val="FF0000"/>
              </a:solidFill>
            </a:endParaRPr>
          </a:p>
          <a:p>
            <a:pPr lvl="1"/>
            <a:r>
              <a:rPr lang="zh-TW" altLang="en-US" dirty="0"/>
              <a:t>驗證失敗</a:t>
            </a:r>
            <a:r>
              <a:rPr lang="zh-TW" altLang="zh-TW" dirty="0"/>
              <a:t>則</a:t>
            </a:r>
            <a:r>
              <a:rPr lang="zh-TW" altLang="en-US" dirty="0"/>
              <a:t>回傳</a:t>
            </a:r>
            <a:r>
              <a:rPr lang="en-US" altLang="zh-TW" dirty="0"/>
              <a:t>None</a:t>
            </a:r>
          </a:p>
          <a:p>
            <a:pPr lvl="1"/>
            <a:r>
              <a:rPr lang="zh-TW" altLang="zh-TW" dirty="0"/>
              <a:t>成功登入之後可以再使用</a:t>
            </a:r>
            <a:r>
              <a:rPr lang="en-US" altLang="zh-TW" dirty="0" err="1">
                <a:solidFill>
                  <a:srgbClr val="FF0000"/>
                </a:solidFill>
              </a:rPr>
              <a:t>user.is_active</a:t>
            </a:r>
            <a:r>
              <a:rPr lang="zh-TW" altLang="zh-TW" dirty="0">
                <a:solidFill>
                  <a:srgbClr val="FF0000"/>
                </a:solidFill>
              </a:rPr>
              <a:t>來檢查此帳號是否有效</a:t>
            </a:r>
            <a:endParaRPr lang="en-US" altLang="zh-TW" dirty="0">
              <a:solidFill>
                <a:srgbClr val="FF0000"/>
              </a:solidFill>
            </a:endParaRPr>
          </a:p>
          <a:p>
            <a:pPr lvl="1"/>
            <a:r>
              <a:rPr lang="zh-TW" altLang="zh-TW" dirty="0"/>
              <a:t>如果一切都通過，使用</a:t>
            </a:r>
            <a:r>
              <a:rPr lang="en-US" altLang="zh-TW" dirty="0" err="1"/>
              <a:t>auth.login</a:t>
            </a:r>
            <a:r>
              <a:rPr lang="en-US" altLang="zh-TW" dirty="0"/>
              <a:t>(request, user)</a:t>
            </a:r>
            <a:r>
              <a:rPr lang="zh-TW" altLang="zh-TW" dirty="0">
                <a:solidFill>
                  <a:srgbClr val="FF0000"/>
                </a:solidFill>
              </a:rPr>
              <a:t>把此使用者的資料存入</a:t>
            </a:r>
            <a:r>
              <a:rPr lang="en-US" altLang="zh-TW" dirty="0">
                <a:solidFill>
                  <a:srgbClr val="FF0000"/>
                </a:solidFill>
              </a:rPr>
              <a:t>Session</a:t>
            </a:r>
            <a:r>
              <a:rPr lang="zh-TW" altLang="zh-TW" dirty="0">
                <a:solidFill>
                  <a:srgbClr val="FF0000"/>
                </a:solidFill>
              </a:rPr>
              <a:t>中</a:t>
            </a:r>
            <a:r>
              <a:rPr lang="zh-TW" altLang="zh-TW" dirty="0"/>
              <a:t>，</a:t>
            </a:r>
            <a:r>
              <a:rPr lang="zh-TW" altLang="zh-TW" dirty="0">
                <a:solidFill>
                  <a:srgbClr val="FF0000"/>
                </a:solidFill>
              </a:rPr>
              <a:t>供接下來其它網頁中使用</a:t>
            </a:r>
            <a:endParaRPr lang="en-US" altLang="zh-TW" dirty="0">
              <a:solidFill>
                <a:srgbClr val="FF0000"/>
              </a:solidFill>
            </a:endParaRPr>
          </a:p>
          <a:p>
            <a:pPr lvl="2"/>
            <a:endParaRPr lang="en-US" altLang="zh-TW" sz="1600" dirty="0">
              <a:solidFill>
                <a:srgbClr val="FF0000"/>
              </a:solidFill>
            </a:endParaRPr>
          </a:p>
          <a:p>
            <a:pPr lvl="2"/>
            <a:r>
              <a:rPr lang="en-US" altLang="zh-TW" sz="1600" dirty="0">
                <a:solidFill>
                  <a:srgbClr val="FF0000"/>
                </a:solidFill>
              </a:rPr>
              <a:t>(</a:t>
            </a:r>
            <a:r>
              <a:rPr lang="zh-TW" altLang="en-US" sz="1600" dirty="0">
                <a:solidFill>
                  <a:srgbClr val="FF0000"/>
                </a:solidFill>
              </a:rPr>
              <a:t>註：在</a:t>
            </a:r>
            <a:r>
              <a:rPr lang="en-US" altLang="zh-TW" sz="1600" dirty="0">
                <a:solidFill>
                  <a:srgbClr val="FF0000"/>
                </a:solidFill>
              </a:rPr>
              <a:t>views.py</a:t>
            </a:r>
            <a:r>
              <a:rPr lang="zh-TW" altLang="en-US" sz="1600" dirty="0">
                <a:solidFill>
                  <a:srgbClr val="FF0000"/>
                </a:solidFill>
              </a:rPr>
              <a:t>中使用了</a:t>
            </a:r>
            <a:r>
              <a:rPr lang="en-US" altLang="zh-TW" sz="1600" dirty="0">
                <a:solidFill>
                  <a:srgbClr val="FF0000"/>
                </a:solidFill>
              </a:rPr>
              <a:t>login</a:t>
            </a:r>
            <a:r>
              <a:rPr lang="zh-TW" altLang="en-US" sz="1600" dirty="0">
                <a:solidFill>
                  <a:srgbClr val="FF0000"/>
                </a:solidFill>
              </a:rPr>
              <a:t>以及</a:t>
            </a:r>
            <a:r>
              <a:rPr lang="en-US" altLang="zh-TW" sz="1600" dirty="0">
                <a:solidFill>
                  <a:srgbClr val="FF0000"/>
                </a:solidFill>
              </a:rPr>
              <a:t>logout</a:t>
            </a:r>
            <a:r>
              <a:rPr lang="zh-TW" altLang="en-US" sz="1600" dirty="0">
                <a:solidFill>
                  <a:srgbClr val="FF0000"/>
                </a:solidFill>
              </a:rPr>
              <a:t>這兩個自訂函數名稱，為了避免和</a:t>
            </a:r>
            <a:r>
              <a:rPr lang="en-US" altLang="zh-TW" sz="1600" dirty="0" err="1">
                <a:solidFill>
                  <a:srgbClr val="FF0000"/>
                </a:solidFill>
              </a:rPr>
              <a:t>auth</a:t>
            </a:r>
            <a:r>
              <a:rPr lang="zh-TW" altLang="en-US" sz="1600" dirty="0">
                <a:solidFill>
                  <a:srgbClr val="FF0000"/>
                </a:solidFill>
              </a:rPr>
              <a:t>中的兩個同名函數衝突，在這裡使用</a:t>
            </a:r>
            <a:r>
              <a:rPr lang="en-US" altLang="zh-TW" sz="1600" dirty="0" err="1">
                <a:solidFill>
                  <a:srgbClr val="FF0000"/>
                </a:solidFill>
              </a:rPr>
              <a:t>auth.login</a:t>
            </a:r>
            <a:r>
              <a:rPr lang="zh-TW" altLang="en-US" sz="1600" dirty="0">
                <a:solidFill>
                  <a:srgbClr val="FF0000"/>
                </a:solidFill>
              </a:rPr>
              <a:t>以及</a:t>
            </a:r>
            <a:r>
              <a:rPr lang="en-US" altLang="zh-TW" sz="1600" dirty="0" err="1">
                <a:solidFill>
                  <a:srgbClr val="FF0000"/>
                </a:solidFill>
              </a:rPr>
              <a:t>auth.logout</a:t>
            </a:r>
            <a:r>
              <a:rPr lang="en-US" altLang="zh-TW" sz="1600" dirty="0">
                <a:solidFill>
                  <a:srgbClr val="FF0000"/>
                </a:solidFill>
              </a:rPr>
              <a:t>)</a:t>
            </a:r>
            <a:endParaRPr lang="zh-TW" altLang="en-US" sz="1600" dirty="0">
              <a:solidFill>
                <a:srgbClr val="FF0000"/>
              </a:solidFill>
            </a:endParaRPr>
          </a:p>
        </p:txBody>
      </p:sp>
    </p:spTree>
    <p:extLst>
      <p:ext uri="{BB962C8B-B14F-4D97-AF65-F5344CB8AC3E}">
        <p14:creationId xmlns:p14="http://schemas.microsoft.com/office/powerpoint/2010/main" val="28559163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r>
              <a:rPr lang="en-US" altLang="zh-TW" dirty="0">
                <a:solidFill>
                  <a:srgbClr val="FF0000"/>
                </a:solidFill>
              </a:rPr>
              <a:t>(</a:t>
            </a:r>
            <a:r>
              <a:rPr lang="zh-TW" altLang="en-US" dirty="0">
                <a:solidFill>
                  <a:srgbClr val="FF0000"/>
                </a:solidFill>
              </a:rPr>
              <a:t>八</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44</a:t>
            </a:fld>
            <a:endParaRPr lang="zh-TW" altLang="en-US"/>
          </a:p>
        </p:txBody>
      </p:sp>
      <p:sp>
        <p:nvSpPr>
          <p:cNvPr id="4" name="內容版面配置區 3"/>
          <p:cNvSpPr>
            <a:spLocks noGrp="1"/>
          </p:cNvSpPr>
          <p:nvPr>
            <p:ph sz="quarter" idx="1"/>
          </p:nvPr>
        </p:nvSpPr>
        <p:spPr/>
        <p:txBody>
          <a:bodyPr/>
          <a:lstStyle/>
          <a:p>
            <a:pPr latinLnBrk="1"/>
            <a:r>
              <a:rPr lang="zh-TW" altLang="zh-TW" dirty="0"/>
              <a:t>在</a:t>
            </a:r>
            <a:r>
              <a:rPr lang="en-US" altLang="zh-TW" dirty="0" err="1"/>
              <a:t>views.index</a:t>
            </a:r>
            <a:r>
              <a:rPr lang="zh-TW" altLang="zh-TW" dirty="0"/>
              <a:t>函數中使用</a:t>
            </a:r>
            <a:r>
              <a:rPr lang="en-US" altLang="zh-TW" dirty="0" err="1">
                <a:solidFill>
                  <a:srgbClr val="C00000"/>
                </a:solidFill>
              </a:rPr>
              <a:t>is</a:t>
            </a:r>
            <a:r>
              <a:rPr lang="en-US" altLang="zh-TW" dirty="0" err="1">
                <a:solidFill>
                  <a:srgbClr val="FF0000"/>
                </a:solidFill>
              </a:rPr>
              <a:t>_authenticated</a:t>
            </a:r>
            <a:r>
              <a:rPr lang="zh-TW" altLang="zh-TW" dirty="0"/>
              <a:t>來檢查使用者是否有登入，如下所示：</a:t>
            </a:r>
          </a:p>
          <a:p>
            <a:pPr marL="274320" lvl="1" indent="0">
              <a:buNone/>
            </a:pPr>
            <a:r>
              <a:rPr lang="en-US" altLang="zh-TW" sz="2000" dirty="0" err="1">
                <a:latin typeface="Courier New" panose="02070309020205020404" pitchFamily="49" charset="0"/>
                <a:cs typeface="Courier New" panose="02070309020205020404" pitchFamily="49" charset="0"/>
              </a:rPr>
              <a:t>def</a:t>
            </a:r>
            <a:r>
              <a:rPr lang="en-US" altLang="zh-TW" sz="2000" dirty="0">
                <a:latin typeface="Courier New" panose="02070309020205020404" pitchFamily="49" charset="0"/>
                <a:cs typeface="Courier New" panose="02070309020205020404" pitchFamily="49" charset="0"/>
              </a:rPr>
              <a:t> index(request, </a:t>
            </a:r>
            <a:r>
              <a:rPr lang="en-US" altLang="zh-TW" sz="2000" dirty="0" err="1">
                <a:latin typeface="Courier New" panose="02070309020205020404" pitchFamily="49" charset="0"/>
                <a:cs typeface="Courier New" panose="02070309020205020404" pitchFamily="49" charset="0"/>
              </a:rPr>
              <a:t>pid</a:t>
            </a:r>
            <a:r>
              <a:rPr lang="en-US" altLang="zh-TW" sz="2000" dirty="0">
                <a:latin typeface="Courier New" panose="02070309020205020404" pitchFamily="49" charset="0"/>
                <a:cs typeface="Courier New" panose="02070309020205020404" pitchFamily="49" charset="0"/>
              </a:rPr>
              <a:t>=None, </a:t>
            </a:r>
            <a:r>
              <a:rPr lang="en-US" altLang="zh-TW" sz="2000" dirty="0" err="1">
                <a:latin typeface="Courier New" panose="02070309020205020404" pitchFamily="49" charset="0"/>
                <a:cs typeface="Courier New" panose="02070309020205020404" pitchFamily="49" charset="0"/>
              </a:rPr>
              <a:t>del_pass</a:t>
            </a:r>
            <a:r>
              <a:rPr lang="en-US" altLang="zh-TW" sz="2000" dirty="0">
                <a:latin typeface="Courier New" panose="02070309020205020404" pitchFamily="49" charset="0"/>
                <a:cs typeface="Courier New" panose="02070309020205020404" pitchFamily="49" charset="0"/>
              </a:rPr>
              <a:t>=None):</a:t>
            </a:r>
            <a:endParaRPr lang="zh-TW" altLang="zh-TW" sz="2000" dirty="0">
              <a:latin typeface="Courier New" panose="02070309020205020404" pitchFamily="49" charset="0"/>
              <a:cs typeface="Courier New" panose="02070309020205020404" pitchFamily="49" charset="0"/>
            </a:endParaRPr>
          </a:p>
          <a:p>
            <a:pPr marL="274320" lvl="1" indent="0">
              <a:buNone/>
            </a:pPr>
            <a:r>
              <a:rPr lang="en-US" altLang="zh-TW" sz="2000" dirty="0">
                <a:latin typeface="Courier New" panose="02070309020205020404" pitchFamily="49" charset="0"/>
                <a:cs typeface="Courier New" panose="02070309020205020404" pitchFamily="49" charset="0"/>
              </a:rPr>
              <a:t>    if </a:t>
            </a:r>
            <a:r>
              <a:rPr lang="en-US" altLang="zh-TW" sz="2000" dirty="0" err="1">
                <a:solidFill>
                  <a:srgbClr val="FF0000"/>
                </a:solidFill>
                <a:latin typeface="Courier New" panose="02070309020205020404" pitchFamily="49" charset="0"/>
                <a:cs typeface="Courier New" panose="02070309020205020404" pitchFamily="49" charset="0"/>
              </a:rPr>
              <a:t>request.user.is_authenticated</a:t>
            </a:r>
            <a:r>
              <a:rPr lang="en-US" altLang="zh-TW" sz="2000" dirty="0">
                <a:latin typeface="Courier New" panose="02070309020205020404" pitchFamily="49" charset="0"/>
                <a:cs typeface="Courier New" panose="02070309020205020404" pitchFamily="49" charset="0"/>
              </a:rPr>
              <a:t>:</a:t>
            </a:r>
            <a:endParaRPr lang="zh-TW" altLang="zh-TW" sz="2000" dirty="0">
              <a:latin typeface="Courier New" panose="02070309020205020404" pitchFamily="49" charset="0"/>
              <a:cs typeface="Courier New" panose="02070309020205020404" pitchFamily="49" charset="0"/>
            </a:endParaRPr>
          </a:p>
          <a:p>
            <a:pPr marL="274320" lvl="1" indent="0">
              <a:buNone/>
            </a:pPr>
            <a:r>
              <a:rPr lang="en-US" altLang="zh-TW" sz="2000" dirty="0">
                <a:latin typeface="Courier New" panose="02070309020205020404" pitchFamily="49" charset="0"/>
                <a:cs typeface="Courier New" panose="02070309020205020404" pitchFamily="49" charset="0"/>
              </a:rPr>
              <a:t>        username = </a:t>
            </a:r>
            <a:r>
              <a:rPr lang="en-US" altLang="zh-TW" sz="2000" dirty="0" err="1">
                <a:latin typeface="Courier New" panose="02070309020205020404" pitchFamily="49" charset="0"/>
                <a:cs typeface="Courier New" panose="02070309020205020404" pitchFamily="49" charset="0"/>
              </a:rPr>
              <a:t>request.user.username</a:t>
            </a:r>
            <a:endParaRPr lang="zh-TW" altLang="zh-TW" sz="2000" dirty="0">
              <a:latin typeface="Courier New" panose="02070309020205020404" pitchFamily="49" charset="0"/>
              <a:cs typeface="Courier New" panose="02070309020205020404" pitchFamily="49" charset="0"/>
            </a:endParaRPr>
          </a:p>
          <a:p>
            <a:pPr marL="274320" lvl="1" indent="0">
              <a:buNone/>
            </a:pPr>
            <a:r>
              <a:rPr lang="en-US" altLang="zh-TW" sz="2000" dirty="0">
                <a:latin typeface="Courier New" panose="02070309020205020404" pitchFamily="49" charset="0"/>
                <a:cs typeface="Courier New" panose="02070309020205020404" pitchFamily="49" charset="0"/>
              </a:rPr>
              <a:t>    </a:t>
            </a:r>
            <a:r>
              <a:rPr lang="en-US" altLang="zh-TW" sz="2000" dirty="0" err="1">
                <a:latin typeface="Courier New" panose="02070309020205020404" pitchFamily="49" charset="0"/>
                <a:cs typeface="Courier New" panose="02070309020205020404" pitchFamily="49" charset="0"/>
              </a:rPr>
              <a:t>messages.get_messages</a:t>
            </a:r>
            <a:r>
              <a:rPr lang="en-US" altLang="zh-TW" sz="2000" dirty="0">
                <a:latin typeface="Courier New" panose="02070309020205020404" pitchFamily="49" charset="0"/>
                <a:cs typeface="Courier New" panose="02070309020205020404" pitchFamily="49" charset="0"/>
              </a:rPr>
              <a:t>(request)</a:t>
            </a:r>
            <a:endParaRPr lang="zh-TW" altLang="zh-TW" sz="2000" dirty="0">
              <a:latin typeface="Courier New" panose="02070309020205020404" pitchFamily="49" charset="0"/>
              <a:cs typeface="Courier New" panose="02070309020205020404" pitchFamily="49" charset="0"/>
            </a:endParaRPr>
          </a:p>
          <a:p>
            <a:pPr marL="274320" lvl="1" indent="0">
              <a:buNone/>
            </a:pPr>
            <a:r>
              <a:rPr lang="en-US" altLang="zh-TW" sz="2000" dirty="0">
                <a:latin typeface="Courier New" panose="02070309020205020404" pitchFamily="49" charset="0"/>
                <a:cs typeface="Courier New" panose="02070309020205020404" pitchFamily="49" charset="0"/>
              </a:rPr>
              <a:t>    return render(request, 'index.html', locals())</a:t>
            </a:r>
            <a:endParaRPr lang="zh-TW" altLang="zh-TW" sz="2000" dirty="0">
              <a:latin typeface="Courier New" panose="02070309020205020404" pitchFamily="49" charset="0"/>
              <a:cs typeface="Courier New" panose="02070309020205020404" pitchFamily="49" charset="0"/>
            </a:endParaRPr>
          </a:p>
          <a:p>
            <a:endParaRPr lang="zh-TW" altLang="en-US" dirty="0"/>
          </a:p>
        </p:txBody>
      </p:sp>
    </p:spTree>
    <p:extLst>
      <p:ext uri="{BB962C8B-B14F-4D97-AF65-F5344CB8AC3E}">
        <p14:creationId xmlns:p14="http://schemas.microsoft.com/office/powerpoint/2010/main" val="4706540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r>
              <a:rPr lang="en-US" altLang="zh-TW" dirty="0">
                <a:solidFill>
                  <a:srgbClr val="FF0000"/>
                </a:solidFill>
              </a:rPr>
              <a:t>(</a:t>
            </a:r>
            <a:r>
              <a:rPr lang="zh-TW" altLang="en-US" dirty="0">
                <a:solidFill>
                  <a:srgbClr val="FF0000"/>
                </a:solidFill>
              </a:rPr>
              <a:t>九</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45</a:t>
            </a:fld>
            <a:endParaRPr lang="zh-TW" altLang="en-US"/>
          </a:p>
        </p:txBody>
      </p:sp>
      <p:sp>
        <p:nvSpPr>
          <p:cNvPr id="4" name="內容版面配置區 3"/>
          <p:cNvSpPr>
            <a:spLocks noGrp="1"/>
          </p:cNvSpPr>
          <p:nvPr>
            <p:ph sz="quarter" idx="1"/>
          </p:nvPr>
        </p:nvSpPr>
        <p:spPr/>
        <p:txBody>
          <a:bodyPr>
            <a:normAutofit lnSpcReduction="10000"/>
          </a:bodyPr>
          <a:lstStyle/>
          <a:p>
            <a:r>
              <a:rPr lang="zh-TW" altLang="zh-TW" dirty="0"/>
              <a:t>顯示個人資料的部份，</a:t>
            </a:r>
            <a:r>
              <a:rPr lang="en-US" altLang="zh-TW" dirty="0" err="1"/>
              <a:t>views.userinfo</a:t>
            </a:r>
            <a:r>
              <a:rPr lang="zh-TW" altLang="zh-TW" dirty="0"/>
              <a:t>的內容如下：</a:t>
            </a:r>
          </a:p>
          <a:p>
            <a:pPr marL="274320" lvl="1" indent="0">
              <a:buNone/>
            </a:pPr>
            <a:r>
              <a:rPr lang="en-US" altLang="zh-TW" dirty="0">
                <a:solidFill>
                  <a:srgbClr val="FF0000"/>
                </a:solidFill>
                <a:latin typeface="Courier New" panose="02070309020205020404" pitchFamily="49" charset="0"/>
                <a:cs typeface="Courier New" panose="02070309020205020404" pitchFamily="49" charset="0"/>
              </a:rPr>
              <a:t>@</a:t>
            </a:r>
            <a:r>
              <a:rPr lang="en-US" altLang="zh-TW" dirty="0" err="1">
                <a:solidFill>
                  <a:srgbClr val="FF0000"/>
                </a:solidFill>
                <a:latin typeface="Courier New" panose="02070309020205020404" pitchFamily="49" charset="0"/>
                <a:cs typeface="Courier New" panose="02070309020205020404" pitchFamily="49" charset="0"/>
              </a:rPr>
              <a:t>login_required</a:t>
            </a:r>
            <a:r>
              <a:rPr lang="en-US" altLang="zh-TW" dirty="0">
                <a:solidFill>
                  <a:srgbClr val="FF0000"/>
                </a:solidFill>
                <a:latin typeface="Courier New" panose="02070309020205020404" pitchFamily="49" charset="0"/>
                <a:cs typeface="Courier New" panose="02070309020205020404" pitchFamily="49" charset="0"/>
              </a:rPr>
              <a:t>(</a:t>
            </a:r>
            <a:r>
              <a:rPr lang="en-US" altLang="zh-TW" dirty="0" err="1">
                <a:solidFill>
                  <a:srgbClr val="FF0000"/>
                </a:solidFill>
                <a:latin typeface="Courier New" panose="02070309020205020404" pitchFamily="49" charset="0"/>
                <a:cs typeface="Courier New" panose="02070309020205020404" pitchFamily="49" charset="0"/>
              </a:rPr>
              <a:t>login_url</a:t>
            </a:r>
            <a:r>
              <a:rPr lang="en-US" altLang="zh-TW" dirty="0">
                <a:solidFill>
                  <a:srgbClr val="FF0000"/>
                </a:solidFill>
                <a:latin typeface="Courier New" panose="02070309020205020404" pitchFamily="49" charset="0"/>
                <a:cs typeface="Courier New" panose="02070309020205020404" pitchFamily="49" charset="0"/>
              </a:rPr>
              <a:t>='/login/')</a:t>
            </a:r>
            <a:endParaRPr lang="zh-TW" altLang="zh-TW"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err="1">
                <a:latin typeface="Courier New" panose="02070309020205020404" pitchFamily="49" charset="0"/>
                <a:cs typeface="Courier New" panose="02070309020205020404" pitchFamily="49" charset="0"/>
              </a:rPr>
              <a:t>def</a:t>
            </a: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userinfo</a:t>
            </a:r>
            <a:r>
              <a:rPr lang="en-US" altLang="zh-TW" dirty="0">
                <a:latin typeface="Courier New" panose="02070309020205020404" pitchFamily="49" charset="0"/>
                <a:cs typeface="Courier New" panose="02070309020205020404" pitchFamily="49" charset="0"/>
              </a:rPr>
              <a:t>(request):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if </a:t>
            </a:r>
            <a:r>
              <a:rPr lang="en-US" altLang="zh-TW" dirty="0" err="1">
                <a:solidFill>
                  <a:srgbClr val="FF0000"/>
                </a:solidFill>
                <a:latin typeface="Courier New" panose="02070309020205020404" pitchFamily="49" charset="0"/>
                <a:cs typeface="Courier New" panose="02070309020205020404" pitchFamily="49" charset="0"/>
              </a:rPr>
              <a:t>request.user.is_authenticated</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username = </a:t>
            </a:r>
            <a:r>
              <a:rPr lang="en-US" altLang="zh-TW" dirty="0" err="1">
                <a:latin typeface="Courier New" panose="02070309020205020404" pitchFamily="49" charset="0"/>
                <a:cs typeface="Courier New" panose="02070309020205020404" pitchFamily="49" charset="0"/>
              </a:rPr>
              <a:t>request.user.username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try:</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userinfo</a:t>
            </a:r>
            <a:r>
              <a:rPr lang="en-US" altLang="zh-TW" dirty="0">
                <a:latin typeface="Courier New" panose="02070309020205020404" pitchFamily="49" charset="0"/>
                <a:cs typeface="Courier New" panose="02070309020205020404" pitchFamily="49" charset="0"/>
              </a:rPr>
              <a:t> = </a:t>
            </a:r>
            <a:r>
              <a:rPr lang="en-US" altLang="zh-TW" dirty="0" err="1">
                <a:latin typeface="Courier New" panose="02070309020205020404" pitchFamily="49" charset="0"/>
                <a:cs typeface="Courier New" panose="02070309020205020404" pitchFamily="49" charset="0"/>
              </a:rPr>
              <a:t>User.objects.get</a:t>
            </a:r>
            <a:r>
              <a:rPr lang="en-US" altLang="zh-TW" dirty="0">
                <a:latin typeface="Courier New" panose="02070309020205020404" pitchFamily="49" charset="0"/>
                <a:cs typeface="Courier New" panose="02070309020205020404" pitchFamily="49" charset="0"/>
              </a:rPr>
              <a:t>(username=username)</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except: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pass</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render(request, 'userinfo.html', locals())</a:t>
            </a:r>
            <a:endParaRPr lang="zh-TW" altLang="zh-TW" dirty="0">
              <a:latin typeface="Courier New" panose="02070309020205020404" pitchFamily="49" charset="0"/>
              <a:cs typeface="Courier New" panose="02070309020205020404" pitchFamily="49" charset="0"/>
            </a:endParaRPr>
          </a:p>
          <a:p>
            <a:endParaRPr lang="zh-TW" altLang="en-US" dirty="0"/>
          </a:p>
        </p:txBody>
      </p:sp>
    </p:spTree>
    <p:extLst>
      <p:ext uri="{BB962C8B-B14F-4D97-AF65-F5344CB8AC3E}">
        <p14:creationId xmlns:p14="http://schemas.microsoft.com/office/powerpoint/2010/main" val="11407362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46</a:t>
            </a:fld>
            <a:endParaRPr lang="zh-TW" altLang="en-US"/>
          </a:p>
        </p:txBody>
      </p:sp>
      <p:sp>
        <p:nvSpPr>
          <p:cNvPr id="4" name="內容版面配置區 3"/>
          <p:cNvSpPr>
            <a:spLocks noGrp="1"/>
          </p:cNvSpPr>
          <p:nvPr>
            <p:ph sz="quarter" idx="1"/>
          </p:nvPr>
        </p:nvSpPr>
        <p:spPr/>
        <p:txBody>
          <a:bodyPr/>
          <a:lstStyle/>
          <a:p>
            <a:r>
              <a:rPr lang="zh-TW" altLang="en-US" dirty="0"/>
              <a:t>上述程式碼第一行</a:t>
            </a:r>
            <a:r>
              <a:rPr lang="zh-TW" altLang="zh-TW" dirty="0"/>
              <a:t>的</a:t>
            </a:r>
            <a:r>
              <a:rPr lang="en-US" altLang="zh-TW" dirty="0"/>
              <a:t>decorator @</a:t>
            </a:r>
            <a:r>
              <a:rPr lang="en-US" altLang="zh-TW" dirty="0" err="1"/>
              <a:t>login_required</a:t>
            </a:r>
            <a:r>
              <a:rPr lang="zh-TW" altLang="zh-TW" dirty="0"/>
              <a:t>是</a:t>
            </a:r>
            <a:r>
              <a:rPr lang="en-US" altLang="zh-TW" dirty="0" err="1"/>
              <a:t>auth</a:t>
            </a:r>
            <a:r>
              <a:rPr lang="zh-TW" altLang="zh-TW" dirty="0"/>
              <a:t>驗證機制提供的一個非常方便的用法，用來告訴</a:t>
            </a:r>
            <a:r>
              <a:rPr lang="en-US" altLang="zh-TW" dirty="0"/>
              <a:t>Django</a:t>
            </a:r>
            <a:r>
              <a:rPr lang="zh-TW" altLang="zh-TW" dirty="0"/>
              <a:t>接下來的這個處理函數的內容是需要登入過才能夠</a:t>
            </a:r>
            <a:r>
              <a:rPr lang="zh-TW" altLang="zh-TW"/>
              <a:t>瀏覽的</a:t>
            </a:r>
            <a:endParaRPr lang="en-US" altLang="zh-TW"/>
          </a:p>
          <a:p>
            <a:r>
              <a:rPr lang="zh-TW" altLang="zh-TW"/>
              <a:t>如果還沒有</a:t>
            </a:r>
            <a:r>
              <a:rPr lang="zh-TW" altLang="en-US"/>
              <a:t>登入</a:t>
            </a:r>
            <a:r>
              <a:rPr lang="zh-TW" altLang="zh-TW"/>
              <a:t>就想要</a:t>
            </a:r>
            <a:r>
              <a:rPr lang="zh-TW" altLang="en-US"/>
              <a:t>瀏覽</a:t>
            </a:r>
            <a:r>
              <a:rPr lang="zh-TW" altLang="zh-TW"/>
              <a:t>這一</a:t>
            </a:r>
            <a:r>
              <a:rPr lang="zh-TW" altLang="zh-TW" dirty="0"/>
              <a:t>頁，</a:t>
            </a:r>
            <a:r>
              <a:rPr lang="zh-TW" altLang="zh-TW"/>
              <a:t>請先</a:t>
            </a:r>
            <a:r>
              <a:rPr lang="zh-TW" altLang="en-US"/>
              <a:t>到</a:t>
            </a:r>
            <a:r>
              <a:rPr lang="zh-TW" altLang="zh-TW"/>
              <a:t>括弧</a:t>
            </a:r>
            <a:r>
              <a:rPr lang="zh-TW" altLang="zh-TW" dirty="0"/>
              <a:t>中指定的</a:t>
            </a:r>
            <a:r>
              <a:rPr lang="en-US" altLang="zh-TW" dirty="0" err="1"/>
              <a:t>login_url</a:t>
            </a:r>
            <a:r>
              <a:rPr lang="zh-TW" altLang="zh-TW" dirty="0"/>
              <a:t>登入網址先做過</a:t>
            </a:r>
            <a:r>
              <a:rPr lang="zh-TW" altLang="zh-TW"/>
              <a:t>登入再</a:t>
            </a:r>
            <a:r>
              <a:rPr lang="zh-TW" altLang="en-US"/>
              <a:t>回來</a:t>
            </a:r>
            <a:r>
              <a:rPr lang="zh-TW" altLang="zh-TW"/>
              <a:t>。</a:t>
            </a:r>
            <a:endParaRPr lang="zh-TW" altLang="en-US" dirty="0"/>
          </a:p>
        </p:txBody>
      </p:sp>
    </p:spTree>
    <p:extLst>
      <p:ext uri="{BB962C8B-B14F-4D97-AF65-F5344CB8AC3E}">
        <p14:creationId xmlns:p14="http://schemas.microsoft.com/office/powerpoint/2010/main" val="433362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圖片 7" descr="一張含有 文字 的圖片&#10;&#10;自動產生的描述">
            <a:extLst>
              <a:ext uri="{FF2B5EF4-FFF2-40B4-BE49-F238E27FC236}">
                <a16:creationId xmlns:a16="http://schemas.microsoft.com/office/drawing/2014/main" id="{A0329FF2-67B2-C7F3-A5B2-3A10DA0844D6}"/>
              </a:ext>
            </a:extLst>
          </p:cNvPr>
          <p:cNvPicPr>
            <a:picLocks noChangeAspect="1"/>
          </p:cNvPicPr>
          <p:nvPr/>
        </p:nvPicPr>
        <p:blipFill>
          <a:blip r:embed="rId2"/>
          <a:stretch>
            <a:fillRect/>
          </a:stretch>
        </p:blipFill>
        <p:spPr>
          <a:xfrm>
            <a:off x="249559" y="2045890"/>
            <a:ext cx="8608306" cy="4112509"/>
          </a:xfrm>
          <a:prstGeom prst="rect">
            <a:avLst/>
          </a:prstGeom>
        </p:spPr>
      </p:pic>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47</a:t>
            </a:fld>
            <a:endParaRPr lang="zh-TW" altLang="en-US"/>
          </a:p>
        </p:txBody>
      </p:sp>
      <p:sp>
        <p:nvSpPr>
          <p:cNvPr id="4" name="內容版面配置區 3"/>
          <p:cNvSpPr>
            <a:spLocks noGrp="1"/>
          </p:cNvSpPr>
          <p:nvPr>
            <p:ph sz="quarter" idx="1"/>
          </p:nvPr>
        </p:nvSpPr>
        <p:spPr/>
        <p:txBody>
          <a:bodyPr/>
          <a:lstStyle/>
          <a:p>
            <a:r>
              <a:rPr lang="zh-TW" altLang="zh-TW" dirty="0"/>
              <a:t>在未登入的情況下使用網址直接瀏覽</a:t>
            </a:r>
            <a:r>
              <a:rPr lang="en-US" altLang="zh-TW" dirty="0" err="1"/>
              <a:t>userinfo</a:t>
            </a:r>
            <a:r>
              <a:rPr lang="zh-TW" altLang="zh-TW" dirty="0"/>
              <a:t>的情形</a:t>
            </a:r>
            <a:endParaRPr lang="zh-TW" altLang="en-US" dirty="0"/>
          </a:p>
        </p:txBody>
      </p:sp>
      <p:sp>
        <p:nvSpPr>
          <p:cNvPr id="6" name="矩形 5"/>
          <p:cNvSpPr/>
          <p:nvPr/>
        </p:nvSpPr>
        <p:spPr>
          <a:xfrm>
            <a:off x="2843808" y="2348880"/>
            <a:ext cx="1296144" cy="3600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4854289" y="2871216"/>
            <a:ext cx="3429738" cy="646331"/>
          </a:xfrm>
          <a:prstGeom prst="rect">
            <a:avLst/>
          </a:prstGeom>
          <a:noFill/>
        </p:spPr>
        <p:txBody>
          <a:bodyPr wrap="square" rtlCol="0">
            <a:spAutoFit/>
          </a:bodyPr>
          <a:lstStyle/>
          <a:p>
            <a:r>
              <a:rPr lang="zh-TW" altLang="zh-TW" dirty="0">
                <a:solidFill>
                  <a:srgbClr val="FF0000"/>
                </a:solidFill>
              </a:rPr>
              <a:t>方便我們在完成登入動作之後再導回原來使用者想要看的網頁</a:t>
            </a:r>
            <a:endParaRPr lang="zh-TW" altLang="en-US" dirty="0">
              <a:solidFill>
                <a:srgbClr val="FF0000"/>
              </a:solidFill>
            </a:endParaRPr>
          </a:p>
        </p:txBody>
      </p:sp>
      <p:cxnSp>
        <p:nvCxnSpPr>
          <p:cNvPr id="9" name="直線單箭頭接點 8"/>
          <p:cNvCxnSpPr/>
          <p:nvPr/>
        </p:nvCxnSpPr>
        <p:spPr>
          <a:xfrm flipH="1" flipV="1">
            <a:off x="4300921" y="2741796"/>
            <a:ext cx="492601" cy="14401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95877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Django</a:t>
            </a:r>
            <a:r>
              <a:rPr lang="zh-TW" altLang="zh-TW" dirty="0"/>
              <a:t>的使用者驗證系統</a:t>
            </a:r>
            <a:r>
              <a:rPr lang="en-US" altLang="zh-TW" dirty="0">
                <a:solidFill>
                  <a:srgbClr val="FF0000"/>
                </a:solidFill>
              </a:rPr>
              <a:t>(</a:t>
            </a:r>
            <a:r>
              <a:rPr lang="zh-TW" altLang="en-US" dirty="0">
                <a:solidFill>
                  <a:srgbClr val="FF0000"/>
                </a:solidFill>
              </a:rPr>
              <a:t>十</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48</a:t>
            </a:fld>
            <a:endParaRPr lang="zh-TW" altLang="en-US"/>
          </a:p>
        </p:txBody>
      </p:sp>
      <p:sp>
        <p:nvSpPr>
          <p:cNvPr id="4" name="內容版面配置區 3"/>
          <p:cNvSpPr>
            <a:spLocks noGrp="1"/>
          </p:cNvSpPr>
          <p:nvPr>
            <p:ph sz="quarter" idx="1"/>
          </p:nvPr>
        </p:nvSpPr>
        <p:spPr/>
        <p:txBody>
          <a:bodyPr/>
          <a:lstStyle/>
          <a:p>
            <a:r>
              <a:rPr lang="zh-TW" altLang="zh-TW" dirty="0"/>
              <a:t>使用這個使用者驗證機制，要登出就非常簡單了，如下所示：</a:t>
            </a:r>
          </a:p>
          <a:p>
            <a:pPr marL="274320" lvl="1" indent="0">
              <a:buNone/>
            </a:pPr>
            <a:r>
              <a:rPr lang="en-US" altLang="zh-TW" dirty="0">
                <a:latin typeface="Courier New" panose="02070309020205020404" pitchFamily="49" charset="0"/>
                <a:cs typeface="Courier New" panose="02070309020205020404" pitchFamily="49" charset="0"/>
              </a:rPr>
              <a:t>def logout(request):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sz="3200" dirty="0" err="1">
                <a:solidFill>
                  <a:srgbClr val="FF0000"/>
                </a:solidFill>
                <a:latin typeface="Courier New" panose="02070309020205020404" pitchFamily="49" charset="0"/>
                <a:cs typeface="Courier New" panose="02070309020205020404" pitchFamily="49" charset="0"/>
              </a:rPr>
              <a:t>auth.logout</a:t>
            </a:r>
            <a:r>
              <a:rPr lang="en-US" altLang="zh-TW" sz="3200" dirty="0">
                <a:solidFill>
                  <a:srgbClr val="FF0000"/>
                </a:solidFill>
                <a:latin typeface="Courier New" panose="02070309020205020404" pitchFamily="49" charset="0"/>
                <a:cs typeface="Courier New" panose="02070309020205020404" pitchFamily="49" charset="0"/>
              </a:rPr>
              <a:t>(request)</a:t>
            </a:r>
            <a:endParaRPr lang="zh-TW" altLang="zh-TW" sz="3200" dirty="0">
              <a:solidFill>
                <a:srgbClr val="FF0000"/>
              </a:solidFill>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a:t>
            </a:r>
            <a:r>
              <a:rPr lang="en-US" altLang="zh-TW" dirty="0" err="1">
                <a:latin typeface="Courier New" panose="02070309020205020404" pitchFamily="49" charset="0"/>
                <a:cs typeface="Courier New" panose="02070309020205020404" pitchFamily="49" charset="0"/>
              </a:rPr>
              <a:t>messages.add_message</a:t>
            </a:r>
            <a:r>
              <a:rPr lang="en-US" altLang="zh-TW" dirty="0">
                <a:latin typeface="Courier New" panose="02070309020205020404" pitchFamily="49" charset="0"/>
                <a:cs typeface="Courier New" panose="02070309020205020404" pitchFamily="49" charset="0"/>
              </a:rPr>
              <a:t>(request, messages.INFO, "</a:t>
            </a:r>
            <a:r>
              <a:rPr lang="zh-TW" altLang="zh-TW" dirty="0">
                <a:latin typeface="Courier New" panose="02070309020205020404" pitchFamily="49" charset="0"/>
                <a:cs typeface="Courier New" panose="02070309020205020404" pitchFamily="49" charset="0"/>
              </a:rPr>
              <a:t>成功登出了</a:t>
            </a:r>
            <a:r>
              <a:rPr lang="en-US" altLang="zh-TW" dirty="0">
                <a:latin typeface="Courier New" panose="02070309020205020404" pitchFamily="49" charset="0"/>
                <a:cs typeface="Courier New" panose="02070309020205020404" pitchFamily="49" charset="0"/>
              </a:rPr>
              <a:t>")</a:t>
            </a:r>
            <a:endParaRPr lang="zh-TW" altLang="zh-TW" dirty="0">
              <a:latin typeface="Courier New" panose="02070309020205020404" pitchFamily="49" charset="0"/>
              <a:cs typeface="Courier New" panose="02070309020205020404" pitchFamily="49" charset="0"/>
            </a:endParaRPr>
          </a:p>
          <a:p>
            <a:pPr marL="274320" lvl="1" indent="0">
              <a:buNone/>
            </a:pPr>
            <a:r>
              <a:rPr lang="en-US" altLang="zh-TW" dirty="0">
                <a:latin typeface="Courier New" panose="02070309020205020404" pitchFamily="49" charset="0"/>
                <a:cs typeface="Courier New" panose="02070309020205020404" pitchFamily="49" charset="0"/>
              </a:rPr>
              <a:t>    return redirect</a:t>
            </a:r>
            <a:r>
              <a:rPr lang="en-US" altLang="zh-TW" dirty="0">
                <a:solidFill>
                  <a:srgbClr val="FF0000"/>
                </a:solidFill>
                <a:latin typeface="Courier New" panose="02070309020205020404" pitchFamily="49" charset="0"/>
                <a:cs typeface="Courier New" panose="02070309020205020404" pitchFamily="49" charset="0"/>
              </a:rPr>
              <a:t>('/')</a:t>
            </a:r>
            <a:endParaRPr lang="zh-TW" altLang="zh-TW" dirty="0">
              <a:solidFill>
                <a:srgbClr val="FF0000"/>
              </a:solidFill>
              <a:latin typeface="Courier New" panose="02070309020205020404" pitchFamily="49" charset="0"/>
              <a:cs typeface="Courier New" panose="02070309020205020404" pitchFamily="49" charset="0"/>
            </a:endParaRPr>
          </a:p>
          <a:p>
            <a:endParaRPr lang="zh-TW" altLang="en-US" dirty="0"/>
          </a:p>
        </p:txBody>
      </p:sp>
    </p:spTree>
    <p:extLst>
      <p:ext uri="{BB962C8B-B14F-4D97-AF65-F5344CB8AC3E}">
        <p14:creationId xmlns:p14="http://schemas.microsoft.com/office/powerpoint/2010/main" val="4750658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增加</a:t>
            </a:r>
            <a:r>
              <a:rPr lang="en-US" altLang="zh-TW" dirty="0"/>
              <a:t>User</a:t>
            </a:r>
            <a:r>
              <a:rPr lang="zh-TW" altLang="zh-TW" dirty="0"/>
              <a:t>的欄位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49</a:t>
            </a:fld>
            <a:endParaRPr lang="zh-TW" altLang="en-US"/>
          </a:p>
        </p:txBody>
      </p:sp>
      <p:sp>
        <p:nvSpPr>
          <p:cNvPr id="4" name="內容版面配置區 3"/>
          <p:cNvSpPr>
            <a:spLocks noGrp="1"/>
          </p:cNvSpPr>
          <p:nvPr>
            <p:ph sz="quarter" idx="1"/>
          </p:nvPr>
        </p:nvSpPr>
        <p:spPr/>
        <p:txBody>
          <a:bodyPr/>
          <a:lstStyle/>
          <a:p>
            <a:r>
              <a:rPr lang="zh-TW" altLang="zh-TW" dirty="0"/>
              <a:t>前一節介紹的，在</a:t>
            </a:r>
            <a:r>
              <a:rPr lang="en-US" altLang="zh-TW" dirty="0" err="1"/>
              <a:t>auth.User</a:t>
            </a:r>
            <a:r>
              <a:rPr lang="zh-TW" altLang="zh-TW" dirty="0"/>
              <a:t>中預設的欄位只有</a:t>
            </a:r>
            <a:r>
              <a:rPr lang="en-US" altLang="zh-TW" dirty="0"/>
              <a:t>username, password, email, </a:t>
            </a:r>
            <a:r>
              <a:rPr lang="en-US" altLang="zh-TW" dirty="0" err="1"/>
              <a:t>first_name</a:t>
            </a:r>
            <a:r>
              <a:rPr lang="en-US" altLang="zh-TW" dirty="0"/>
              <a:t>, </a:t>
            </a:r>
            <a:r>
              <a:rPr lang="zh-TW" altLang="zh-TW" dirty="0"/>
              <a:t>以及</a:t>
            </a:r>
            <a:r>
              <a:rPr lang="en-US" altLang="zh-TW" dirty="0" err="1"/>
              <a:t>last_name</a:t>
            </a:r>
            <a:r>
              <a:rPr lang="zh-TW" altLang="zh-TW" dirty="0"/>
              <a:t>等</a:t>
            </a:r>
            <a:r>
              <a:rPr lang="en-US" altLang="zh-TW" dirty="0"/>
              <a:t>5</a:t>
            </a:r>
            <a:r>
              <a:rPr lang="zh-TW" altLang="zh-TW" dirty="0"/>
              <a:t>個</a:t>
            </a:r>
            <a:endParaRPr lang="en-US" altLang="zh-TW" dirty="0"/>
          </a:p>
          <a:p>
            <a:r>
              <a:rPr lang="zh-TW" altLang="zh-TW" dirty="0"/>
              <a:t>就一般網站的應用上是不足的</a:t>
            </a:r>
            <a:endParaRPr lang="en-US" altLang="zh-TW" dirty="0"/>
          </a:p>
          <a:p>
            <a:r>
              <a:rPr lang="zh-TW" altLang="en-US" dirty="0"/>
              <a:t>解決方法：</a:t>
            </a:r>
            <a:endParaRPr lang="en-US" altLang="zh-TW" dirty="0"/>
          </a:p>
          <a:p>
            <a:pPr lvl="1"/>
            <a:r>
              <a:rPr lang="zh-TW" altLang="zh-TW" dirty="0"/>
              <a:t>在</a:t>
            </a:r>
            <a:r>
              <a:rPr lang="en-US" altLang="zh-TW" dirty="0"/>
              <a:t>models</a:t>
            </a:r>
            <a:r>
              <a:rPr lang="zh-TW" altLang="zh-TW" dirty="0"/>
              <a:t>中建立一個新的</a:t>
            </a:r>
            <a:r>
              <a:rPr lang="en-US" altLang="zh-TW" dirty="0"/>
              <a:t>Model</a:t>
            </a:r>
            <a:r>
              <a:rPr lang="zh-TW" altLang="zh-TW" dirty="0"/>
              <a:t>，然後把</a:t>
            </a:r>
            <a:r>
              <a:rPr lang="en-US" altLang="zh-TW" dirty="0"/>
              <a:t>User</a:t>
            </a:r>
            <a:r>
              <a:rPr lang="zh-TW" altLang="zh-TW" dirty="0"/>
              <a:t>使用</a:t>
            </a:r>
            <a:r>
              <a:rPr lang="zh-TW" altLang="zh-TW" dirty="0">
                <a:solidFill>
                  <a:srgbClr val="FF0000"/>
                </a:solidFill>
              </a:rPr>
              <a:t>一對一</a:t>
            </a:r>
            <a:r>
              <a:rPr lang="zh-TW" altLang="zh-TW" dirty="0"/>
              <a:t>的對應連結在一起</a:t>
            </a:r>
            <a:endParaRPr lang="zh-TW" altLang="en-US" dirty="0"/>
          </a:p>
        </p:txBody>
      </p:sp>
    </p:spTree>
    <p:extLst>
      <p:ext uri="{BB962C8B-B14F-4D97-AF65-F5344CB8AC3E}">
        <p14:creationId xmlns:p14="http://schemas.microsoft.com/office/powerpoint/2010/main" val="5874727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增加</a:t>
            </a:r>
            <a:r>
              <a:rPr lang="en-US" altLang="zh-TW" dirty="0"/>
              <a:t>User</a:t>
            </a:r>
            <a:r>
              <a:rPr lang="zh-TW" altLang="zh-TW" dirty="0"/>
              <a:t>的欄位</a:t>
            </a:r>
            <a:r>
              <a:rPr lang="en-US" altLang="zh-TW" dirty="0">
                <a:solidFill>
                  <a:srgbClr val="FF0000"/>
                </a:solidFill>
              </a:rPr>
              <a:t>(</a:t>
            </a:r>
            <a:r>
              <a:rPr lang="zh-TW" altLang="en-US" dirty="0">
                <a:solidFill>
                  <a:srgbClr val="FF0000"/>
                </a:solidFill>
              </a:rPr>
              <a:t>十一</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50</a:t>
            </a:fld>
            <a:endParaRPr lang="zh-TW" altLang="en-US"/>
          </a:p>
        </p:txBody>
      </p:sp>
      <p:sp>
        <p:nvSpPr>
          <p:cNvPr id="4" name="內容版面配置區 3"/>
          <p:cNvSpPr>
            <a:spLocks noGrp="1"/>
          </p:cNvSpPr>
          <p:nvPr>
            <p:ph sz="quarter" idx="1"/>
          </p:nvPr>
        </p:nvSpPr>
        <p:spPr>
          <a:xfrm>
            <a:off x="301752" y="1527048"/>
            <a:ext cx="8662736" cy="5214320"/>
          </a:xfrm>
        </p:spPr>
        <p:txBody>
          <a:bodyPr>
            <a:normAutofit lnSpcReduction="10000"/>
          </a:bodyPr>
          <a:lstStyle/>
          <a:p>
            <a:r>
              <a:rPr lang="zh-TW" altLang="zh-TW" dirty="0"/>
              <a:t>假設我們要創建一個使用者類別叫做</a:t>
            </a:r>
            <a:r>
              <a:rPr lang="en-US" altLang="zh-TW" dirty="0"/>
              <a:t>Profile</a:t>
            </a:r>
            <a:r>
              <a:rPr lang="zh-TW" altLang="zh-TW" dirty="0"/>
              <a:t>，並要增加身高、性別以及網站等</a:t>
            </a:r>
            <a:r>
              <a:rPr lang="en-US" altLang="zh-TW" dirty="0"/>
              <a:t>3</a:t>
            </a:r>
            <a:r>
              <a:rPr lang="zh-TW" altLang="zh-TW" dirty="0"/>
              <a:t>個欄位，那麼在</a:t>
            </a:r>
            <a:r>
              <a:rPr lang="en-US" altLang="zh-TW" dirty="0"/>
              <a:t>models.py</a:t>
            </a:r>
            <a:r>
              <a:rPr lang="zh-TW" altLang="zh-TW" dirty="0"/>
              <a:t>中可以這樣定義</a:t>
            </a:r>
            <a:r>
              <a:rPr lang="zh-TW" altLang="en-US" dirty="0"/>
              <a:t>：</a:t>
            </a:r>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django.db</a:t>
            </a:r>
            <a:r>
              <a:rPr lang="en-US" altLang="zh-TW" sz="1800" kern="100" dirty="0">
                <a:effectLst/>
                <a:latin typeface="Courier New" panose="02070309020205020404" pitchFamily="49" charset="0"/>
                <a:ea typeface="標楷體" panose="03000509000000000000" pitchFamily="65" charset="-120"/>
              </a:rPr>
              <a:t> import models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django.contrib</a:t>
            </a:r>
            <a:r>
              <a:rPr lang="en-US" altLang="zh-TW" sz="1800" kern="100" dirty="0">
                <a:effectLst/>
                <a:latin typeface="Courier New" panose="02070309020205020404" pitchFamily="49" charset="0"/>
                <a:ea typeface="標楷體" panose="03000509000000000000" pitchFamily="65" charset="-120"/>
              </a:rPr>
              <a:t> import auth</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class </a:t>
            </a:r>
            <a:r>
              <a:rPr lang="en-US" altLang="zh-TW" sz="1800" kern="100" dirty="0">
                <a:solidFill>
                  <a:srgbClr val="FF0000"/>
                </a:solidFill>
                <a:effectLst/>
                <a:latin typeface="Courier New" panose="02070309020205020404" pitchFamily="49" charset="0"/>
                <a:ea typeface="標楷體" panose="03000509000000000000" pitchFamily="65" charset="-120"/>
              </a:rPr>
              <a:t>Profile</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models.Model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C00000"/>
                </a:solidFill>
                <a:effectLst/>
                <a:latin typeface="Courier New" panose="02070309020205020404" pitchFamily="49" charset="0"/>
                <a:ea typeface="標楷體" panose="03000509000000000000" pitchFamily="65" charset="-120"/>
              </a:rPr>
              <a:t>user = </a:t>
            </a:r>
            <a:r>
              <a:rPr lang="en-US" altLang="zh-TW" sz="1800" kern="100" dirty="0" err="1">
                <a:solidFill>
                  <a:srgbClr val="C00000"/>
                </a:solidFill>
                <a:effectLst/>
                <a:latin typeface="Courier New" panose="02070309020205020404" pitchFamily="49" charset="0"/>
                <a:ea typeface="標楷體" panose="03000509000000000000" pitchFamily="65" charset="-120"/>
              </a:rPr>
              <a:t>models.OneToOneField</a:t>
            </a:r>
            <a:r>
              <a:rPr lang="en-US" altLang="zh-TW" sz="1800" kern="100" dirty="0">
                <a:solidFill>
                  <a:srgbClr val="C00000"/>
                </a:solidFill>
                <a:effectLst/>
                <a:latin typeface="Courier New" panose="02070309020205020404" pitchFamily="49" charset="0"/>
                <a:ea typeface="標楷體" panose="03000509000000000000" pitchFamily="65" charset="-120"/>
              </a:rPr>
              <a:t>(</a:t>
            </a:r>
            <a:r>
              <a:rPr lang="en-US" altLang="zh-TW" sz="1800" kern="100" dirty="0" err="1">
                <a:solidFill>
                  <a:srgbClr val="C00000"/>
                </a:solidFill>
                <a:effectLst/>
                <a:latin typeface="Courier New" panose="02070309020205020404" pitchFamily="49" charset="0"/>
                <a:ea typeface="標楷體" panose="03000509000000000000" pitchFamily="65" charset="-120"/>
              </a:rPr>
              <a:t>auth.models.User</a:t>
            </a: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on_delete</a:t>
            </a:r>
            <a:r>
              <a:rPr lang="en-US" altLang="zh-TW" sz="1800" kern="100" dirty="0">
                <a:solidFill>
                  <a:srgbClr val="C00000"/>
                </a:solidFill>
                <a:effectLst/>
                <a:latin typeface="Courier New" panose="02070309020205020404" pitchFamily="49" charset="0"/>
                <a:ea typeface="標楷體" panose="03000509000000000000" pitchFamily="65" charset="-120"/>
              </a:rPr>
              <a:t>=</a:t>
            </a:r>
            <a:r>
              <a:rPr lang="en-US" altLang="zh-TW" sz="1800" kern="100" dirty="0" err="1">
                <a:solidFill>
                  <a:srgbClr val="C00000"/>
                </a:solidFill>
                <a:effectLst/>
                <a:latin typeface="Courier New" panose="02070309020205020404" pitchFamily="49" charset="0"/>
                <a:ea typeface="標楷體" panose="03000509000000000000" pitchFamily="65" charset="-120"/>
              </a:rPr>
              <a:t>models.CASCADE</a:t>
            </a:r>
            <a:r>
              <a:rPr lang="en-US" altLang="zh-TW" sz="1800" kern="100" dirty="0">
                <a:solidFill>
                  <a:srgbClr val="C00000"/>
                </a:solidFill>
                <a:effectLst/>
                <a:latin typeface="Courier New" panose="02070309020205020404" pitchFamily="49" charset="0"/>
                <a:ea typeface="標楷體" panose="03000509000000000000" pitchFamily="65" charset="-120"/>
              </a:rPr>
              <a:t>)</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height = </a:t>
            </a:r>
            <a:r>
              <a:rPr lang="en-US" altLang="zh-TW" sz="1800" kern="100" dirty="0" err="1">
                <a:effectLst/>
                <a:latin typeface="Courier New" panose="02070309020205020404" pitchFamily="49" charset="0"/>
                <a:ea typeface="標楷體" panose="03000509000000000000" pitchFamily="65" charset="-120"/>
              </a:rPr>
              <a:t>models.PositiveIntegerField</a:t>
            </a:r>
            <a:r>
              <a:rPr lang="en-US" altLang="zh-TW" sz="1800" kern="100" dirty="0">
                <a:effectLst/>
                <a:latin typeface="Courier New" panose="02070309020205020404" pitchFamily="49" charset="0"/>
                <a:ea typeface="標楷體" panose="03000509000000000000" pitchFamily="65" charset="-120"/>
              </a:rPr>
              <a:t>(default=160)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male = </a:t>
            </a:r>
            <a:r>
              <a:rPr lang="en-US" altLang="zh-TW" sz="1800" kern="100" dirty="0" err="1">
                <a:effectLst/>
                <a:latin typeface="Courier New" panose="02070309020205020404" pitchFamily="49" charset="0"/>
                <a:ea typeface="標楷體" panose="03000509000000000000" pitchFamily="65" charset="-120"/>
              </a:rPr>
              <a:t>models.BooleanField</a:t>
            </a:r>
            <a:r>
              <a:rPr lang="en-US" altLang="zh-TW" sz="1800" kern="100" dirty="0">
                <a:effectLst/>
                <a:latin typeface="Courier New" panose="02070309020205020404" pitchFamily="49" charset="0"/>
                <a:ea typeface="標楷體" panose="03000509000000000000" pitchFamily="65" charset="-120"/>
              </a:rPr>
              <a:t>(default=False)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website = </a:t>
            </a:r>
            <a:r>
              <a:rPr lang="en-US" altLang="zh-TW" sz="1800" kern="100" dirty="0" err="1">
                <a:effectLst/>
                <a:latin typeface="Courier New" panose="02070309020205020404" pitchFamily="49" charset="0"/>
                <a:ea typeface="標楷體" panose="03000509000000000000" pitchFamily="65" charset="-120"/>
              </a:rPr>
              <a:t>models.URLField</a:t>
            </a:r>
            <a:r>
              <a:rPr lang="en-US" altLang="zh-TW" sz="1800" kern="100" dirty="0">
                <a:effectLst/>
                <a:latin typeface="Courier New" panose="02070309020205020404" pitchFamily="49" charset="0"/>
                <a:ea typeface="標楷體" panose="03000509000000000000" pitchFamily="65" charset="-120"/>
              </a:rPr>
              <a:t>(null=True)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def __str__(self):</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a:t>
            </a:r>
            <a:r>
              <a:rPr lang="en-US" altLang="zh-TW" sz="1800" kern="100" dirty="0" err="1">
                <a:effectLst/>
                <a:latin typeface="Courier New" panose="02070309020205020404" pitchFamily="49" charset="0"/>
                <a:ea typeface="標楷體" panose="03000509000000000000" pitchFamily="65" charset="-120"/>
              </a:rPr>
              <a:t>self.user.username</a:t>
            </a:r>
            <a:endParaRPr lang="zh-TW" altLang="zh-TW" sz="1800" kern="100" dirty="0">
              <a:effectLst/>
              <a:latin typeface="Courier New" panose="02070309020205020404" pitchFamily="49" charset="0"/>
              <a:ea typeface="標楷體" panose="03000509000000000000" pitchFamily="65" charset="-120"/>
            </a:endParaRPr>
          </a:p>
          <a:p>
            <a:pPr lvl="1"/>
            <a:endParaRPr lang="zh-TW" altLang="en-US" dirty="0"/>
          </a:p>
        </p:txBody>
      </p:sp>
      <p:sp>
        <p:nvSpPr>
          <p:cNvPr id="5" name="文字方塊 4">
            <a:extLst>
              <a:ext uri="{FF2B5EF4-FFF2-40B4-BE49-F238E27FC236}">
                <a16:creationId xmlns:a16="http://schemas.microsoft.com/office/drawing/2014/main" id="{0F6FBF66-22BF-0221-71F1-E100EE5F13D7}"/>
              </a:ext>
            </a:extLst>
          </p:cNvPr>
          <p:cNvSpPr txBox="1"/>
          <p:nvPr/>
        </p:nvSpPr>
        <p:spPr>
          <a:xfrm>
            <a:off x="4873821" y="5746988"/>
            <a:ext cx="4297523" cy="369332"/>
          </a:xfrm>
          <a:prstGeom prst="rect">
            <a:avLst/>
          </a:prstGeom>
          <a:noFill/>
        </p:spPr>
        <p:txBody>
          <a:bodyPr wrap="none" rtlCol="0">
            <a:spAutoFit/>
          </a:bodyPr>
          <a:lstStyle/>
          <a:p>
            <a:r>
              <a:rPr lang="en-US" altLang="zh-TW" dirty="0"/>
              <a:t>python manage.py </a:t>
            </a:r>
            <a:r>
              <a:rPr lang="en-US" altLang="zh-TW" dirty="0" err="1"/>
              <a:t>makemigrations</a:t>
            </a:r>
            <a:endParaRPr lang="zh-TW" altLang="en-US" dirty="0"/>
          </a:p>
        </p:txBody>
      </p:sp>
      <p:sp>
        <p:nvSpPr>
          <p:cNvPr id="6" name="文字方塊 5">
            <a:extLst>
              <a:ext uri="{FF2B5EF4-FFF2-40B4-BE49-F238E27FC236}">
                <a16:creationId xmlns:a16="http://schemas.microsoft.com/office/drawing/2014/main" id="{35C25FEC-D0E1-FC6A-5FCD-E4A35E612090}"/>
              </a:ext>
            </a:extLst>
          </p:cNvPr>
          <p:cNvSpPr txBox="1"/>
          <p:nvPr/>
        </p:nvSpPr>
        <p:spPr>
          <a:xfrm>
            <a:off x="4873821" y="6241752"/>
            <a:ext cx="3335785" cy="369332"/>
          </a:xfrm>
          <a:prstGeom prst="rect">
            <a:avLst/>
          </a:prstGeom>
          <a:noFill/>
        </p:spPr>
        <p:txBody>
          <a:bodyPr wrap="none" rtlCol="0">
            <a:spAutoFit/>
          </a:bodyPr>
          <a:lstStyle/>
          <a:p>
            <a:r>
              <a:rPr lang="en-US" altLang="zh-TW" dirty="0"/>
              <a:t>python manage.py migrate</a:t>
            </a:r>
            <a:endParaRPr lang="zh-TW" altLang="en-US" dirty="0"/>
          </a:p>
        </p:txBody>
      </p:sp>
    </p:spTree>
    <p:extLst>
      <p:ext uri="{BB962C8B-B14F-4D97-AF65-F5344CB8AC3E}">
        <p14:creationId xmlns:p14="http://schemas.microsoft.com/office/powerpoint/2010/main" val="9467948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增加</a:t>
            </a:r>
            <a:r>
              <a:rPr lang="en-US" altLang="zh-TW" dirty="0"/>
              <a:t>User</a:t>
            </a:r>
            <a:r>
              <a:rPr lang="zh-TW" altLang="zh-TW" dirty="0"/>
              <a:t>的欄位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51</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a:t>admin.py</a:t>
            </a:r>
            <a:r>
              <a:rPr lang="zh-TW" altLang="zh-TW" dirty="0"/>
              <a:t>中加入管理網頁的登記作業，如下所示：</a:t>
            </a:r>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django.contrib</a:t>
            </a:r>
            <a:r>
              <a:rPr lang="en-US" altLang="zh-TW" sz="1800" kern="100" dirty="0">
                <a:effectLst/>
                <a:latin typeface="Courier New" panose="02070309020205020404" pitchFamily="49" charset="0"/>
                <a:ea typeface="標楷體" panose="03000509000000000000" pitchFamily="65" charset="-120"/>
              </a:rPr>
              <a:t> import admin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mysite</a:t>
            </a:r>
            <a:r>
              <a:rPr lang="en-US" altLang="zh-TW" sz="1800" kern="100" dirty="0">
                <a:effectLst/>
                <a:latin typeface="Courier New" panose="02070309020205020404" pitchFamily="49" charset="0"/>
                <a:ea typeface="標楷體" panose="03000509000000000000" pitchFamily="65" charset="-120"/>
              </a:rPr>
              <a:t> import models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err="1">
                <a:solidFill>
                  <a:srgbClr val="FF0000"/>
                </a:solidFill>
                <a:effectLst/>
                <a:latin typeface="Courier New" panose="02070309020205020404" pitchFamily="49" charset="0"/>
                <a:ea typeface="標楷體" panose="03000509000000000000" pitchFamily="65" charset="-120"/>
              </a:rPr>
              <a:t>admin.site.register</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models.Profile</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endParaRPr lang="zh-TW" altLang="en-US" dirty="0"/>
          </a:p>
        </p:txBody>
      </p:sp>
      <p:pic>
        <p:nvPicPr>
          <p:cNvPr id="6" name="圖片 5">
            <a:extLst>
              <a:ext uri="{FF2B5EF4-FFF2-40B4-BE49-F238E27FC236}">
                <a16:creationId xmlns:a16="http://schemas.microsoft.com/office/drawing/2014/main" id="{A6507936-27A0-4E82-9F14-A25AA90FEA30}"/>
              </a:ext>
            </a:extLst>
          </p:cNvPr>
          <p:cNvPicPr>
            <a:picLocks noChangeAspect="1"/>
          </p:cNvPicPr>
          <p:nvPr/>
        </p:nvPicPr>
        <p:blipFill>
          <a:blip r:embed="rId3"/>
          <a:stretch>
            <a:fillRect/>
          </a:stretch>
        </p:blipFill>
        <p:spPr>
          <a:xfrm>
            <a:off x="1205912" y="2996952"/>
            <a:ext cx="6768752" cy="3737768"/>
          </a:xfrm>
          <a:prstGeom prst="rect">
            <a:avLst/>
          </a:prstGeom>
        </p:spPr>
      </p:pic>
    </p:spTree>
    <p:extLst>
      <p:ext uri="{BB962C8B-B14F-4D97-AF65-F5344CB8AC3E}">
        <p14:creationId xmlns:p14="http://schemas.microsoft.com/office/powerpoint/2010/main" val="10233163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增加</a:t>
            </a:r>
            <a:r>
              <a:rPr lang="en-US" altLang="zh-TW" dirty="0"/>
              <a:t>User</a:t>
            </a:r>
            <a:r>
              <a:rPr lang="zh-TW" altLang="zh-TW" dirty="0"/>
              <a:t>的欄位</a:t>
            </a:r>
            <a:r>
              <a:rPr lang="en-US" altLang="zh-TW" dirty="0"/>
              <a:t>-</a:t>
            </a:r>
            <a:r>
              <a:rPr lang="zh-TW" altLang="en-US" dirty="0"/>
              <a:t>說明為何要設定一對一</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52</a:t>
            </a:fld>
            <a:endParaRPr lang="zh-TW" altLang="en-US"/>
          </a:p>
        </p:txBody>
      </p:sp>
      <p:sp>
        <p:nvSpPr>
          <p:cNvPr id="4" name="內容版面配置區 3"/>
          <p:cNvSpPr>
            <a:spLocks noGrp="1"/>
          </p:cNvSpPr>
          <p:nvPr>
            <p:ph sz="quarter" idx="1"/>
          </p:nvPr>
        </p:nvSpPr>
        <p:spPr/>
        <p:txBody>
          <a:bodyPr/>
          <a:lstStyle/>
          <a:p>
            <a:r>
              <a:rPr lang="zh-TW" altLang="zh-TW" dirty="0"/>
              <a:t>因為</a:t>
            </a:r>
            <a:r>
              <a:rPr lang="en-US" altLang="zh-TW" dirty="0" err="1"/>
              <a:t>OneToOneField</a:t>
            </a:r>
            <a:r>
              <a:rPr lang="zh-TW" altLang="zh-TW" dirty="0"/>
              <a:t>設定之後，不允許</a:t>
            </a:r>
            <a:r>
              <a:rPr lang="zh-TW" altLang="zh-TW" dirty="0">
                <a:solidFill>
                  <a:srgbClr val="FF0000"/>
                </a:solidFill>
              </a:rPr>
              <a:t>建立重覆的</a:t>
            </a:r>
            <a:r>
              <a:rPr lang="en-US" altLang="zh-TW" dirty="0">
                <a:solidFill>
                  <a:srgbClr val="FF0000"/>
                </a:solidFill>
              </a:rPr>
              <a:t>Profile</a:t>
            </a:r>
            <a:endParaRPr lang="zh-TW" altLang="en-US" dirty="0">
              <a:solidFill>
                <a:srgbClr val="FF0000"/>
              </a:solidFill>
            </a:endParaRPr>
          </a:p>
        </p:txBody>
      </p:sp>
      <p:pic>
        <p:nvPicPr>
          <p:cNvPr id="6" name="圖片 5">
            <a:extLst>
              <a:ext uri="{FF2B5EF4-FFF2-40B4-BE49-F238E27FC236}">
                <a16:creationId xmlns:a16="http://schemas.microsoft.com/office/drawing/2014/main" id="{4BC3A2AD-D97B-2015-58CC-0CEBD837B702}"/>
              </a:ext>
            </a:extLst>
          </p:cNvPr>
          <p:cNvPicPr>
            <a:picLocks noChangeAspect="1"/>
          </p:cNvPicPr>
          <p:nvPr/>
        </p:nvPicPr>
        <p:blipFill>
          <a:blip r:embed="rId2"/>
          <a:stretch>
            <a:fillRect/>
          </a:stretch>
        </p:blipFill>
        <p:spPr>
          <a:xfrm>
            <a:off x="1043608" y="2420888"/>
            <a:ext cx="7056784" cy="4107114"/>
          </a:xfrm>
          <a:prstGeom prst="rect">
            <a:avLst/>
          </a:prstGeom>
        </p:spPr>
      </p:pic>
    </p:spTree>
    <p:extLst>
      <p:ext uri="{BB962C8B-B14F-4D97-AF65-F5344CB8AC3E}">
        <p14:creationId xmlns:p14="http://schemas.microsoft.com/office/powerpoint/2010/main" val="5426290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顯示新增加的</a:t>
            </a:r>
            <a:r>
              <a:rPr lang="en-US" altLang="zh-TW" dirty="0"/>
              <a:t>User</a:t>
            </a:r>
            <a:r>
              <a:rPr lang="zh-TW" altLang="zh-TW" dirty="0"/>
              <a:t>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53</a:t>
            </a:fld>
            <a:endParaRPr lang="zh-TW" altLang="en-US"/>
          </a:p>
        </p:txBody>
      </p:sp>
      <p:sp>
        <p:nvSpPr>
          <p:cNvPr id="4" name="內容版面配置區 3"/>
          <p:cNvSpPr>
            <a:spLocks noGrp="1"/>
          </p:cNvSpPr>
          <p:nvPr>
            <p:ph sz="quarter" idx="1"/>
          </p:nvPr>
        </p:nvSpPr>
        <p:spPr>
          <a:xfrm>
            <a:off x="301752" y="1527048"/>
            <a:ext cx="8662736" cy="5070304"/>
          </a:xfrm>
        </p:spPr>
        <p:txBody>
          <a:bodyPr>
            <a:normAutofit fontScale="92500" lnSpcReduction="10000"/>
          </a:bodyPr>
          <a:lstStyle/>
          <a:p>
            <a:r>
              <a:rPr lang="zh-TW" altLang="zh-TW" dirty="0"/>
              <a:t>利用</a:t>
            </a:r>
            <a:r>
              <a:rPr lang="en-US" altLang="zh-TW" dirty="0"/>
              <a:t>Profile</a:t>
            </a:r>
            <a:r>
              <a:rPr lang="zh-TW" altLang="zh-TW" dirty="0"/>
              <a:t>在</a:t>
            </a:r>
            <a:r>
              <a:rPr lang="en-US" altLang="zh-TW" dirty="0"/>
              <a:t>User</a:t>
            </a:r>
            <a:r>
              <a:rPr lang="zh-TW" altLang="zh-TW" dirty="0"/>
              <a:t>資料表增加了新的欄位，當使用者順利登入網站之後，在</a:t>
            </a:r>
            <a:r>
              <a:rPr lang="en-US" altLang="zh-TW" dirty="0"/>
              <a:t>localhost:8000/</a:t>
            </a:r>
            <a:r>
              <a:rPr lang="en-US" altLang="zh-TW" dirty="0" err="1"/>
              <a:t>userinfo</a:t>
            </a:r>
            <a:r>
              <a:rPr lang="zh-TW" altLang="zh-TW" dirty="0"/>
              <a:t>中應該要顯示更多的資料</a:t>
            </a:r>
            <a:endParaRPr lang="en-US" altLang="zh-TW" dirty="0"/>
          </a:p>
          <a:p>
            <a:r>
              <a:rPr lang="zh-TW" altLang="zh-TW" dirty="0"/>
              <a:t>找到</a:t>
            </a:r>
            <a:r>
              <a:rPr lang="en-US" altLang="zh-TW" dirty="0"/>
              <a:t>user</a:t>
            </a:r>
            <a:r>
              <a:rPr lang="zh-TW" altLang="zh-TW" dirty="0"/>
              <a:t>，然後再以此找出</a:t>
            </a:r>
            <a:r>
              <a:rPr lang="en-US" altLang="zh-TW" dirty="0"/>
              <a:t>Profile</a:t>
            </a:r>
            <a:r>
              <a:rPr lang="zh-TW" altLang="zh-TW" dirty="0"/>
              <a:t>，</a:t>
            </a:r>
            <a:r>
              <a:rPr lang="en-US" altLang="zh-TW" dirty="0" err="1"/>
              <a:t>views.userinfo</a:t>
            </a:r>
            <a:r>
              <a:rPr lang="zh-TW" altLang="zh-TW" dirty="0"/>
              <a:t>的內容如下：</a:t>
            </a:r>
          </a:p>
          <a:p>
            <a:pPr marL="0" indent="0">
              <a:buNone/>
            </a:pPr>
            <a:r>
              <a:rPr lang="en-US" altLang="zh-TW" sz="1800" kern="100" dirty="0">
                <a:effectLst/>
                <a:latin typeface="Courier New" panose="02070309020205020404" pitchFamily="49" charset="0"/>
                <a:ea typeface="標楷體" panose="03000509000000000000" pitchFamily="65" charset="-120"/>
              </a:rPr>
              <a:t>@login_required(login_url='/login/')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def </a:t>
            </a:r>
            <a:r>
              <a:rPr lang="en-US" altLang="zh-TW" sz="1800" kern="100" dirty="0" err="1">
                <a:effectLst/>
                <a:latin typeface="Courier New" panose="02070309020205020404" pitchFamily="49" charset="0"/>
                <a:ea typeface="標楷體" panose="03000509000000000000" pitchFamily="65" charset="-120"/>
              </a:rPr>
              <a:t>userinfo</a:t>
            </a:r>
            <a:r>
              <a:rPr lang="en-US" altLang="zh-TW" sz="1800" kern="100" dirty="0">
                <a:effectLst/>
                <a:latin typeface="Courier New" panose="02070309020205020404" pitchFamily="49" charset="0"/>
                <a:ea typeface="標楷體" panose="03000509000000000000" pitchFamily="65" charset="-120"/>
              </a:rPr>
              <a:t>(request):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request.user.is_authenticated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username = </a:t>
            </a:r>
            <a:r>
              <a:rPr lang="en-US" altLang="zh-TW" sz="1800" kern="100" dirty="0" err="1">
                <a:effectLst/>
                <a:latin typeface="Courier New" panose="02070309020205020404" pitchFamily="49" charset="0"/>
                <a:ea typeface="標楷體" panose="03000509000000000000" pitchFamily="65" charset="-120"/>
              </a:rPr>
              <a:t>request.user.username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try: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user = </a:t>
            </a:r>
            <a:r>
              <a:rPr lang="en-US" altLang="zh-TW" sz="1800" kern="100" dirty="0" err="1">
                <a:solidFill>
                  <a:srgbClr val="FF0000"/>
                </a:solidFill>
                <a:effectLst/>
                <a:latin typeface="Courier New" panose="02070309020205020404" pitchFamily="49" charset="0"/>
                <a:ea typeface="標楷體" panose="03000509000000000000" pitchFamily="65" charset="-120"/>
              </a:rPr>
              <a:t>User.objects.get</a:t>
            </a:r>
            <a:r>
              <a:rPr lang="en-US" altLang="zh-TW" sz="1800" kern="100" dirty="0">
                <a:solidFill>
                  <a:srgbClr val="FF0000"/>
                </a:solidFill>
                <a:effectLst/>
                <a:latin typeface="Courier New" panose="02070309020205020404" pitchFamily="49" charset="0"/>
                <a:ea typeface="標楷體" panose="03000509000000000000" pitchFamily="65" charset="-120"/>
              </a:rPr>
              <a:t>(username=username)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userinfo</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models.Profile.objects.get</a:t>
            </a:r>
            <a:r>
              <a:rPr lang="en-US" altLang="zh-TW" sz="1800" kern="100" dirty="0">
                <a:solidFill>
                  <a:srgbClr val="FF0000"/>
                </a:solidFill>
                <a:effectLst/>
                <a:latin typeface="Courier New" panose="02070309020205020404" pitchFamily="49" charset="0"/>
                <a:ea typeface="標楷體" panose="03000509000000000000" pitchFamily="65" charset="-120"/>
              </a:rPr>
              <a:t>(user=user)</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except: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pass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render(request, "userinfo.html", locals())</a:t>
            </a:r>
            <a:endParaRPr lang="zh-TW" altLang="zh-TW" sz="1800" kern="100" dirty="0">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11634898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顯示新增加的</a:t>
            </a:r>
            <a:r>
              <a:rPr lang="en-US" altLang="zh-TW" dirty="0"/>
              <a:t>User</a:t>
            </a:r>
            <a:r>
              <a:rPr lang="zh-TW" altLang="zh-TW" dirty="0"/>
              <a:t>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54</a:t>
            </a:fld>
            <a:endParaRPr lang="zh-TW" altLang="en-US"/>
          </a:p>
        </p:txBody>
      </p:sp>
      <p:sp>
        <p:nvSpPr>
          <p:cNvPr id="4" name="內容版面配置區 3"/>
          <p:cNvSpPr>
            <a:spLocks noGrp="1"/>
          </p:cNvSpPr>
          <p:nvPr>
            <p:ph sz="quarter" idx="1"/>
          </p:nvPr>
        </p:nvSpPr>
        <p:spPr/>
        <p:txBody>
          <a:bodyPr>
            <a:normAutofit/>
          </a:bodyPr>
          <a:lstStyle/>
          <a:p>
            <a:r>
              <a:rPr lang="en-US" altLang="zh-TW" dirty="0"/>
              <a:t>userinfo.html</a:t>
            </a:r>
            <a:r>
              <a:rPr lang="zh-TW" altLang="zh-TW" dirty="0"/>
              <a:t>則如下所示：</a:t>
            </a:r>
          </a:p>
          <a:p>
            <a:pPr marL="0" indent="0">
              <a:buNone/>
            </a:pPr>
            <a:r>
              <a:rPr lang="en-US" altLang="zh-TW" sz="1800" kern="100">
                <a:effectLst/>
                <a:latin typeface="Courier New" panose="02070309020205020404" pitchFamily="49" charset="0"/>
                <a:ea typeface="標楷體" panose="03000509000000000000" pitchFamily="65" charset="-120"/>
              </a:rPr>
              <a:t>{% extends "base.html"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block title %}</a:t>
            </a:r>
            <a:r>
              <a:rPr lang="zh-TW" altLang="zh-TW" sz="1800" kern="100">
                <a:effectLst/>
                <a:latin typeface="Courier New" panose="02070309020205020404" pitchFamily="49" charset="0"/>
                <a:ea typeface="標楷體" panose="03000509000000000000" pitchFamily="65" charset="-120"/>
              </a:rPr>
              <a:t>分享日記</a:t>
            </a:r>
            <a:r>
              <a:rPr lang="en-US" altLang="zh-TW" sz="1800" kern="100">
                <a:effectLst/>
                <a:latin typeface="Courier New" panose="02070309020205020404" pitchFamily="49" charset="0"/>
                <a:ea typeface="標楷體" panose="03000509000000000000" pitchFamily="65" charset="-120"/>
              </a:rPr>
              <a:t>{% endblock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block content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 class='container'&gt;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 class='row'&gt;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class='col-md-12'&gt;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 class="alert alert-primary"&gt;</a:t>
            </a:r>
            <a:r>
              <a:rPr lang="zh-TW" altLang="zh-TW" sz="1800" kern="100">
                <a:effectLst/>
                <a:latin typeface="Courier New" panose="02070309020205020404" pitchFamily="49" charset="0"/>
                <a:ea typeface="標楷體" panose="03000509000000000000" pitchFamily="65" charset="-120"/>
              </a:rPr>
              <a:t>使用者資訊</a:t>
            </a:r>
            <a:r>
              <a:rPr lang="en-US" altLang="zh-TW" sz="1800" kern="100">
                <a:effectLst/>
                <a:latin typeface="Courier New" panose="02070309020205020404" pitchFamily="49" charset="0"/>
                <a:ea typeface="標楷體" panose="03000509000000000000" pitchFamily="65" charset="-120"/>
              </a:rPr>
              <a: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17857998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增加顯示新增加的</a:t>
            </a:r>
            <a:r>
              <a:rPr lang="en-US" altLang="zh-TW" dirty="0"/>
              <a:t>User</a:t>
            </a:r>
            <a:r>
              <a:rPr lang="zh-TW" altLang="zh-TW" dirty="0"/>
              <a:t>欄位</a:t>
            </a:r>
            <a:r>
              <a:rPr lang="en-US" altLang="zh-TW" dirty="0"/>
              <a:t>User</a:t>
            </a:r>
            <a:r>
              <a:rPr lang="zh-TW" altLang="zh-TW" dirty="0"/>
              <a:t>的欄位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55</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a:bodyPr>
          <a:lstStyle/>
          <a:p>
            <a:pPr marL="0" indent="0">
              <a:buNone/>
            </a:pPr>
            <a:r>
              <a:rPr lang="en-US" altLang="zh-TW" sz="2000" kern="100">
                <a:effectLst/>
                <a:latin typeface="Courier New" panose="02070309020205020404" pitchFamily="49" charset="0"/>
                <a:ea typeface="標楷體" panose="03000509000000000000" pitchFamily="65" charset="-120"/>
              </a:rPr>
              <a:t>&lt;p&gt;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a:t>
            </a:r>
            <a:r>
              <a:rPr lang="zh-TW" altLang="zh-TW" sz="2000" kern="100">
                <a:effectLst/>
                <a:latin typeface="Courier New" panose="02070309020205020404" pitchFamily="49" charset="0"/>
                <a:ea typeface="標楷體" panose="03000509000000000000" pitchFamily="65" charset="-120"/>
              </a:rPr>
              <a:t>姓名：</a:t>
            </a:r>
            <a:r>
              <a:rPr lang="en-US" altLang="zh-TW" sz="2000" kern="100">
                <a:effectLst/>
                <a:latin typeface="Courier New" panose="02070309020205020404" pitchFamily="49" charset="0"/>
                <a:ea typeface="標楷體" panose="03000509000000000000" pitchFamily="65" charset="-120"/>
              </a:rPr>
              <a:t>{{ userinfo.user.username }}&lt;br/&gt;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a:t>
            </a:r>
            <a:r>
              <a:rPr lang="zh-TW" altLang="zh-TW" sz="2000" kern="100">
                <a:effectLst/>
                <a:latin typeface="Courier New" panose="02070309020205020404" pitchFamily="49" charset="0"/>
                <a:ea typeface="標楷體" panose="03000509000000000000" pitchFamily="65" charset="-120"/>
              </a:rPr>
              <a:t>電子郵件：</a:t>
            </a:r>
            <a:r>
              <a:rPr lang="en-US" altLang="zh-TW" sz="2000" kern="100">
                <a:effectLst/>
                <a:latin typeface="Courier New" panose="02070309020205020404" pitchFamily="49" charset="0"/>
                <a:ea typeface="標楷體" panose="03000509000000000000" pitchFamily="65" charset="-120"/>
              </a:rPr>
              <a:t>{{ userinfo.user.email }}&lt;br/&gt;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a:t>
            </a:r>
            <a:r>
              <a:rPr lang="zh-TW" altLang="zh-TW" sz="2000" kern="100">
                <a:effectLst/>
                <a:latin typeface="Courier New" panose="02070309020205020404" pitchFamily="49" charset="0"/>
                <a:ea typeface="標楷體" panose="03000509000000000000" pitchFamily="65" charset="-120"/>
              </a:rPr>
              <a:t>身高：</a:t>
            </a:r>
            <a:r>
              <a:rPr lang="en-US" altLang="zh-TW" sz="2000" kern="100">
                <a:effectLst/>
                <a:latin typeface="Courier New" panose="02070309020205020404" pitchFamily="49" charset="0"/>
                <a:ea typeface="標楷體" panose="03000509000000000000" pitchFamily="65" charset="-120"/>
              </a:rPr>
              <a:t>{{ </a:t>
            </a:r>
            <a:r>
              <a:rPr lang="en-US" altLang="zh-TW" sz="2000" kern="100">
                <a:solidFill>
                  <a:srgbClr val="C00000"/>
                </a:solidFill>
                <a:effectLst/>
                <a:latin typeface="Courier New" panose="02070309020205020404" pitchFamily="49" charset="0"/>
                <a:ea typeface="標楷體" panose="03000509000000000000" pitchFamily="65" charset="-120"/>
              </a:rPr>
              <a:t>userinfo.height </a:t>
            </a:r>
            <a:r>
              <a:rPr lang="en-US" altLang="zh-TW" sz="2000" kern="100">
                <a:effectLst/>
                <a:latin typeface="Courier New" panose="02070309020205020404" pitchFamily="49" charset="0"/>
                <a:ea typeface="標楷體" panose="03000509000000000000" pitchFamily="65" charset="-120"/>
              </a:rPr>
              <a:t>}} cm&lt;br/&gt;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a:t>
            </a:r>
            <a:r>
              <a:rPr lang="zh-TW" altLang="zh-TW" sz="2000" kern="100">
                <a:effectLst/>
                <a:latin typeface="Courier New" panose="02070309020205020404" pitchFamily="49" charset="0"/>
                <a:ea typeface="標楷體" panose="03000509000000000000" pitchFamily="65" charset="-120"/>
              </a:rPr>
              <a:t>性別：</a:t>
            </a:r>
            <a:r>
              <a:rPr lang="en-US" altLang="zh-TW" sz="2000" kern="100">
                <a:effectLst/>
                <a:latin typeface="Courier New" panose="02070309020205020404" pitchFamily="49" charset="0"/>
                <a:ea typeface="標楷體" panose="03000509000000000000" pitchFamily="65" charset="-120"/>
              </a:rPr>
              <a:t>{{ </a:t>
            </a:r>
            <a:r>
              <a:rPr lang="en-US" altLang="zh-TW" sz="2000" kern="100">
                <a:solidFill>
                  <a:srgbClr val="C00000"/>
                </a:solidFill>
                <a:effectLst/>
                <a:latin typeface="Courier New" panose="02070309020205020404" pitchFamily="49" charset="0"/>
                <a:ea typeface="標楷體" panose="03000509000000000000" pitchFamily="65" charset="-120"/>
              </a:rPr>
              <a:t>userinfo.male </a:t>
            </a:r>
            <a:r>
              <a:rPr lang="en-US" altLang="zh-TW" sz="2000" kern="100">
                <a:effectLst/>
                <a:latin typeface="Courier New" panose="02070309020205020404" pitchFamily="49" charset="0"/>
                <a:ea typeface="標楷體" panose="03000509000000000000" pitchFamily="65" charset="-120"/>
              </a:rPr>
              <a:t>| yesno:"</a:t>
            </a:r>
            <a:r>
              <a:rPr lang="zh-TW" altLang="zh-TW" sz="2000" kern="100">
                <a:effectLst/>
                <a:latin typeface="Courier New" panose="02070309020205020404" pitchFamily="49" charset="0"/>
                <a:ea typeface="標楷體" panose="03000509000000000000" pitchFamily="65" charset="-120"/>
              </a:rPr>
              <a:t>男生</a:t>
            </a:r>
            <a:r>
              <a:rPr lang="en-US" altLang="zh-TW" sz="2000" kern="100">
                <a:effectLst/>
                <a:latin typeface="Courier New" panose="02070309020205020404" pitchFamily="49" charset="0"/>
                <a:ea typeface="標楷體" panose="03000509000000000000" pitchFamily="65" charset="-120"/>
              </a:rPr>
              <a:t>,</a:t>
            </a:r>
            <a:r>
              <a:rPr lang="zh-TW" altLang="zh-TW" sz="2000" kern="100">
                <a:effectLst/>
                <a:latin typeface="Courier New" panose="02070309020205020404" pitchFamily="49" charset="0"/>
                <a:ea typeface="標楷體" panose="03000509000000000000" pitchFamily="65" charset="-120"/>
              </a:rPr>
              <a:t>女生</a:t>
            </a:r>
            <a:r>
              <a:rPr lang="en-US" altLang="zh-TW" sz="2000" kern="100">
                <a:effectLst/>
                <a:latin typeface="Courier New" panose="02070309020205020404" pitchFamily="49" charset="0"/>
                <a:ea typeface="標楷體" panose="03000509000000000000" pitchFamily="65" charset="-120"/>
              </a:rPr>
              <a: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&lt;/p&gt;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&lt;/div&gt;</a:t>
            </a:r>
            <a:endParaRPr lang="zh-TW" altLang="zh-TW" sz="2000" kern="100">
              <a:effectLst/>
              <a:latin typeface="Courier New" panose="02070309020205020404" pitchFamily="49" charset="0"/>
              <a:ea typeface="標楷體" panose="03000509000000000000" pitchFamily="65" charset="-120"/>
            </a:endParaRPr>
          </a:p>
          <a:p>
            <a:pPr marL="0" indent="0">
              <a:buNone/>
            </a:pPr>
            <a:r>
              <a:rPr lang="en-US" altLang="zh-TW" sz="2000" kern="100">
                <a:effectLst/>
                <a:latin typeface="Courier New" panose="02070309020205020404" pitchFamily="49" charset="0"/>
                <a:ea typeface="標楷體" panose="03000509000000000000" pitchFamily="65" charset="-120"/>
              </a:rPr>
              <a:t>{% endblock %}</a:t>
            </a:r>
            <a:endParaRPr lang="zh-TW" altLang="zh-TW" sz="2000" kern="10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8118181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顯示新增加的</a:t>
            </a:r>
            <a:r>
              <a:rPr lang="en-US" altLang="zh-TW" dirty="0"/>
              <a:t>User</a:t>
            </a:r>
            <a:r>
              <a:rPr lang="zh-TW" altLang="zh-TW" dirty="0"/>
              <a:t>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56</a:t>
            </a:fld>
            <a:endParaRPr lang="zh-TW" altLang="en-US"/>
          </a:p>
        </p:txBody>
      </p:sp>
      <p:sp>
        <p:nvSpPr>
          <p:cNvPr id="4" name="內容版面配置區 3"/>
          <p:cNvSpPr>
            <a:spLocks noGrp="1"/>
          </p:cNvSpPr>
          <p:nvPr>
            <p:ph sz="quarter" idx="1"/>
          </p:nvPr>
        </p:nvSpPr>
        <p:spPr/>
        <p:txBody>
          <a:bodyPr/>
          <a:lstStyle/>
          <a:p>
            <a:r>
              <a:rPr lang="zh-TW" altLang="zh-TW" dirty="0"/>
              <a:t>新版的使用者資訊網頁內容</a:t>
            </a:r>
            <a:endParaRPr lang="zh-TW" altLang="en-US" dirty="0"/>
          </a:p>
        </p:txBody>
      </p:sp>
      <p:pic>
        <p:nvPicPr>
          <p:cNvPr id="6" name="圖片 5" descr="一張含有 文字 的圖片&#10;&#10;自動產生的描述">
            <a:extLst>
              <a:ext uri="{FF2B5EF4-FFF2-40B4-BE49-F238E27FC236}">
                <a16:creationId xmlns:a16="http://schemas.microsoft.com/office/drawing/2014/main" id="{FC2EB0D6-E355-8326-01FA-3F9B0E1C765D}"/>
              </a:ext>
            </a:extLst>
          </p:cNvPr>
          <p:cNvPicPr>
            <a:picLocks noChangeAspect="1"/>
          </p:cNvPicPr>
          <p:nvPr/>
        </p:nvPicPr>
        <p:blipFill>
          <a:blip r:embed="rId3"/>
          <a:stretch>
            <a:fillRect/>
          </a:stretch>
        </p:blipFill>
        <p:spPr>
          <a:xfrm>
            <a:off x="683568" y="2276872"/>
            <a:ext cx="7990410" cy="3554756"/>
          </a:xfrm>
          <a:prstGeom prst="rect">
            <a:avLst/>
          </a:prstGeom>
        </p:spPr>
      </p:pic>
    </p:spTree>
    <p:extLst>
      <p:ext uri="{BB962C8B-B14F-4D97-AF65-F5344CB8AC3E}">
        <p14:creationId xmlns:p14="http://schemas.microsoft.com/office/powerpoint/2010/main" val="15661677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顯示新增加的</a:t>
            </a:r>
            <a:r>
              <a:rPr lang="en-US" altLang="zh-TW" dirty="0"/>
              <a:t>User</a:t>
            </a:r>
            <a:r>
              <a:rPr lang="zh-TW" altLang="zh-TW" dirty="0"/>
              <a:t>欄位</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57</a:t>
            </a:fld>
            <a:endParaRPr lang="zh-TW" altLang="en-US"/>
          </a:p>
        </p:txBody>
      </p:sp>
      <p:sp>
        <p:nvSpPr>
          <p:cNvPr id="4" name="內容版面配置區 3"/>
          <p:cNvSpPr>
            <a:spLocks noGrp="1"/>
          </p:cNvSpPr>
          <p:nvPr>
            <p:ph sz="quarter" idx="1"/>
          </p:nvPr>
        </p:nvSpPr>
        <p:spPr/>
        <p:txBody>
          <a:bodyPr/>
          <a:lstStyle/>
          <a:p>
            <a:r>
              <a:rPr lang="en-US" altLang="zh-TW" dirty="0"/>
              <a:t>User</a:t>
            </a:r>
            <a:r>
              <a:rPr lang="zh-TW" altLang="zh-TW" dirty="0"/>
              <a:t>和</a:t>
            </a:r>
            <a:r>
              <a:rPr lang="en-US" altLang="zh-TW" dirty="0"/>
              <a:t>Profile</a:t>
            </a:r>
            <a:r>
              <a:rPr lang="zh-TW" altLang="zh-TW" dirty="0"/>
              <a:t>資料表的關係</a:t>
            </a:r>
            <a:endParaRPr lang="zh-TW" altLang="en-US" dirty="0"/>
          </a:p>
        </p:txBody>
      </p:sp>
      <p:pic>
        <p:nvPicPr>
          <p:cNvPr id="5" name="圖片 4"/>
          <p:cNvPicPr/>
          <p:nvPr/>
        </p:nvPicPr>
        <p:blipFill>
          <a:blip r:embed="rId2">
            <a:extLst>
              <a:ext uri="{28A0092B-C50C-407E-A947-70E740481C1C}">
                <a14:useLocalDpi xmlns:a14="http://schemas.microsoft.com/office/drawing/2010/main" val="0"/>
              </a:ext>
            </a:extLst>
          </a:blip>
          <a:stretch>
            <a:fillRect/>
          </a:stretch>
        </p:blipFill>
        <p:spPr>
          <a:xfrm>
            <a:off x="2123728" y="2060848"/>
            <a:ext cx="4896544" cy="4248472"/>
          </a:xfrm>
          <a:prstGeom prst="rect">
            <a:avLst/>
          </a:prstGeom>
        </p:spPr>
      </p:pic>
    </p:spTree>
    <p:extLst>
      <p:ext uri="{BB962C8B-B14F-4D97-AF65-F5344CB8AC3E}">
        <p14:creationId xmlns:p14="http://schemas.microsoft.com/office/powerpoint/2010/main" val="15513728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58</a:t>
            </a:fld>
            <a:endParaRPr lang="zh-TW" altLang="en-US"/>
          </a:p>
        </p:txBody>
      </p:sp>
      <p:sp>
        <p:nvSpPr>
          <p:cNvPr id="4" name="內容版面配置區 3"/>
          <p:cNvSpPr>
            <a:spLocks noGrp="1"/>
          </p:cNvSpPr>
          <p:nvPr>
            <p:ph sz="quarter" idx="1"/>
          </p:nvPr>
        </p:nvSpPr>
        <p:spPr/>
        <p:txBody>
          <a:bodyPr/>
          <a:lstStyle/>
          <a:p>
            <a:r>
              <a:rPr lang="zh-TW" altLang="zh-TW" dirty="0"/>
              <a:t>更進一步地運用</a:t>
            </a:r>
            <a:r>
              <a:rPr lang="en-US" altLang="zh-TW" dirty="0" err="1"/>
              <a:t>auth.User</a:t>
            </a:r>
            <a:r>
              <a:rPr lang="zh-TW" altLang="zh-TW" dirty="0"/>
              <a:t>的驗證，新增另外一張資料庫用來儲存更多的內容，並完成本堂課的分享日記範例檔案的初步程式</a:t>
            </a:r>
            <a:r>
              <a:rPr lang="zh-TW" altLang="en-US" dirty="0"/>
              <a:t>，</a:t>
            </a:r>
            <a:r>
              <a:rPr lang="zh-TW" altLang="zh-TW" dirty="0"/>
              <a:t>基本功能</a:t>
            </a:r>
            <a:r>
              <a:rPr lang="zh-TW" altLang="en-US" dirty="0"/>
              <a:t>如下：</a:t>
            </a:r>
            <a:endParaRPr lang="en-US" altLang="zh-TW" dirty="0"/>
          </a:p>
          <a:p>
            <a:pPr lvl="1"/>
            <a:r>
              <a:rPr lang="zh-TW" altLang="zh-TW" dirty="0"/>
              <a:t>使用者登入</a:t>
            </a:r>
            <a:endParaRPr lang="en-US" altLang="zh-TW" dirty="0"/>
          </a:p>
          <a:p>
            <a:pPr lvl="1"/>
            <a:r>
              <a:rPr lang="zh-TW" altLang="zh-TW" dirty="0"/>
              <a:t>登入之後，可以張貼自己的日記</a:t>
            </a:r>
            <a:endParaRPr lang="en-US" altLang="zh-TW" dirty="0"/>
          </a:p>
          <a:p>
            <a:r>
              <a:rPr lang="zh-TW" altLang="zh-TW" dirty="0"/>
              <a:t>因此需要有一張記錄每天日記的資料表</a:t>
            </a:r>
            <a:r>
              <a:rPr lang="en-US" altLang="zh-TW" dirty="0"/>
              <a:t>Diary</a:t>
            </a:r>
            <a:r>
              <a:rPr lang="zh-TW" altLang="zh-TW" dirty="0"/>
              <a:t>，它和</a:t>
            </a:r>
            <a:r>
              <a:rPr lang="en-US" altLang="zh-TW" dirty="0"/>
              <a:t>User</a:t>
            </a:r>
            <a:r>
              <a:rPr lang="zh-TW" altLang="zh-TW" dirty="0"/>
              <a:t>以及</a:t>
            </a:r>
            <a:r>
              <a:rPr lang="en-US" altLang="zh-TW" dirty="0"/>
              <a:t>Profile</a:t>
            </a:r>
            <a:r>
              <a:rPr lang="zh-TW" altLang="zh-TW" dirty="0"/>
              <a:t>的關係如</a:t>
            </a:r>
            <a:r>
              <a:rPr lang="zh-TW" altLang="en-US" dirty="0"/>
              <a:t>下</a:t>
            </a:r>
            <a:r>
              <a:rPr lang="zh-TW" altLang="zh-TW" dirty="0"/>
              <a:t>圖</a:t>
            </a:r>
            <a:endParaRPr lang="en-US" altLang="zh-TW" dirty="0"/>
          </a:p>
          <a:p>
            <a:pPr lvl="1"/>
            <a:endParaRPr lang="zh-TW" altLang="en-US" dirty="0"/>
          </a:p>
        </p:txBody>
      </p:sp>
    </p:spTree>
    <p:extLst>
      <p:ext uri="{BB962C8B-B14F-4D97-AF65-F5344CB8AC3E}">
        <p14:creationId xmlns:p14="http://schemas.microsoft.com/office/powerpoint/2010/main" val="4080793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59</a:t>
            </a:fld>
            <a:endParaRPr lang="zh-TW" altLang="en-US"/>
          </a:p>
        </p:txBody>
      </p:sp>
      <p:sp>
        <p:nvSpPr>
          <p:cNvPr id="4" name="內容版面配置區 3"/>
          <p:cNvSpPr>
            <a:spLocks noGrp="1"/>
          </p:cNvSpPr>
          <p:nvPr>
            <p:ph sz="quarter" idx="1"/>
          </p:nvPr>
        </p:nvSpPr>
        <p:spPr/>
        <p:txBody>
          <a:bodyPr/>
          <a:lstStyle/>
          <a:p>
            <a:r>
              <a:rPr lang="en-US" altLang="zh-TW" dirty="0"/>
              <a:t>Diary</a:t>
            </a:r>
            <a:r>
              <a:rPr lang="zh-TW" altLang="zh-TW" dirty="0"/>
              <a:t>、</a:t>
            </a:r>
            <a:r>
              <a:rPr lang="en-US" altLang="zh-TW" dirty="0"/>
              <a:t> User</a:t>
            </a:r>
            <a:r>
              <a:rPr lang="zh-TW" altLang="zh-TW" dirty="0"/>
              <a:t>和</a:t>
            </a:r>
            <a:r>
              <a:rPr lang="en-US" altLang="zh-TW" dirty="0"/>
              <a:t>Profile</a:t>
            </a:r>
            <a:r>
              <a:rPr lang="zh-TW" altLang="zh-TW" dirty="0"/>
              <a:t>之間的關係</a:t>
            </a:r>
            <a:endParaRPr lang="zh-TW" altLang="en-US" dirty="0"/>
          </a:p>
        </p:txBody>
      </p:sp>
      <p:pic>
        <p:nvPicPr>
          <p:cNvPr id="5" name="圖片 4"/>
          <p:cNvPicPr/>
          <p:nvPr/>
        </p:nvPicPr>
        <p:blipFill>
          <a:blip r:embed="rId2">
            <a:extLst>
              <a:ext uri="{28A0092B-C50C-407E-A947-70E740481C1C}">
                <a14:useLocalDpi xmlns:a14="http://schemas.microsoft.com/office/drawing/2010/main" val="0"/>
              </a:ext>
            </a:extLst>
          </a:blip>
          <a:stretch>
            <a:fillRect/>
          </a:stretch>
        </p:blipFill>
        <p:spPr>
          <a:xfrm>
            <a:off x="1295636" y="2132856"/>
            <a:ext cx="6552728" cy="4248472"/>
          </a:xfrm>
          <a:prstGeom prst="rect">
            <a:avLst/>
          </a:prstGeom>
        </p:spPr>
      </p:pic>
    </p:spTree>
    <p:extLst>
      <p:ext uri="{BB962C8B-B14F-4D97-AF65-F5344CB8AC3E}">
        <p14:creationId xmlns:p14="http://schemas.microsoft.com/office/powerpoint/2010/main" val="42460971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60</a:t>
            </a:fld>
            <a:endParaRPr lang="zh-TW" altLang="en-US"/>
          </a:p>
        </p:txBody>
      </p:sp>
      <p:sp>
        <p:nvSpPr>
          <p:cNvPr id="4" name="內容版面配置區 3"/>
          <p:cNvSpPr>
            <a:spLocks noGrp="1"/>
          </p:cNvSpPr>
          <p:nvPr>
            <p:ph sz="quarter" idx="1"/>
          </p:nvPr>
        </p:nvSpPr>
        <p:spPr/>
        <p:txBody>
          <a:bodyPr>
            <a:normAutofit/>
          </a:bodyPr>
          <a:lstStyle/>
          <a:p>
            <a:r>
              <a:rPr lang="zh-TW" altLang="zh-TW" dirty="0"/>
              <a:t>在</a:t>
            </a:r>
            <a:r>
              <a:rPr lang="en-US" altLang="zh-TW" dirty="0"/>
              <a:t>models.py</a:t>
            </a:r>
            <a:r>
              <a:rPr lang="zh-TW" altLang="zh-TW" dirty="0"/>
              <a:t>中建立一個新的模型</a:t>
            </a:r>
            <a:r>
              <a:rPr lang="en-US" altLang="zh-TW" dirty="0"/>
              <a:t>Diary</a:t>
            </a:r>
            <a:r>
              <a:rPr lang="zh-TW" altLang="zh-TW" dirty="0"/>
              <a:t>，如下所示：</a:t>
            </a:r>
          </a:p>
          <a:p>
            <a:pPr marL="0" indent="0">
              <a:buNone/>
            </a:pPr>
            <a:r>
              <a:rPr lang="en-US" altLang="zh-TW" sz="1800" kern="100" dirty="0">
                <a:effectLst/>
                <a:latin typeface="Courier New" panose="02070309020205020404" pitchFamily="49" charset="0"/>
                <a:ea typeface="標楷體" panose="03000509000000000000" pitchFamily="65" charset="-120"/>
              </a:rPr>
              <a:t>class Diary(</a:t>
            </a:r>
            <a:r>
              <a:rPr lang="en-US" altLang="zh-TW" sz="1800" kern="100" dirty="0" err="1">
                <a:effectLst/>
                <a:latin typeface="Courier New" panose="02070309020205020404" pitchFamily="49" charset="0"/>
                <a:ea typeface="標楷體" panose="03000509000000000000" pitchFamily="65" charset="-120"/>
              </a:rPr>
              <a:t>models.Model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user = </a:t>
            </a:r>
            <a:r>
              <a:rPr lang="en-US" altLang="zh-TW" sz="1800" kern="100" dirty="0" err="1">
                <a:effectLst/>
                <a:latin typeface="Courier New" panose="02070309020205020404" pitchFamily="49" charset="0"/>
                <a:ea typeface="標楷體" panose="03000509000000000000" pitchFamily="65" charset="-120"/>
              </a:rPr>
              <a:t>models.ForeignKey</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auth.models.User</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on_delete</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models.CASCADE</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budget = </a:t>
            </a:r>
            <a:r>
              <a:rPr lang="en-US" altLang="zh-TW" sz="1800" kern="100" dirty="0" err="1">
                <a:effectLst/>
                <a:latin typeface="Courier New" panose="02070309020205020404" pitchFamily="49" charset="0"/>
                <a:ea typeface="標楷體" panose="03000509000000000000" pitchFamily="65" charset="-120"/>
              </a:rPr>
              <a:t>models.FloatField</a:t>
            </a:r>
            <a:r>
              <a:rPr lang="en-US" altLang="zh-TW" sz="1800" kern="100" dirty="0">
                <a:effectLst/>
                <a:latin typeface="Courier New" panose="02070309020205020404" pitchFamily="49" charset="0"/>
                <a:ea typeface="標楷體" panose="03000509000000000000" pitchFamily="65" charset="-120"/>
              </a:rPr>
              <a:t>(default=0)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weight = </a:t>
            </a:r>
            <a:r>
              <a:rPr lang="en-US" altLang="zh-TW" sz="1800" kern="100" dirty="0" err="1">
                <a:effectLst/>
                <a:latin typeface="Courier New" panose="02070309020205020404" pitchFamily="49" charset="0"/>
                <a:ea typeface="標楷體" panose="03000509000000000000" pitchFamily="65" charset="-120"/>
              </a:rPr>
              <a:t>models.FloatField</a:t>
            </a:r>
            <a:r>
              <a:rPr lang="en-US" altLang="zh-TW" sz="1800" kern="100" dirty="0">
                <a:effectLst/>
                <a:latin typeface="Courier New" panose="02070309020205020404" pitchFamily="49" charset="0"/>
                <a:ea typeface="標楷體" panose="03000509000000000000" pitchFamily="65" charset="-120"/>
              </a:rPr>
              <a:t>(default=0)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note = </a:t>
            </a:r>
            <a:r>
              <a:rPr lang="en-US" altLang="zh-TW" sz="1800" kern="100" dirty="0" err="1">
                <a:effectLst/>
                <a:latin typeface="Courier New" panose="02070309020205020404" pitchFamily="49" charset="0"/>
                <a:ea typeface="標楷體" panose="03000509000000000000" pitchFamily="65" charset="-120"/>
              </a:rPr>
              <a:t>models.TextField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ddate</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models.DateField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def __str__(self):</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"{}({})".format(</a:t>
            </a:r>
            <a:r>
              <a:rPr lang="en-US" altLang="zh-TW" sz="1800" kern="100" dirty="0" err="1">
                <a:effectLst/>
                <a:latin typeface="Courier New" panose="02070309020205020404" pitchFamily="49" charset="0"/>
                <a:ea typeface="標楷體" panose="03000509000000000000" pitchFamily="65" charset="-120"/>
              </a:rPr>
              <a:t>self.ddate</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self.user</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32332982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61</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a:bodyPr>
          <a:lstStyle/>
          <a:p>
            <a:r>
              <a:rPr lang="zh-TW" altLang="zh-TW" dirty="0"/>
              <a:t>寫日記需要使用表單才能夠輸入到資料庫中，因此使用</a:t>
            </a:r>
            <a:r>
              <a:rPr lang="en-US" altLang="zh-TW" dirty="0" err="1"/>
              <a:t>ModelForm</a:t>
            </a:r>
            <a:r>
              <a:rPr lang="zh-TW" altLang="en-US" dirty="0"/>
              <a:t>，</a:t>
            </a:r>
            <a:r>
              <a:rPr lang="zh-TW" altLang="zh-TW" dirty="0"/>
              <a:t>在</a:t>
            </a:r>
            <a:r>
              <a:rPr lang="en-US" altLang="zh-TW" dirty="0"/>
              <a:t>forms.py</a:t>
            </a:r>
            <a:r>
              <a:rPr lang="zh-TW" altLang="zh-TW" dirty="0"/>
              <a:t>中編寫，其內容如下：</a:t>
            </a: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class </a:t>
            </a:r>
            <a:r>
              <a:rPr lang="en-US" altLang="zh-TW" sz="1800" kern="100" dirty="0" err="1">
                <a:solidFill>
                  <a:srgbClr val="FF0000"/>
                </a:solidFill>
                <a:effectLst/>
                <a:latin typeface="Courier New" panose="02070309020205020404" pitchFamily="49" charset="0"/>
                <a:ea typeface="標楷體" panose="03000509000000000000" pitchFamily="65" charset="-120"/>
              </a:rPr>
              <a:t>DateInput</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forms.DateInput</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input_type</a:t>
            </a:r>
            <a:r>
              <a:rPr lang="en-US" altLang="zh-TW" sz="1800" kern="100" dirty="0">
                <a:solidFill>
                  <a:srgbClr val="FF0000"/>
                </a:solidFill>
                <a:effectLst/>
                <a:latin typeface="Courier New" panose="02070309020205020404" pitchFamily="49" charset="0"/>
                <a:ea typeface="標楷體" panose="03000509000000000000" pitchFamily="65" charset="-120"/>
              </a:rPr>
              <a:t> = 'date'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class </a:t>
            </a:r>
            <a:r>
              <a:rPr lang="en-US" altLang="zh-TW" sz="1800" kern="100" dirty="0" err="1">
                <a:effectLst/>
                <a:latin typeface="Courier New" panose="02070309020205020404" pitchFamily="49" charset="0"/>
                <a:ea typeface="標楷體" panose="03000509000000000000" pitchFamily="65" charset="-120"/>
              </a:rPr>
              <a:t>DiaryForm</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forms.ModelForm</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class Meta:</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model = </a:t>
            </a:r>
            <a:r>
              <a:rPr lang="en-US" altLang="zh-TW" sz="1800" kern="100" dirty="0" err="1">
                <a:effectLst/>
                <a:latin typeface="Courier New" panose="02070309020205020404" pitchFamily="49" charset="0"/>
                <a:ea typeface="標楷體" panose="03000509000000000000" pitchFamily="65" charset="-120"/>
              </a:rPr>
              <a:t>models.Diary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fields = ['budget', 'weight', 'note', </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ddate</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widgets =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2400" b="1" kern="100" dirty="0">
                <a:solidFill>
                  <a:srgbClr val="FF0000"/>
                </a:solidFill>
                <a:effectLst/>
                <a:latin typeface="Courier New" panose="02070309020205020404" pitchFamily="49" charset="0"/>
                <a:ea typeface="標楷體" panose="03000509000000000000" pitchFamily="65" charset="-120"/>
              </a:rPr>
              <a:t>'</a:t>
            </a:r>
            <a:r>
              <a:rPr lang="en-US" altLang="zh-TW" sz="2400" b="1" kern="100" dirty="0" err="1">
                <a:solidFill>
                  <a:srgbClr val="FF0000"/>
                </a:solidFill>
                <a:effectLst/>
                <a:latin typeface="Courier New" panose="02070309020205020404" pitchFamily="49" charset="0"/>
                <a:ea typeface="標楷體" panose="03000509000000000000" pitchFamily="65" charset="-120"/>
              </a:rPr>
              <a:t>ddate</a:t>
            </a:r>
            <a:r>
              <a:rPr lang="en-US" altLang="zh-TW" sz="2400" b="1"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DateInput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lvl="1"/>
            <a:endParaRPr lang="zh-TW" altLang="zh-TW" dirty="0"/>
          </a:p>
          <a:p>
            <a:endParaRPr lang="zh-TW" altLang="en-US" dirty="0"/>
          </a:p>
        </p:txBody>
      </p:sp>
    </p:spTree>
    <p:extLst>
      <p:ext uri="{BB962C8B-B14F-4D97-AF65-F5344CB8AC3E}">
        <p14:creationId xmlns:p14="http://schemas.microsoft.com/office/powerpoint/2010/main" val="26932864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62</a:t>
            </a:fld>
            <a:endParaRPr lang="zh-TW" altLang="en-US"/>
          </a:p>
        </p:txBody>
      </p:sp>
      <p:sp>
        <p:nvSpPr>
          <p:cNvPr id="4" name="內容版面配置區 3"/>
          <p:cNvSpPr>
            <a:spLocks noGrp="1"/>
          </p:cNvSpPr>
          <p:nvPr>
            <p:ph sz="quarter" idx="1"/>
          </p:nvPr>
        </p:nvSpPr>
        <p:spPr/>
        <p:txBody>
          <a:bodyPr/>
          <a:lstStyle/>
          <a:p>
            <a:pPr marL="0" indent="0">
              <a:buNone/>
            </a:pPr>
            <a:r>
              <a:rPr lang="en-US" altLang="zh-TW" sz="1800" kern="100" dirty="0">
                <a:effectLst/>
                <a:latin typeface="Courier New" panose="02070309020205020404" pitchFamily="49" charset="0"/>
                <a:ea typeface="標楷體" panose="03000509000000000000" pitchFamily="65" charset="-120"/>
              </a:rPr>
              <a:t> def __</a:t>
            </a:r>
            <a:r>
              <a:rPr lang="en-US" altLang="zh-TW" sz="1800" kern="100" dirty="0" err="1">
                <a:effectLst/>
                <a:latin typeface="Courier New" panose="02070309020205020404" pitchFamily="49" charset="0"/>
                <a:ea typeface="標楷體" panose="03000509000000000000" pitchFamily="65" charset="-120"/>
              </a:rPr>
              <a:t>init</a:t>
            </a:r>
            <a:r>
              <a:rPr lang="en-US" altLang="zh-TW" sz="1800" kern="100" dirty="0">
                <a:effectLst/>
                <a:latin typeface="Courier New" panose="02070309020205020404" pitchFamily="49" charset="0"/>
                <a:ea typeface="標楷體" panose="03000509000000000000" pitchFamily="65" charset="-120"/>
              </a:rPr>
              <a:t>__(self, *</a:t>
            </a:r>
            <a:r>
              <a:rPr lang="en-US" altLang="zh-TW" sz="1800" kern="100" dirty="0" err="1">
                <a:effectLst/>
                <a:latin typeface="Courier New" panose="02070309020205020404" pitchFamily="49" charset="0"/>
                <a:ea typeface="標楷體" panose="03000509000000000000" pitchFamily="65" charset="-120"/>
              </a:rPr>
              <a:t>args</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kwargs</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super(</a:t>
            </a:r>
            <a:r>
              <a:rPr lang="en-US" altLang="zh-TW" sz="1800" kern="100" dirty="0" err="1">
                <a:effectLst/>
                <a:latin typeface="Courier New" panose="02070309020205020404" pitchFamily="49" charset="0"/>
                <a:ea typeface="標楷體" panose="03000509000000000000" pitchFamily="65" charset="-120"/>
              </a:rPr>
              <a:t>DiaryForm</a:t>
            </a:r>
            <a:r>
              <a:rPr lang="en-US" altLang="zh-TW" sz="1800" kern="100" dirty="0">
                <a:effectLst/>
                <a:latin typeface="Courier New" panose="02070309020205020404" pitchFamily="49" charset="0"/>
                <a:ea typeface="標楷體" panose="03000509000000000000" pitchFamily="65" charset="-120"/>
              </a:rPr>
              <a:t>, self).__</a:t>
            </a:r>
            <a:r>
              <a:rPr lang="en-US" altLang="zh-TW" sz="1800" kern="100" dirty="0" err="1">
                <a:effectLst/>
                <a:latin typeface="Courier New" panose="02070309020205020404" pitchFamily="49" charset="0"/>
                <a:ea typeface="標楷體" panose="03000509000000000000" pitchFamily="65" charset="-120"/>
              </a:rPr>
              <a:t>init</a:t>
            </a:r>
            <a:r>
              <a:rPr lang="en-US" altLang="zh-TW" sz="1800" kern="100" dirty="0">
                <a:effectLst/>
                <a:latin typeface="Courier New" panose="02070309020205020404" pitchFamily="49" charset="0"/>
                <a:ea typeface="標楷體" panose="03000509000000000000" pitchFamily="65" charset="-120"/>
              </a:rPr>
              <a:t>__(*</a:t>
            </a:r>
            <a:r>
              <a:rPr lang="en-US" altLang="zh-TW" sz="1800" kern="100" dirty="0" err="1">
                <a:effectLst/>
                <a:latin typeface="Courier New" panose="02070309020205020404" pitchFamily="49" charset="0"/>
                <a:ea typeface="標楷體" panose="03000509000000000000" pitchFamily="65" charset="-120"/>
              </a:rPr>
              <a:t>args</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kwargs</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self.fields</a:t>
            </a:r>
            <a:r>
              <a:rPr lang="en-US" altLang="zh-TW" sz="1800" kern="100" dirty="0">
                <a:solidFill>
                  <a:srgbClr val="C00000"/>
                </a:solidFill>
                <a:effectLst/>
                <a:latin typeface="Courier New" panose="02070309020205020404" pitchFamily="49" charset="0"/>
                <a:ea typeface="標楷體" panose="03000509000000000000" pitchFamily="65" charset="-120"/>
              </a:rPr>
              <a:t>['budget'].label = '</a:t>
            </a:r>
            <a:r>
              <a:rPr lang="zh-TW" altLang="zh-TW" sz="1800" kern="100" dirty="0">
                <a:solidFill>
                  <a:srgbClr val="C00000"/>
                </a:solidFill>
                <a:effectLst/>
                <a:latin typeface="Courier New" panose="02070309020205020404" pitchFamily="49" charset="0"/>
                <a:ea typeface="標楷體" panose="03000509000000000000" pitchFamily="65" charset="-120"/>
              </a:rPr>
              <a:t>今日花費</a:t>
            </a:r>
            <a:r>
              <a:rPr lang="en-US" altLang="zh-TW" sz="1800" kern="100" dirty="0">
                <a:solidFill>
                  <a:srgbClr val="C00000"/>
                </a:solidFill>
                <a:effectLst/>
                <a:latin typeface="Courier New" panose="02070309020205020404" pitchFamily="49" charset="0"/>
                <a:ea typeface="標楷體" panose="03000509000000000000" pitchFamily="65" charset="-120"/>
              </a:rPr>
              <a:t>(</a:t>
            </a:r>
            <a:r>
              <a:rPr lang="zh-TW" altLang="zh-TW" sz="1800" kern="100" dirty="0">
                <a:solidFill>
                  <a:srgbClr val="C00000"/>
                </a:solidFill>
                <a:effectLst/>
                <a:latin typeface="Courier New" panose="02070309020205020404" pitchFamily="49" charset="0"/>
                <a:ea typeface="標楷體" panose="03000509000000000000" pitchFamily="65" charset="-120"/>
              </a:rPr>
              <a:t>元</a:t>
            </a:r>
            <a:r>
              <a:rPr lang="en-US" altLang="zh-TW" sz="1800" kern="100" dirty="0">
                <a:solidFill>
                  <a:srgbClr val="C00000"/>
                </a:solidFill>
                <a:effectLst/>
                <a:latin typeface="Courier New" panose="02070309020205020404" pitchFamily="49" charset="0"/>
                <a:ea typeface="標楷體" panose="03000509000000000000" pitchFamily="65" charset="-120"/>
              </a:rPr>
              <a:t>)'</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self.fields</a:t>
            </a:r>
            <a:r>
              <a:rPr lang="en-US" altLang="zh-TW" sz="1800" kern="100" dirty="0">
                <a:solidFill>
                  <a:srgbClr val="C00000"/>
                </a:solidFill>
                <a:effectLst/>
                <a:latin typeface="Courier New" panose="02070309020205020404" pitchFamily="49" charset="0"/>
                <a:ea typeface="標楷體" panose="03000509000000000000" pitchFamily="65" charset="-120"/>
              </a:rPr>
              <a:t>['weight'].label = '</a:t>
            </a:r>
            <a:r>
              <a:rPr lang="zh-TW" altLang="zh-TW" sz="1800" kern="100" dirty="0">
                <a:solidFill>
                  <a:srgbClr val="C00000"/>
                </a:solidFill>
                <a:effectLst/>
                <a:latin typeface="Courier New" panose="02070309020205020404" pitchFamily="49" charset="0"/>
                <a:ea typeface="標楷體" panose="03000509000000000000" pitchFamily="65" charset="-120"/>
              </a:rPr>
              <a:t>今日體重</a:t>
            </a:r>
            <a:r>
              <a:rPr lang="en-US" altLang="zh-TW" sz="1800" kern="100" dirty="0">
                <a:solidFill>
                  <a:srgbClr val="C00000"/>
                </a:solidFill>
                <a:effectLst/>
                <a:latin typeface="Courier New" panose="02070309020205020404" pitchFamily="49" charset="0"/>
                <a:ea typeface="標楷體" panose="03000509000000000000" pitchFamily="65" charset="-120"/>
              </a:rPr>
              <a:t>(KG)'</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self.fields</a:t>
            </a:r>
            <a:r>
              <a:rPr lang="en-US" altLang="zh-TW" sz="1800" kern="100" dirty="0">
                <a:solidFill>
                  <a:srgbClr val="C00000"/>
                </a:solidFill>
                <a:effectLst/>
                <a:latin typeface="Courier New" panose="02070309020205020404" pitchFamily="49" charset="0"/>
                <a:ea typeface="標楷體" panose="03000509000000000000" pitchFamily="65" charset="-120"/>
              </a:rPr>
              <a:t>['note'].label = '</a:t>
            </a:r>
            <a:r>
              <a:rPr lang="zh-TW" altLang="zh-TW" sz="1800" kern="100" dirty="0">
                <a:solidFill>
                  <a:srgbClr val="C00000"/>
                </a:solidFill>
                <a:effectLst/>
                <a:latin typeface="Courier New" panose="02070309020205020404" pitchFamily="49" charset="0"/>
                <a:ea typeface="標楷體" panose="03000509000000000000" pitchFamily="65" charset="-120"/>
              </a:rPr>
              <a:t>心情留言</a:t>
            </a:r>
            <a:r>
              <a:rPr lang="en-US" altLang="zh-TW" sz="1800" kern="100" dirty="0">
                <a:solidFill>
                  <a:srgbClr val="C00000"/>
                </a:solidFill>
                <a:effectLst/>
                <a:latin typeface="Courier New" panose="02070309020205020404" pitchFamily="49" charset="0"/>
                <a:ea typeface="標楷體" panose="03000509000000000000" pitchFamily="65" charset="-120"/>
              </a:rPr>
              <a:t>'</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self.fields</a:t>
            </a:r>
            <a:r>
              <a:rPr lang="en-US" altLang="zh-TW" sz="1800" kern="100" dirty="0">
                <a:solidFill>
                  <a:srgbClr val="C00000"/>
                </a:solidFill>
                <a:effectLst/>
                <a:latin typeface="Courier New" panose="02070309020205020404" pitchFamily="49" charset="0"/>
                <a:ea typeface="標楷體" panose="03000509000000000000" pitchFamily="65" charset="-120"/>
              </a:rPr>
              <a:t>[</a:t>
            </a:r>
            <a:r>
              <a:rPr lang="en-US" altLang="zh-TW" sz="1800" b="1" kern="100" dirty="0">
                <a:solidFill>
                  <a:srgbClr val="FF0000"/>
                </a:solidFill>
                <a:effectLst/>
                <a:latin typeface="Courier New" panose="02070309020205020404" pitchFamily="49" charset="0"/>
                <a:ea typeface="標楷體" panose="03000509000000000000" pitchFamily="65" charset="-120"/>
              </a:rPr>
              <a:t>'</a:t>
            </a:r>
            <a:r>
              <a:rPr lang="en-US" altLang="zh-TW" sz="1800" b="1" kern="100" dirty="0" err="1">
                <a:solidFill>
                  <a:srgbClr val="FF0000"/>
                </a:solidFill>
                <a:effectLst/>
                <a:latin typeface="Courier New" panose="02070309020205020404" pitchFamily="49" charset="0"/>
                <a:ea typeface="標楷體" panose="03000509000000000000" pitchFamily="65" charset="-120"/>
              </a:rPr>
              <a:t>ddate</a:t>
            </a:r>
            <a:r>
              <a:rPr lang="en-US" altLang="zh-TW" sz="1800" b="1"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a:solidFill>
                  <a:srgbClr val="C00000"/>
                </a:solidFill>
                <a:effectLst/>
                <a:latin typeface="Courier New" panose="02070309020205020404" pitchFamily="49" charset="0"/>
                <a:ea typeface="標楷體" panose="03000509000000000000" pitchFamily="65" charset="-120"/>
              </a:rPr>
              <a:t>].label = '</a:t>
            </a:r>
            <a:r>
              <a:rPr lang="zh-TW" altLang="zh-TW" sz="1800" kern="100" dirty="0">
                <a:solidFill>
                  <a:srgbClr val="C00000"/>
                </a:solidFill>
                <a:effectLst/>
                <a:latin typeface="Courier New" panose="02070309020205020404" pitchFamily="49" charset="0"/>
                <a:ea typeface="標楷體" panose="03000509000000000000" pitchFamily="65" charset="-120"/>
              </a:rPr>
              <a:t>日期</a:t>
            </a:r>
            <a:r>
              <a:rPr lang="en-US" altLang="zh-TW" sz="1800" kern="100" dirty="0">
                <a:solidFill>
                  <a:srgbClr val="C00000"/>
                </a:solidFill>
                <a:effectLst/>
                <a:latin typeface="Courier New" panose="02070309020205020404" pitchFamily="49" charset="0"/>
                <a:ea typeface="標楷體" panose="03000509000000000000" pitchFamily="65" charset="-120"/>
              </a:rPr>
              <a:t>'</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1326644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63</a:t>
            </a:fld>
            <a:endParaRPr lang="zh-TW" altLang="en-US"/>
          </a:p>
        </p:txBody>
      </p:sp>
      <p:sp>
        <p:nvSpPr>
          <p:cNvPr id="4" name="內容版面配置區 3"/>
          <p:cNvSpPr>
            <a:spLocks noGrp="1"/>
          </p:cNvSpPr>
          <p:nvPr>
            <p:ph sz="quarter" idx="1"/>
          </p:nvPr>
        </p:nvSpPr>
        <p:spPr/>
        <p:txBody>
          <a:bodyPr/>
          <a:lstStyle/>
          <a:p>
            <a:r>
              <a:rPr lang="en-US" altLang="zh-TW" dirty="0" err="1"/>
              <a:t>DateInput</a:t>
            </a:r>
            <a:r>
              <a:rPr lang="zh-TW" altLang="zh-TW" dirty="0"/>
              <a:t>的入介面</a:t>
            </a:r>
            <a:endParaRPr lang="zh-TW" altLang="en-US" dirty="0"/>
          </a:p>
        </p:txBody>
      </p:sp>
      <p:pic>
        <p:nvPicPr>
          <p:cNvPr id="6" name="圖片 5">
            <a:extLst>
              <a:ext uri="{FF2B5EF4-FFF2-40B4-BE49-F238E27FC236}">
                <a16:creationId xmlns:a16="http://schemas.microsoft.com/office/drawing/2014/main" id="{501B1AC6-B4D0-003A-AFFA-E2DE52B77E38}"/>
              </a:ext>
            </a:extLst>
          </p:cNvPr>
          <p:cNvPicPr>
            <a:picLocks noChangeAspect="1"/>
          </p:cNvPicPr>
          <p:nvPr/>
        </p:nvPicPr>
        <p:blipFill>
          <a:blip r:embed="rId2"/>
          <a:stretch>
            <a:fillRect/>
          </a:stretch>
        </p:blipFill>
        <p:spPr>
          <a:xfrm>
            <a:off x="1043608" y="2051745"/>
            <a:ext cx="7344816" cy="4380304"/>
          </a:xfrm>
          <a:prstGeom prst="rect">
            <a:avLst/>
          </a:prstGeom>
        </p:spPr>
      </p:pic>
    </p:spTree>
    <p:extLst>
      <p:ext uri="{BB962C8B-B14F-4D97-AF65-F5344CB8AC3E}">
        <p14:creationId xmlns:p14="http://schemas.microsoft.com/office/powerpoint/2010/main" val="33583349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64</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err="1"/>
              <a:t>DiaryForm</a:t>
            </a:r>
            <a:r>
              <a:rPr lang="zh-TW" altLang="zh-TW" dirty="0"/>
              <a:t>增加</a:t>
            </a:r>
            <a:r>
              <a:rPr lang="en-US" altLang="zh-TW" dirty="0"/>
              <a:t>user</a:t>
            </a:r>
            <a:r>
              <a:rPr lang="zh-TW" altLang="zh-TW" dirty="0"/>
              <a:t>欄位的結果</a:t>
            </a:r>
            <a:endParaRPr lang="zh-TW" altLang="en-US" dirty="0"/>
          </a:p>
        </p:txBody>
      </p:sp>
      <p:pic>
        <p:nvPicPr>
          <p:cNvPr id="5" name="圖片 4">
            <a:extLst>
              <a:ext uri="{FF2B5EF4-FFF2-40B4-BE49-F238E27FC236}">
                <a16:creationId xmlns:a16="http://schemas.microsoft.com/office/drawing/2014/main" id="{9C0F177D-EEF5-5F56-2030-D2AC30D75364}"/>
              </a:ext>
            </a:extLst>
          </p:cNvPr>
          <p:cNvPicPr>
            <a:picLocks noChangeAspect="1"/>
          </p:cNvPicPr>
          <p:nvPr/>
        </p:nvPicPr>
        <p:blipFill>
          <a:blip r:embed="rId2"/>
          <a:stretch>
            <a:fillRect/>
          </a:stretch>
        </p:blipFill>
        <p:spPr>
          <a:xfrm>
            <a:off x="971599" y="2204864"/>
            <a:ext cx="6881775" cy="4104456"/>
          </a:xfrm>
          <a:prstGeom prst="rect">
            <a:avLst/>
          </a:prstGeom>
        </p:spPr>
      </p:pic>
    </p:spTree>
    <p:extLst>
      <p:ext uri="{BB962C8B-B14F-4D97-AF65-F5344CB8AC3E}">
        <p14:creationId xmlns:p14="http://schemas.microsoft.com/office/powerpoint/2010/main" val="29295626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65</a:t>
            </a:fld>
            <a:endParaRPr lang="zh-TW" altLang="en-US"/>
          </a:p>
        </p:txBody>
      </p:sp>
      <p:sp>
        <p:nvSpPr>
          <p:cNvPr id="4" name="內容版面配置區 3"/>
          <p:cNvSpPr>
            <a:spLocks noGrp="1"/>
          </p:cNvSpPr>
          <p:nvPr>
            <p:ph sz="quarter" idx="1"/>
          </p:nvPr>
        </p:nvSpPr>
        <p:spPr>
          <a:xfrm>
            <a:off x="301752" y="1527048"/>
            <a:ext cx="8590728" cy="5070304"/>
          </a:xfrm>
        </p:spPr>
        <p:txBody>
          <a:bodyPr>
            <a:normAutofit fontScale="92500" lnSpcReduction="10000"/>
          </a:bodyPr>
          <a:lstStyle/>
          <a:p>
            <a:r>
              <a:rPr lang="zh-TW" altLang="zh-TW" dirty="0"/>
              <a:t>如箭頭所指的地方所示，要張貼自己的日記，卻還可以選擇張貼人，這不是一件很奇怪的事嗎？因此</a:t>
            </a:r>
            <a:r>
              <a:rPr lang="zh-TW" altLang="zh-TW" dirty="0">
                <a:solidFill>
                  <a:srgbClr val="FF0000"/>
                </a:solidFill>
              </a:rPr>
              <a:t>在</a:t>
            </a:r>
            <a:r>
              <a:rPr lang="en-US" altLang="zh-TW" dirty="0" err="1">
                <a:solidFill>
                  <a:srgbClr val="FF0000"/>
                </a:solidFill>
              </a:rPr>
              <a:t>DiaryForm</a:t>
            </a:r>
            <a:r>
              <a:rPr lang="zh-TW" altLang="zh-TW" dirty="0">
                <a:solidFill>
                  <a:srgbClr val="FF0000"/>
                </a:solidFill>
              </a:rPr>
              <a:t>中不需要增加</a:t>
            </a:r>
            <a:r>
              <a:rPr lang="en-US" altLang="zh-TW" dirty="0">
                <a:solidFill>
                  <a:srgbClr val="FF0000"/>
                </a:solidFill>
              </a:rPr>
              <a:t>user</a:t>
            </a:r>
            <a:r>
              <a:rPr lang="zh-TW" altLang="zh-TW" dirty="0">
                <a:solidFill>
                  <a:srgbClr val="FF0000"/>
                </a:solidFill>
              </a:rPr>
              <a:t>這個欄位</a:t>
            </a:r>
            <a:r>
              <a:rPr lang="zh-TW" altLang="zh-TW" dirty="0"/>
              <a:t>，這個欄位是要在</a:t>
            </a:r>
            <a:r>
              <a:rPr lang="en-US" altLang="zh-TW" dirty="0" err="1"/>
              <a:t>views.posting</a:t>
            </a:r>
            <a:r>
              <a:rPr lang="zh-TW" altLang="zh-TW" dirty="0"/>
              <a:t>函數中接到表單之後再加上去的（因為</a:t>
            </a:r>
            <a:r>
              <a:rPr lang="en-US" altLang="zh-TW" dirty="0"/>
              <a:t>user</a:t>
            </a:r>
            <a:r>
              <a:rPr lang="zh-TW" altLang="zh-TW" dirty="0"/>
              <a:t>在登入之後即為已知）</a:t>
            </a:r>
            <a:endParaRPr lang="en-US" altLang="zh-TW" dirty="0"/>
          </a:p>
          <a:p>
            <a:r>
              <a:rPr lang="en-US" altLang="zh-TW" dirty="0"/>
              <a:t>posting.html</a:t>
            </a:r>
            <a:r>
              <a:rPr lang="zh-TW" altLang="zh-TW" dirty="0"/>
              <a:t>中如何顯示「寫日記」的網頁顯示：</a:t>
            </a:r>
          </a:p>
          <a:p>
            <a:pPr marL="0" indent="0">
              <a:buNone/>
            </a:pPr>
            <a:r>
              <a:rPr lang="en-US" altLang="zh-TW" sz="1800" kern="100" dirty="0">
                <a:effectLst/>
                <a:latin typeface="Courier New" panose="02070309020205020404" pitchFamily="49" charset="0"/>
                <a:ea typeface="標楷體" panose="03000509000000000000" pitchFamily="65" charset="-120"/>
              </a:rPr>
              <a:t>&lt;!-- posting.html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zh-TW" altLang="zh-TW" sz="1800" kern="100" dirty="0">
                <a:effectLst/>
                <a:latin typeface="Courier New" panose="02070309020205020404" pitchFamily="49" charset="0"/>
                <a:ea typeface="標楷體" panose="03000509000000000000" pitchFamily="65" charset="-120"/>
              </a:rPr>
              <a:t>我有話要說</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content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for message in messages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class='alert alert-{{</a:t>
            </a:r>
            <a:r>
              <a:rPr lang="en-US" altLang="zh-TW" sz="1800" kern="100" dirty="0" err="1">
                <a:effectLst/>
                <a:latin typeface="Courier New" panose="02070309020205020404" pitchFamily="49" charset="0"/>
                <a:ea typeface="標楷體" panose="03000509000000000000" pitchFamily="65" charset="-120"/>
              </a:rPr>
              <a:t>message.tags</a:t>
            </a:r>
            <a:r>
              <a:rPr lang="en-US" altLang="zh-TW" sz="1800" kern="100" dirty="0">
                <a:effectLst/>
                <a:latin typeface="Courier New" panose="02070309020205020404" pitchFamily="49" charset="0"/>
                <a:ea typeface="標楷體" panose="03000509000000000000" pitchFamily="65" charset="-120"/>
              </a:rPr>
              <a:t>}}'&gt;{{ message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endfor</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18288397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66</a:t>
            </a:fld>
            <a:endParaRPr lang="zh-TW" altLang="en-US"/>
          </a:p>
        </p:txBody>
      </p:sp>
      <p:sp>
        <p:nvSpPr>
          <p:cNvPr id="4" name="內容版面配置區 3"/>
          <p:cNvSpPr>
            <a:spLocks noGrp="1"/>
          </p:cNvSpPr>
          <p:nvPr>
            <p:ph sz="quarter" idx="1"/>
          </p:nvPr>
        </p:nvSpPr>
        <p:spPr/>
        <p:txBody>
          <a:bodyPr/>
          <a:lstStyle/>
          <a:p>
            <a:pPr marL="0" indent="0">
              <a:buNone/>
            </a:pPr>
            <a:r>
              <a:rPr lang="en-US" altLang="zh-TW" sz="1800" kern="100">
                <a:effectLst/>
                <a:latin typeface="Courier New" panose="02070309020205020404" pitchFamily="49" charset="0"/>
                <a:ea typeface="標楷體" panose="03000509000000000000" pitchFamily="65" charset="-120"/>
              </a:rPr>
              <a:t>&lt;form name='my form' action='.' method='POST'&gt;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csrf_token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&lt;table&gt;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a:t>
            </a:r>
            <a:r>
              <a:rPr lang="en-US" altLang="zh-TW" sz="1800" kern="100">
                <a:solidFill>
                  <a:srgbClr val="C00000"/>
                </a:solidFill>
                <a:effectLst/>
                <a:latin typeface="Courier New" panose="02070309020205020404" pitchFamily="49" charset="0"/>
                <a:ea typeface="標楷體" panose="03000509000000000000" pitchFamily="65" charset="-120"/>
              </a:rPr>
              <a:t>post_form.as_table </a:t>
            </a:r>
            <a:r>
              <a:rPr lang="en-US" altLang="zh-TW" sz="1800" kern="100">
                <a:effectLst/>
                <a:latin typeface="Courier New" panose="02070309020205020404" pitchFamily="49" charset="0"/>
                <a:ea typeface="標楷體" panose="03000509000000000000" pitchFamily="65" charset="-120"/>
              </a:rPr>
              <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&lt;/table&gt;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&lt;input type='submit' value='</a:t>
            </a:r>
            <a:r>
              <a:rPr lang="zh-TW" altLang="zh-TW" sz="1800" kern="100">
                <a:effectLst/>
                <a:latin typeface="Courier New" panose="02070309020205020404" pitchFamily="49" charset="0"/>
                <a:ea typeface="標楷體" panose="03000509000000000000" pitchFamily="65" charset="-120"/>
              </a:rPr>
              <a:t>張貼</a:t>
            </a:r>
            <a:r>
              <a:rPr lang="en-US" altLang="zh-TW" sz="1800" kern="100">
                <a:effectLst/>
                <a:latin typeface="Courier New" panose="02070309020205020404" pitchFamily="49" charset="0"/>
                <a:ea typeface="標楷體" panose="03000509000000000000" pitchFamily="65" charset="-120"/>
              </a:rPr>
              <a:t>'&gt;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&lt;input type='reset' value='</a:t>
            </a:r>
            <a:r>
              <a:rPr lang="zh-TW" altLang="zh-TW" sz="1800" kern="100">
                <a:effectLst/>
                <a:latin typeface="Courier New" panose="02070309020205020404" pitchFamily="49" charset="0"/>
                <a:ea typeface="標楷體" panose="03000509000000000000" pitchFamily="65" charset="-120"/>
              </a:rPr>
              <a:t>清除重填</a:t>
            </a:r>
            <a:r>
              <a:rPr lang="en-US" altLang="zh-TW" sz="1800" kern="100">
                <a:effectLst/>
                <a:latin typeface="Courier New" panose="02070309020205020404" pitchFamily="49" charset="0"/>
                <a:ea typeface="標楷體" panose="03000509000000000000" pitchFamily="65" charset="-120"/>
              </a:rPr>
              <a:t>'&gt;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&lt;/form&gt;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endblock %}</a:t>
            </a:r>
            <a:endParaRPr lang="zh-TW" altLang="zh-TW" sz="1800" kern="10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12323474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67</a:t>
            </a:fld>
            <a:endParaRPr lang="zh-TW" altLang="en-US"/>
          </a:p>
        </p:txBody>
      </p:sp>
      <p:sp>
        <p:nvSpPr>
          <p:cNvPr id="4" name="內容版面配置區 3"/>
          <p:cNvSpPr>
            <a:spLocks noGrp="1"/>
          </p:cNvSpPr>
          <p:nvPr>
            <p:ph sz="quarter" idx="1"/>
          </p:nvPr>
        </p:nvSpPr>
        <p:spPr>
          <a:xfrm>
            <a:off x="301752" y="1527048"/>
            <a:ext cx="8842248" cy="5070304"/>
          </a:xfrm>
        </p:spPr>
        <p:txBody>
          <a:bodyPr>
            <a:normAutofit/>
          </a:bodyPr>
          <a:lstStyle/>
          <a:p>
            <a:r>
              <a:rPr lang="en-US" altLang="zh-TW" dirty="0" err="1"/>
              <a:t>views.posting</a:t>
            </a:r>
            <a:r>
              <a:rPr lang="zh-TW" altLang="zh-TW" dirty="0"/>
              <a:t>中，如下所示：</a:t>
            </a:r>
          </a:p>
          <a:p>
            <a:pPr marL="0" indent="0">
              <a:buNone/>
            </a:pPr>
            <a:r>
              <a:rPr lang="en-US" altLang="zh-TW" sz="1800" kern="100" dirty="0">
                <a:effectLst/>
                <a:latin typeface="Courier New" panose="02070309020205020404" pitchFamily="49" charset="0"/>
                <a:ea typeface="標楷體" panose="03000509000000000000" pitchFamily="65" charset="-120"/>
              </a:rPr>
              <a:t>@login_required(login_url='/login/')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def posting(request):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request.user.is_authenticated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username = </a:t>
            </a:r>
            <a:r>
              <a:rPr lang="en-US" altLang="zh-TW" sz="1800" kern="100" dirty="0" err="1">
                <a:effectLst/>
                <a:latin typeface="Courier New" panose="02070309020205020404" pitchFamily="49" charset="0"/>
                <a:ea typeface="標楷體" panose="03000509000000000000" pitchFamily="65" charset="-120"/>
              </a:rPr>
              <a:t>request.user.username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useremail</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request.user.email</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messages.get_messages</a:t>
            </a:r>
            <a:r>
              <a:rPr lang="en-US" altLang="zh-TW" sz="1800" kern="100" dirty="0">
                <a:effectLst/>
                <a:latin typeface="Courier New" panose="02070309020205020404" pitchFamily="49" charset="0"/>
                <a:ea typeface="標楷體" panose="03000509000000000000" pitchFamily="65" charset="-120"/>
              </a:rPr>
              <a:t>(request)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request.method</a:t>
            </a:r>
            <a:r>
              <a:rPr lang="en-US" altLang="zh-TW" sz="1800" kern="100" dirty="0">
                <a:effectLst/>
                <a:latin typeface="Courier New" panose="02070309020205020404" pitchFamily="49" charset="0"/>
                <a:ea typeface="標楷體" panose="03000509000000000000" pitchFamily="65" charset="-120"/>
              </a:rPr>
              <a:t> == 'POST':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C00000"/>
                </a:solidFill>
                <a:effectLst/>
                <a:latin typeface="Courier New" panose="02070309020205020404" pitchFamily="49" charset="0"/>
                <a:ea typeface="標楷體" panose="03000509000000000000" pitchFamily="65" charset="-120"/>
              </a:rPr>
              <a:t>user = </a:t>
            </a:r>
            <a:r>
              <a:rPr lang="en-US" altLang="zh-TW" sz="1800" kern="100" dirty="0" err="1">
                <a:solidFill>
                  <a:srgbClr val="C00000"/>
                </a:solidFill>
                <a:effectLst/>
                <a:latin typeface="Courier New" panose="02070309020205020404" pitchFamily="49" charset="0"/>
                <a:ea typeface="標楷體" panose="03000509000000000000" pitchFamily="65" charset="-120"/>
              </a:rPr>
              <a:t>User.objects.get</a:t>
            </a:r>
            <a:r>
              <a:rPr lang="en-US" altLang="zh-TW" sz="1800" kern="100" dirty="0">
                <a:solidFill>
                  <a:srgbClr val="C00000"/>
                </a:solidFill>
                <a:effectLst/>
                <a:latin typeface="Courier New" panose="02070309020205020404" pitchFamily="49" charset="0"/>
                <a:ea typeface="標楷體" panose="03000509000000000000" pitchFamily="65" charset="-120"/>
              </a:rPr>
              <a:t>(username=username)(</a:t>
            </a:r>
            <a:r>
              <a:rPr lang="zh-TW" altLang="en-US" sz="1800" kern="100" dirty="0">
                <a:solidFill>
                  <a:srgbClr val="C00000"/>
                </a:solidFill>
                <a:effectLst/>
                <a:latin typeface="Courier New" panose="02070309020205020404" pitchFamily="49" charset="0"/>
                <a:ea typeface="標楷體" panose="03000509000000000000" pitchFamily="65" charset="-120"/>
              </a:rPr>
              <a:t>在此取得即可</a:t>
            </a:r>
            <a:r>
              <a:rPr lang="en-US" altLang="zh-TW" sz="1800" kern="100" dirty="0">
                <a:solidFill>
                  <a:srgbClr val="C00000"/>
                </a:solidFill>
                <a:effectLst/>
                <a:latin typeface="Courier New" panose="02070309020205020404" pitchFamily="49" charset="0"/>
                <a:ea typeface="標楷體" panose="03000509000000000000" pitchFamily="65" charset="-120"/>
              </a:rPr>
              <a:t>)</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diary = </a:t>
            </a:r>
            <a:r>
              <a:rPr lang="en-US" altLang="zh-TW" sz="1800" kern="100" dirty="0" err="1">
                <a:solidFill>
                  <a:srgbClr val="C00000"/>
                </a:solidFill>
                <a:effectLst/>
                <a:latin typeface="Courier New" panose="02070309020205020404" pitchFamily="49" charset="0"/>
                <a:ea typeface="標楷體" panose="03000509000000000000" pitchFamily="65" charset="-120"/>
              </a:rPr>
              <a:t>models.Diary</a:t>
            </a:r>
            <a:r>
              <a:rPr lang="en-US" altLang="zh-TW" sz="1800" kern="100" dirty="0">
                <a:solidFill>
                  <a:srgbClr val="C00000"/>
                </a:solidFill>
                <a:effectLst/>
                <a:latin typeface="Courier New" panose="02070309020205020404" pitchFamily="49" charset="0"/>
                <a:ea typeface="標楷體" panose="03000509000000000000" pitchFamily="65" charset="-120"/>
              </a:rPr>
              <a:t>(user=user)</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C00000"/>
                </a:solidFill>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post_form</a:t>
            </a:r>
            <a:r>
              <a:rPr lang="en-US" altLang="zh-TW" sz="1800" kern="100" dirty="0">
                <a:solidFill>
                  <a:srgbClr val="C00000"/>
                </a:solidFill>
                <a:effectLst/>
                <a:latin typeface="Courier New" panose="02070309020205020404" pitchFamily="49" charset="0"/>
                <a:ea typeface="標楷體" panose="03000509000000000000" pitchFamily="65" charset="-120"/>
              </a:rPr>
              <a:t> = </a:t>
            </a:r>
            <a:r>
              <a:rPr lang="en-US" altLang="zh-TW" sz="1800" kern="100" dirty="0" err="1">
                <a:solidFill>
                  <a:srgbClr val="C00000"/>
                </a:solidFill>
                <a:effectLst/>
                <a:latin typeface="Courier New" panose="02070309020205020404" pitchFamily="49" charset="0"/>
                <a:ea typeface="標楷體" panose="03000509000000000000" pitchFamily="65" charset="-120"/>
              </a:rPr>
              <a:t>forms.DiaryForm</a:t>
            </a:r>
            <a:r>
              <a:rPr lang="en-US" altLang="zh-TW" sz="1800" kern="100" dirty="0">
                <a:solidFill>
                  <a:srgbClr val="C00000"/>
                </a:solidFill>
                <a:effectLst/>
                <a:latin typeface="Courier New" panose="02070309020205020404" pitchFamily="49" charset="0"/>
                <a:ea typeface="標楷體" panose="03000509000000000000" pitchFamily="65" charset="-120"/>
              </a:rPr>
              <a:t>(</a:t>
            </a:r>
            <a:r>
              <a:rPr lang="en-US" altLang="zh-TW" sz="1800" kern="100" dirty="0" err="1">
                <a:solidFill>
                  <a:srgbClr val="C00000"/>
                </a:solidFill>
                <a:effectLst/>
                <a:latin typeface="Courier New" panose="02070309020205020404" pitchFamily="49" charset="0"/>
                <a:ea typeface="標楷體" panose="03000509000000000000" pitchFamily="65" charset="-120"/>
              </a:rPr>
              <a:t>request.POST</a:t>
            </a:r>
            <a:r>
              <a:rPr lang="en-US" altLang="zh-TW" sz="1800" kern="100" dirty="0">
                <a:solidFill>
                  <a:srgbClr val="C00000"/>
                </a:solidFill>
                <a:effectLst/>
                <a:latin typeface="Courier New" panose="02070309020205020404" pitchFamily="49" charset="0"/>
                <a:ea typeface="標楷體" panose="03000509000000000000" pitchFamily="65" charset="-120"/>
              </a:rPr>
              <a:t>, instance=diary)</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lvl="1"/>
            <a:endParaRPr lang="en-US" altLang="zh-TW" dirty="0"/>
          </a:p>
        </p:txBody>
      </p:sp>
    </p:spTree>
    <p:extLst>
      <p:ext uri="{BB962C8B-B14F-4D97-AF65-F5344CB8AC3E}">
        <p14:creationId xmlns:p14="http://schemas.microsoft.com/office/powerpoint/2010/main" val="29844997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68</a:t>
            </a:fld>
            <a:endParaRPr lang="zh-TW" altLang="en-US"/>
          </a:p>
        </p:txBody>
      </p:sp>
      <p:sp>
        <p:nvSpPr>
          <p:cNvPr id="4" name="內容版面配置區 3"/>
          <p:cNvSpPr>
            <a:spLocks noGrp="1"/>
          </p:cNvSpPr>
          <p:nvPr>
            <p:ph sz="quarter" idx="1"/>
          </p:nvPr>
        </p:nvSpPr>
        <p:spPr/>
        <p:txBody>
          <a:bodyPr>
            <a:normAutofit/>
          </a:bodyPr>
          <a:lstStyle/>
          <a:p>
            <a:pPr marL="0" indent="0">
              <a:buNone/>
            </a:pPr>
            <a:r>
              <a:rPr lang="en-US" altLang="zh-TW" sz="1800" kern="100" dirty="0">
                <a:effectLst/>
                <a:latin typeface="Courier New" panose="02070309020205020404" pitchFamily="49" charset="0"/>
                <a:ea typeface="標楷體" panose="03000509000000000000" pitchFamily="65" charset="-120"/>
              </a:rPr>
              <a:t>if </a:t>
            </a:r>
            <a:r>
              <a:rPr lang="en-US" altLang="zh-TW" sz="1800" kern="100" dirty="0" err="1">
                <a:effectLst/>
                <a:latin typeface="Courier New" panose="02070309020205020404" pitchFamily="49" charset="0"/>
                <a:ea typeface="標楷體" panose="03000509000000000000" pitchFamily="65" charset="-120"/>
              </a:rPr>
              <a:t>post_form.is_valid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messages.add_message</a:t>
            </a:r>
            <a:r>
              <a:rPr lang="en-US" altLang="zh-TW" sz="1800" kern="100" dirty="0">
                <a:effectLst/>
                <a:latin typeface="Courier New" panose="02070309020205020404" pitchFamily="49" charset="0"/>
                <a:ea typeface="標楷體" panose="03000509000000000000" pitchFamily="65" charset="-120"/>
              </a:rPr>
              <a:t>(request, messages.INFO, "</a:t>
            </a:r>
            <a:r>
              <a:rPr lang="zh-TW" altLang="zh-TW" sz="1800" kern="100" dirty="0">
                <a:effectLst/>
                <a:latin typeface="Courier New" panose="02070309020205020404" pitchFamily="49" charset="0"/>
                <a:ea typeface="標楷體" panose="03000509000000000000" pitchFamily="65" charset="-120"/>
              </a:rPr>
              <a:t>日記已儲存</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C00000"/>
                </a:solidFill>
                <a:effectLst/>
                <a:latin typeface="Courier New" panose="02070309020205020404" pitchFamily="49" charset="0"/>
                <a:ea typeface="標楷體" panose="03000509000000000000" pitchFamily="65" charset="-120"/>
              </a:rPr>
              <a:t>post_form.save</a:t>
            </a:r>
            <a:r>
              <a:rPr lang="en-US" altLang="zh-TW" sz="1800" kern="100" dirty="0">
                <a:solidFill>
                  <a:srgbClr val="C00000"/>
                </a:solidFill>
                <a:effectLst/>
                <a:latin typeface="Courier New" panose="02070309020205020404" pitchFamily="49" charset="0"/>
                <a:ea typeface="標楷體" panose="03000509000000000000" pitchFamily="65" charset="-120"/>
              </a:rPr>
              <a:t>()  </a:t>
            </a:r>
            <a:endParaRPr lang="zh-TW" altLang="zh-TW" sz="1800" kern="100" dirty="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a:t>
            </a:r>
            <a:r>
              <a:rPr lang="en-US" altLang="zh-TW" sz="1800" b="1" kern="100" dirty="0" err="1">
                <a:solidFill>
                  <a:srgbClr val="FF0000"/>
                </a:solidFill>
                <a:effectLst/>
                <a:latin typeface="Courier New" panose="02070309020205020404" pitchFamily="49" charset="0"/>
                <a:ea typeface="標楷體" panose="03000509000000000000" pitchFamily="65" charset="-120"/>
              </a:rPr>
              <a:t>HttpResponseRedirect</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messages.add_message</a:t>
            </a:r>
            <a:r>
              <a:rPr lang="en-US" altLang="zh-TW" sz="1800" kern="100" dirty="0">
                <a:effectLst/>
                <a:latin typeface="Courier New" panose="02070309020205020404" pitchFamily="49" charset="0"/>
                <a:ea typeface="標楷體" panose="03000509000000000000" pitchFamily="65" charset="-120"/>
              </a:rPr>
              <a:t>(request, messages.INFO, '</a:t>
            </a:r>
            <a:r>
              <a:rPr lang="zh-TW" altLang="zh-TW" sz="1800" kern="100" dirty="0">
                <a:effectLst/>
                <a:latin typeface="Courier New" panose="02070309020205020404" pitchFamily="49" charset="0"/>
                <a:ea typeface="標楷體" panose="03000509000000000000" pitchFamily="65" charset="-120"/>
              </a:rPr>
              <a:t>要張貼日記，每一個欄位都要填</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post_form</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forms.DiaryForm</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messages.add_message</a:t>
            </a:r>
            <a:r>
              <a:rPr lang="en-US" altLang="zh-TW" sz="1800" kern="100" dirty="0">
                <a:effectLst/>
                <a:latin typeface="Courier New" panose="02070309020205020404" pitchFamily="49" charset="0"/>
                <a:ea typeface="標楷體" panose="03000509000000000000" pitchFamily="65" charset="-120"/>
              </a:rPr>
              <a:t>(request, messages.INFO, '</a:t>
            </a:r>
            <a:r>
              <a:rPr lang="zh-TW" altLang="zh-TW" sz="1800" kern="100" dirty="0">
                <a:effectLst/>
                <a:latin typeface="Courier New" panose="02070309020205020404" pitchFamily="49" charset="0"/>
                <a:ea typeface="標楷體" panose="03000509000000000000" pitchFamily="65" charset="-120"/>
              </a:rPr>
              <a:t>要張貼日記，每一個欄位都要填</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render(request, 'posting.html', locals())</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endParaRPr lang="zh-TW" altLang="en-US" dirty="0"/>
          </a:p>
        </p:txBody>
      </p:sp>
    </p:spTree>
    <p:extLst>
      <p:ext uri="{BB962C8B-B14F-4D97-AF65-F5344CB8AC3E}">
        <p14:creationId xmlns:p14="http://schemas.microsoft.com/office/powerpoint/2010/main" val="17148485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69</a:t>
            </a:fld>
            <a:endParaRPr lang="zh-TW" altLang="en-US"/>
          </a:p>
        </p:txBody>
      </p:sp>
      <p:sp>
        <p:nvSpPr>
          <p:cNvPr id="4" name="內容版面配置區 3"/>
          <p:cNvSpPr>
            <a:spLocks noGrp="1"/>
          </p:cNvSpPr>
          <p:nvPr>
            <p:ph sz="quarter" idx="1"/>
          </p:nvPr>
        </p:nvSpPr>
        <p:spPr/>
        <p:txBody>
          <a:bodyPr>
            <a:normAutofit/>
          </a:bodyPr>
          <a:lstStyle/>
          <a:p>
            <a:r>
              <a:rPr lang="zh-TW" altLang="zh-TW" dirty="0"/>
              <a:t>在</a:t>
            </a:r>
            <a:r>
              <a:rPr lang="en-US" altLang="zh-TW" dirty="0"/>
              <a:t>index.html</a:t>
            </a:r>
            <a:r>
              <a:rPr lang="zh-TW" altLang="zh-TW" dirty="0"/>
              <a:t>中就要能夠使用者登入之後把使用者自己的日記顯示在畫面上，因此</a:t>
            </a:r>
            <a:r>
              <a:rPr lang="en-US" altLang="zh-TW" dirty="0"/>
              <a:t>index.html</a:t>
            </a:r>
            <a:r>
              <a:rPr lang="zh-TW" altLang="zh-TW" dirty="0"/>
              <a:t>的內容就必須改寫如下：</a:t>
            </a:r>
          </a:p>
          <a:p>
            <a:pPr marL="0" indent="0">
              <a:buNone/>
            </a:pPr>
            <a:r>
              <a:rPr lang="en-US" altLang="zh-TW" sz="1800" kern="100" dirty="0">
                <a:effectLst/>
                <a:latin typeface="Courier New" panose="02070309020205020404" pitchFamily="49" charset="0"/>
                <a:ea typeface="標楷體" panose="03000509000000000000" pitchFamily="65" charset="-120"/>
              </a:rPr>
              <a:t>&lt;!-- index.html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a:t>
            </a:r>
            <a:r>
              <a:rPr lang="zh-TW" altLang="zh-TW" sz="1800" kern="100" dirty="0">
                <a:effectLst/>
                <a:latin typeface="Courier New" panose="02070309020205020404" pitchFamily="49" charset="0"/>
                <a:ea typeface="標楷體" panose="03000509000000000000" pitchFamily="65" charset="-120"/>
              </a:rPr>
              <a:t>分享日記</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content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for message in messages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class='alert alert-{{</a:t>
            </a:r>
            <a:r>
              <a:rPr lang="en-US" altLang="zh-TW" sz="1800" kern="100" dirty="0" err="1">
                <a:effectLst/>
                <a:latin typeface="Courier New" panose="02070309020205020404" pitchFamily="49" charset="0"/>
                <a:ea typeface="標楷體" panose="03000509000000000000" pitchFamily="65" charset="-120"/>
              </a:rPr>
              <a:t>message.tags</a:t>
            </a:r>
            <a:r>
              <a:rPr lang="en-US" altLang="zh-TW" sz="1800" kern="100" dirty="0">
                <a:effectLst/>
                <a:latin typeface="Courier New" panose="02070309020205020404" pitchFamily="49" charset="0"/>
                <a:ea typeface="標楷體" panose="03000509000000000000" pitchFamily="65" charset="-120"/>
              </a:rPr>
              <a:t>}}'&gt;{{ message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endfor</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27700153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70</a:t>
            </a:fld>
            <a:endParaRPr lang="zh-TW" altLang="en-US"/>
          </a:p>
        </p:txBody>
      </p:sp>
      <p:sp>
        <p:nvSpPr>
          <p:cNvPr id="4" name="內容版面配置區 3"/>
          <p:cNvSpPr>
            <a:spLocks noGrp="1"/>
          </p:cNvSpPr>
          <p:nvPr>
            <p:ph sz="quarter" idx="1"/>
          </p:nvPr>
        </p:nvSpPr>
        <p:spPr>
          <a:xfrm>
            <a:off x="301752" y="1527048"/>
            <a:ext cx="8662736" cy="5070304"/>
          </a:xfrm>
        </p:spPr>
        <p:txBody>
          <a:bodyPr>
            <a:normAutofit/>
          </a:bodyPr>
          <a:lstStyle/>
          <a:p>
            <a:pPr marL="0" indent="0">
              <a:buNone/>
            </a:pPr>
            <a:r>
              <a:rPr lang="en-US" altLang="zh-TW" sz="1800" kern="100">
                <a:effectLst/>
                <a:latin typeface="Courier New" panose="02070309020205020404" pitchFamily="49" charset="0"/>
                <a:ea typeface="標楷體" panose="03000509000000000000" pitchFamily="65" charset="-120"/>
              </a:rPr>
              <a:t> &lt;div class='row'&gt;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class='col-md-12'&gt;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 class="alert alert-primary"&gt;{{ username | default:"</a:t>
            </a:r>
            <a:r>
              <a:rPr lang="zh-TW" altLang="zh-TW" sz="1800" kern="100">
                <a:effectLst/>
                <a:latin typeface="Courier New" panose="02070309020205020404" pitchFamily="49" charset="0"/>
                <a:ea typeface="標楷體" panose="03000509000000000000" pitchFamily="65" charset="-120"/>
              </a:rPr>
              <a:t>我</a:t>
            </a:r>
            <a:r>
              <a:rPr lang="en-US" altLang="zh-TW" sz="1800" kern="100">
                <a:effectLst/>
                <a:latin typeface="Courier New" panose="02070309020205020404" pitchFamily="49" charset="0"/>
                <a:ea typeface="標楷體" panose="03000509000000000000" pitchFamily="65" charset="-120"/>
              </a:rPr>
              <a:t>"}}</a:t>
            </a:r>
            <a:r>
              <a:rPr lang="zh-TW" altLang="zh-TW" sz="1800" kern="100">
                <a:effectLst/>
                <a:latin typeface="Courier New" panose="02070309020205020404" pitchFamily="49" charset="0"/>
                <a:ea typeface="標楷體" panose="03000509000000000000" pitchFamily="65" charset="-120"/>
              </a:rPr>
              <a:t>的私人日記</a:t>
            </a:r>
            <a:r>
              <a:rPr lang="en-US" altLang="zh-TW" sz="1800" kern="100">
                <a:effectLst/>
                <a:latin typeface="Courier New" panose="02070309020205020404" pitchFamily="49" charset="0"/>
                <a:ea typeface="標楷體" panose="03000509000000000000" pitchFamily="65" charset="-120"/>
              </a:rPr>
              <a: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a:t>
            </a:r>
            <a:r>
              <a:rPr lang="en-US" altLang="zh-TW" sz="1800" kern="100">
                <a:solidFill>
                  <a:srgbClr val="C00000"/>
                </a:solidFill>
                <a:effectLst/>
                <a:latin typeface="Courier New" panose="02070309020205020404" pitchFamily="49" charset="0"/>
                <a:ea typeface="標楷體" panose="03000509000000000000" pitchFamily="65" charset="-120"/>
              </a:rPr>
              <a:t>for diary in diaries </a:t>
            </a:r>
            <a:r>
              <a:rPr lang="en-US" altLang="zh-TW" sz="1800" kern="100">
                <a:effectLst/>
                <a:latin typeface="Courier New" panose="02070309020205020404" pitchFamily="49" charset="0"/>
                <a:ea typeface="標楷體" panose="03000509000000000000" pitchFamily="65" charset="-120"/>
              </a:rPr>
              <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cycle "&lt;div class='row'&gt;" "" ""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class='col-md-4'&gt;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class='card'&gt;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class='card-header' align=center&gt;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a:t>
            </a:r>
            <a:r>
              <a:rPr lang="en-US" altLang="zh-TW" sz="1800" kern="100">
                <a:solidFill>
                  <a:srgbClr val="C00000"/>
                </a:solidFill>
                <a:effectLst/>
                <a:latin typeface="Courier New" panose="02070309020205020404" pitchFamily="49" charset="0"/>
                <a:ea typeface="標楷體" panose="03000509000000000000" pitchFamily="65" charset="-120"/>
              </a:rPr>
              <a:t>diary.ddate </a:t>
            </a:r>
            <a:r>
              <a:rPr lang="en-US" altLang="zh-TW" sz="1800" kern="100">
                <a:effectLst/>
                <a:latin typeface="Courier New" panose="02070309020205020404" pitchFamily="49" charset="0"/>
                <a:ea typeface="標楷體" panose="03000509000000000000" pitchFamily="65" charset="-120"/>
              </a:rPr>
              <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en-US" dirty="0"/>
          </a:p>
        </p:txBody>
      </p:sp>
    </p:spTree>
    <p:extLst>
      <p:ext uri="{BB962C8B-B14F-4D97-AF65-F5344CB8AC3E}">
        <p14:creationId xmlns:p14="http://schemas.microsoft.com/office/powerpoint/2010/main" val="38367638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71</a:t>
            </a:fld>
            <a:endParaRPr lang="zh-TW" altLang="en-US"/>
          </a:p>
        </p:txBody>
      </p:sp>
      <p:sp>
        <p:nvSpPr>
          <p:cNvPr id="4" name="內容版面配置區 3"/>
          <p:cNvSpPr>
            <a:spLocks noGrp="1"/>
          </p:cNvSpPr>
          <p:nvPr>
            <p:ph sz="quarter" idx="1"/>
          </p:nvPr>
        </p:nvSpPr>
        <p:spPr/>
        <p:txBody>
          <a:bodyPr>
            <a:normAutofit fontScale="92500" lnSpcReduction="20000"/>
          </a:bodyPr>
          <a:lstStyle/>
          <a:p>
            <a:pPr marL="0" indent="0">
              <a:buNone/>
            </a:pPr>
            <a:r>
              <a:rPr lang="en-US" altLang="zh-TW" sz="1800" kern="100">
                <a:effectLst/>
                <a:latin typeface="Courier New" panose="02070309020205020404" pitchFamily="49" charset="0"/>
                <a:ea typeface="標楷體" panose="03000509000000000000" pitchFamily="65" charset="-120"/>
              </a:rPr>
              <a:t> &lt;div class='card-body'&gt;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a:t>
            </a:r>
            <a:r>
              <a:rPr lang="en-US" altLang="zh-TW" sz="1800" kern="100">
                <a:solidFill>
                  <a:srgbClr val="C00000"/>
                </a:solidFill>
                <a:effectLst/>
                <a:latin typeface="Courier New" panose="02070309020205020404" pitchFamily="49" charset="0"/>
                <a:ea typeface="標楷體" panose="03000509000000000000" pitchFamily="65" charset="-120"/>
              </a:rPr>
              <a:t>diary.note </a:t>
            </a:r>
            <a:r>
              <a:rPr lang="en-US" altLang="zh-TW" sz="1800" kern="100">
                <a:effectLst/>
                <a:latin typeface="Courier New" panose="02070309020205020404" pitchFamily="49" charset="0"/>
                <a:ea typeface="標楷體" panose="03000509000000000000" pitchFamily="65" charset="-120"/>
              </a:rPr>
              <a:t>| linebreaks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 class='card-footer'&gt;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zh-TW" altLang="zh-TW" sz="1800" kern="100">
                <a:effectLst/>
                <a:latin typeface="Courier New" panose="02070309020205020404" pitchFamily="49" charset="0"/>
                <a:ea typeface="標楷體" panose="03000509000000000000" pitchFamily="65" charset="-120"/>
              </a:rPr>
              <a:t>今日花費：</a:t>
            </a: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diary.budget </a:t>
            </a:r>
            <a:r>
              <a:rPr lang="en-US" altLang="zh-TW" sz="1800" kern="100">
                <a:effectLst/>
                <a:latin typeface="Courier New" panose="02070309020205020404" pitchFamily="49" charset="0"/>
                <a:ea typeface="標楷體" panose="03000509000000000000" pitchFamily="65" charset="-120"/>
              </a:rPr>
              <a:t>}}</a:t>
            </a:r>
            <a:r>
              <a:rPr lang="zh-TW" altLang="zh-TW" sz="1800" kern="100">
                <a:effectLst/>
                <a:latin typeface="Courier New" panose="02070309020205020404" pitchFamily="49" charset="0"/>
                <a:ea typeface="標楷體" panose="03000509000000000000" pitchFamily="65" charset="-120"/>
              </a:rPr>
              <a:t>元，體重：</a:t>
            </a:r>
            <a:r>
              <a:rPr lang="en-US" altLang="zh-TW" sz="1800" kern="100">
                <a:effectLst/>
                <a:latin typeface="Courier New" panose="02070309020205020404" pitchFamily="49" charset="0"/>
                <a:ea typeface="標楷體" panose="03000509000000000000" pitchFamily="65" charset="-120"/>
              </a:rPr>
              <a:t>{{ diary.weight }}</a:t>
            </a:r>
            <a:r>
              <a:rPr lang="zh-TW" altLang="zh-TW" sz="1800" kern="100">
                <a:effectLst/>
                <a:latin typeface="Courier New" panose="02070309020205020404" pitchFamily="49" charset="0"/>
                <a:ea typeface="標楷體" panose="03000509000000000000" pitchFamily="65" charset="-120"/>
              </a:rPr>
              <a:t>公斤</a:t>
            </a: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cycle "" "" "&lt;/div&gt;"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empty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&lt;h3&gt;&lt;em&gt;</a:t>
            </a:r>
            <a:r>
              <a:rPr lang="zh-TW" altLang="zh-TW" sz="1800" kern="100">
                <a:effectLst/>
                <a:latin typeface="Courier New" panose="02070309020205020404" pitchFamily="49" charset="0"/>
                <a:ea typeface="標楷體" panose="03000509000000000000" pitchFamily="65" charset="-120"/>
              </a:rPr>
              <a:t>目前沒有日記內容可供顯示，請登入網站或輸入日記內容</a:t>
            </a:r>
            <a:r>
              <a:rPr lang="en-US" altLang="zh-TW" sz="1800" kern="100">
                <a:effectLst/>
                <a:latin typeface="Courier New" panose="02070309020205020404" pitchFamily="49" charset="0"/>
                <a:ea typeface="標楷體" panose="03000509000000000000" pitchFamily="65" charset="-120"/>
              </a:rPr>
              <a:t>&lt;/em&gt;&lt;/h3&gt;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 endfor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&lt;/div&gt;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endblock %}</a:t>
            </a:r>
            <a:endParaRPr lang="zh-TW" altLang="en-US" dirty="0"/>
          </a:p>
        </p:txBody>
      </p:sp>
    </p:spTree>
    <p:extLst>
      <p:ext uri="{BB962C8B-B14F-4D97-AF65-F5344CB8AC3E}">
        <p14:creationId xmlns:p14="http://schemas.microsoft.com/office/powerpoint/2010/main" val="19478574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72</a:t>
            </a:fld>
            <a:endParaRPr lang="zh-TW" altLang="en-US"/>
          </a:p>
        </p:txBody>
      </p:sp>
      <p:sp>
        <p:nvSpPr>
          <p:cNvPr id="4" name="內容版面配置區 3"/>
          <p:cNvSpPr>
            <a:spLocks noGrp="1"/>
          </p:cNvSpPr>
          <p:nvPr>
            <p:ph sz="quarter" idx="1"/>
          </p:nvPr>
        </p:nvSpPr>
        <p:spPr>
          <a:xfrm>
            <a:off x="301752" y="1527048"/>
            <a:ext cx="8734744" cy="5070304"/>
          </a:xfrm>
        </p:spPr>
        <p:txBody>
          <a:bodyPr>
            <a:normAutofit lnSpcReduction="10000"/>
          </a:bodyPr>
          <a:lstStyle/>
          <a:p>
            <a:r>
              <a:rPr lang="zh-TW" altLang="zh-TW" dirty="0"/>
              <a:t>上面的程式碼主要處理</a:t>
            </a:r>
            <a:r>
              <a:rPr lang="en-US" altLang="zh-TW" dirty="0"/>
              <a:t>diaries</a:t>
            </a:r>
            <a:r>
              <a:rPr lang="zh-TW" altLang="zh-TW" dirty="0"/>
              <a:t>這個變數的輸出，提供這個變數內容的則是在</a:t>
            </a:r>
            <a:r>
              <a:rPr lang="en-US" altLang="zh-TW" dirty="0" err="1"/>
              <a:t>views.index</a:t>
            </a:r>
            <a:r>
              <a:rPr lang="zh-TW" altLang="zh-TW" dirty="0"/>
              <a:t>，如下所示：</a:t>
            </a:r>
          </a:p>
          <a:p>
            <a:pPr marL="0" indent="0">
              <a:buNone/>
            </a:pPr>
            <a:r>
              <a:rPr lang="en-US" altLang="zh-TW" sz="1800" kern="100">
                <a:effectLst/>
                <a:latin typeface="Courier New" panose="02070309020205020404" pitchFamily="49" charset="0"/>
                <a:ea typeface="標楷體" panose="03000509000000000000" pitchFamily="65" charset="-120"/>
              </a:rPr>
              <a:t>def index(request):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if request.user.is_authenticated:</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username = request.user.username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useremail = request.user.email</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try:</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a:t>
            </a:r>
            <a:r>
              <a:rPr lang="en-US" altLang="zh-TW" sz="1800" kern="100">
                <a:solidFill>
                  <a:srgbClr val="C00000"/>
                </a:solidFill>
                <a:effectLst/>
                <a:latin typeface="Courier New" panose="02070309020205020404" pitchFamily="49" charset="0"/>
                <a:ea typeface="標楷體" panose="03000509000000000000" pitchFamily="65" charset="-120"/>
              </a:rPr>
              <a:t>user = User.objects.get(username=username)</a:t>
            </a:r>
            <a:endParaRPr lang="zh-TW" altLang="zh-TW" sz="1800" kern="10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a:solidFill>
                  <a:srgbClr val="C00000"/>
                </a:solidFill>
                <a:effectLst/>
                <a:latin typeface="Courier New" panose="02070309020205020404" pitchFamily="49" charset="0"/>
                <a:ea typeface="標楷體" panose="03000509000000000000" pitchFamily="65" charset="-120"/>
              </a:rPr>
              <a:t>            diaries = models.Diary.objects.filter(user=user).order_by('-ddate')</a:t>
            </a:r>
            <a:endParaRPr lang="zh-TW" altLang="zh-TW" sz="1800" kern="100">
              <a:solidFill>
                <a:srgbClr val="C00000"/>
              </a:solidFill>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except Exception as 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print(e)</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pass</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messages.get_messages(request)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return render(request, 'index.html', locals())</a:t>
            </a:r>
            <a:endParaRPr lang="zh-TW" altLang="zh-TW" sz="1800" kern="10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28600868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73</a:t>
            </a:fld>
            <a:endParaRPr lang="zh-TW" altLang="en-US"/>
          </a:p>
        </p:txBody>
      </p:sp>
      <p:sp>
        <p:nvSpPr>
          <p:cNvPr id="4" name="內容版面配置區 3"/>
          <p:cNvSpPr>
            <a:spLocks noGrp="1"/>
          </p:cNvSpPr>
          <p:nvPr>
            <p:ph sz="quarter" idx="1"/>
          </p:nvPr>
        </p:nvSpPr>
        <p:spPr/>
        <p:txBody>
          <a:bodyPr/>
          <a:lstStyle/>
          <a:p>
            <a:r>
              <a:rPr lang="zh-TW" altLang="zh-TW" dirty="0"/>
              <a:t>未登入帳號的首頁畫面</a:t>
            </a:r>
            <a:endParaRPr lang="zh-TW" altLang="en-US" dirty="0"/>
          </a:p>
        </p:txBody>
      </p:sp>
      <p:pic>
        <p:nvPicPr>
          <p:cNvPr id="6" name="圖片 5">
            <a:extLst>
              <a:ext uri="{FF2B5EF4-FFF2-40B4-BE49-F238E27FC236}">
                <a16:creationId xmlns:a16="http://schemas.microsoft.com/office/drawing/2014/main" id="{B0012EFF-08EA-6EBF-E88D-25F78D95CA96}"/>
              </a:ext>
            </a:extLst>
          </p:cNvPr>
          <p:cNvPicPr>
            <a:picLocks noChangeAspect="1"/>
          </p:cNvPicPr>
          <p:nvPr/>
        </p:nvPicPr>
        <p:blipFill>
          <a:blip r:embed="rId2"/>
          <a:stretch>
            <a:fillRect/>
          </a:stretch>
        </p:blipFill>
        <p:spPr>
          <a:xfrm>
            <a:off x="611560" y="2636912"/>
            <a:ext cx="8053887" cy="2952328"/>
          </a:xfrm>
          <a:prstGeom prst="rect">
            <a:avLst/>
          </a:prstGeom>
        </p:spPr>
      </p:pic>
    </p:spTree>
    <p:extLst>
      <p:ext uri="{BB962C8B-B14F-4D97-AF65-F5344CB8AC3E}">
        <p14:creationId xmlns:p14="http://schemas.microsoft.com/office/powerpoint/2010/main" val="4260629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應用</a:t>
            </a:r>
            <a:r>
              <a:rPr lang="en-US" altLang="zh-TW" dirty="0" err="1"/>
              <a:t>auth</a:t>
            </a:r>
            <a:r>
              <a:rPr lang="zh-TW" altLang="zh-TW" dirty="0"/>
              <a:t>使用者驗證存取資料庫</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74</a:t>
            </a:fld>
            <a:endParaRPr lang="zh-TW" altLang="en-US"/>
          </a:p>
        </p:txBody>
      </p:sp>
      <p:sp>
        <p:nvSpPr>
          <p:cNvPr id="4" name="內容版面配置區 3"/>
          <p:cNvSpPr>
            <a:spLocks noGrp="1"/>
          </p:cNvSpPr>
          <p:nvPr>
            <p:ph sz="quarter" idx="1"/>
          </p:nvPr>
        </p:nvSpPr>
        <p:spPr/>
        <p:txBody>
          <a:bodyPr/>
          <a:lstStyle/>
          <a:p>
            <a:r>
              <a:rPr lang="zh-TW" altLang="zh-TW" dirty="0"/>
              <a:t>已登入帳號之後的首頁畫面</a:t>
            </a:r>
            <a:endParaRPr lang="zh-TW" altLang="en-US" dirty="0"/>
          </a:p>
        </p:txBody>
      </p:sp>
      <p:pic>
        <p:nvPicPr>
          <p:cNvPr id="6" name="圖片 5">
            <a:extLst>
              <a:ext uri="{FF2B5EF4-FFF2-40B4-BE49-F238E27FC236}">
                <a16:creationId xmlns:a16="http://schemas.microsoft.com/office/drawing/2014/main" id="{53AAD022-9F8B-2558-8A81-863FB6A8610F}"/>
              </a:ext>
            </a:extLst>
          </p:cNvPr>
          <p:cNvPicPr>
            <a:picLocks noChangeAspect="1"/>
          </p:cNvPicPr>
          <p:nvPr/>
        </p:nvPicPr>
        <p:blipFill>
          <a:blip r:embed="rId2"/>
          <a:stretch>
            <a:fillRect/>
          </a:stretch>
        </p:blipFill>
        <p:spPr>
          <a:xfrm>
            <a:off x="809868" y="2167561"/>
            <a:ext cx="7560840" cy="3931487"/>
          </a:xfrm>
          <a:prstGeom prst="rect">
            <a:avLst/>
          </a:prstGeom>
        </p:spPr>
      </p:pic>
    </p:spTree>
    <p:extLst>
      <p:ext uri="{BB962C8B-B14F-4D97-AF65-F5344CB8AC3E}">
        <p14:creationId xmlns:p14="http://schemas.microsoft.com/office/powerpoint/2010/main" val="10611940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使用</a:t>
            </a:r>
            <a:r>
              <a:rPr lang="en-US" altLang="zh-TW"/>
              <a:t>Django</a:t>
            </a:r>
            <a:r>
              <a:rPr lang="zh-TW" altLang="en-US"/>
              <a:t>提供的登入介面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75</a:t>
            </a:fld>
            <a:endParaRPr lang="zh-TW" altLang="en-US"/>
          </a:p>
        </p:txBody>
      </p:sp>
      <p:sp>
        <p:nvSpPr>
          <p:cNvPr id="4" name="內容版面配置區 3"/>
          <p:cNvSpPr>
            <a:spLocks noGrp="1"/>
          </p:cNvSpPr>
          <p:nvPr>
            <p:ph sz="quarter" idx="1"/>
          </p:nvPr>
        </p:nvSpPr>
        <p:spPr/>
        <p:txBody>
          <a:bodyPr>
            <a:normAutofit/>
          </a:bodyPr>
          <a:lstStyle/>
          <a:p>
            <a:r>
              <a:rPr lang="en-US" altLang="zh-TW" dirty="0"/>
              <a:t>Django</a:t>
            </a:r>
            <a:r>
              <a:rPr lang="zh-TW" altLang="en-US" dirty="0"/>
              <a:t>的系統登入介面網址是</a:t>
            </a:r>
            <a:r>
              <a:rPr lang="en-US" altLang="zh-TW" dirty="0"/>
              <a:t>/admin/login/</a:t>
            </a:r>
            <a:r>
              <a:rPr lang="zh-TW" altLang="en-US" dirty="0"/>
              <a:t>，把這個網址放在我們的選單（</a:t>
            </a:r>
            <a:r>
              <a:rPr lang="en-US" altLang="zh-TW" dirty="0"/>
              <a:t>header.html</a:t>
            </a:r>
            <a:r>
              <a:rPr lang="zh-TW" altLang="en-US" dirty="0"/>
              <a:t>）中：</a:t>
            </a:r>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 &lt;li class="nav-item"&gt;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&lt;a class="nav-link" </a:t>
            </a:r>
            <a:r>
              <a:rPr lang="en-US" altLang="zh-TW" sz="1800" kern="100" dirty="0" err="1">
                <a:effectLst/>
                <a:latin typeface="Courier New" panose="02070309020205020404" pitchFamily="49" charset="0"/>
                <a:ea typeface="標楷體" panose="03000509000000000000" pitchFamily="65" charset="-120"/>
              </a:rPr>
              <a:t>href</a:t>
            </a:r>
            <a:r>
              <a:rPr lang="en-US" altLang="zh-TW" sz="1800" kern="100" dirty="0">
                <a:effectLst/>
                <a:latin typeface="Courier New" panose="02070309020205020404" pitchFamily="49" charset="0"/>
                <a:ea typeface="標楷體" panose="03000509000000000000" pitchFamily="65" charset="-120"/>
              </a:rPr>
              <a:t>="/admin/login</a:t>
            </a:r>
            <a:r>
              <a:rPr lang="en-US" altLang="zh-TW" sz="1800" kern="100" dirty="0">
                <a:solidFill>
                  <a:srgbClr val="FF0000"/>
                </a:solidFill>
                <a:effectLst/>
                <a:latin typeface="Courier New" panose="02070309020205020404" pitchFamily="49" charset="0"/>
                <a:ea typeface="標楷體" panose="03000509000000000000" pitchFamily="65" charset="-120"/>
              </a:rPr>
              <a:t>/?next=/</a:t>
            </a:r>
            <a:r>
              <a:rPr lang="en-US" altLang="zh-TW" sz="1800" kern="100" dirty="0">
                <a:effectLst/>
                <a:latin typeface="Courier New" panose="02070309020205020404" pitchFamily="49" charset="0"/>
                <a:ea typeface="標楷體" panose="03000509000000000000" pitchFamily="65" charset="-120"/>
              </a:rPr>
              <a:t>"&gt;Django</a:t>
            </a:r>
            <a:r>
              <a:rPr lang="zh-TW" altLang="zh-TW" sz="1800" kern="100" dirty="0">
                <a:effectLst/>
                <a:latin typeface="Courier New" panose="02070309020205020404" pitchFamily="49" charset="0"/>
                <a:ea typeface="標楷體" panose="03000509000000000000" pitchFamily="65" charset="-120"/>
              </a:rPr>
              <a:t>登入</a:t>
            </a:r>
            <a:r>
              <a:rPr lang="en-US" altLang="zh-TW" sz="1800" kern="100" dirty="0">
                <a:effectLst/>
                <a:latin typeface="Courier New" panose="02070309020205020404" pitchFamily="49" charset="0"/>
                <a:ea typeface="標楷體" panose="03000509000000000000" pitchFamily="65" charset="-120"/>
              </a:rPr>
              <a:t>&lt;/a&gt;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&lt;/li&gt;</a:t>
            </a:r>
            <a:endParaRPr lang="zh-TW" altLang="zh-TW" sz="1800" kern="100" dirty="0">
              <a:effectLst/>
              <a:latin typeface="Courier New" panose="02070309020205020404" pitchFamily="49" charset="0"/>
              <a:ea typeface="標楷體" panose="03000509000000000000" pitchFamily="65" charset="-120"/>
            </a:endParaRPr>
          </a:p>
          <a:p>
            <a:r>
              <a:rPr lang="zh-TW" altLang="en-US" dirty="0"/>
              <a:t>在</a:t>
            </a:r>
            <a:r>
              <a:rPr lang="en-US" altLang="zh-TW" dirty="0">
                <a:solidFill>
                  <a:srgbClr val="FF0000"/>
                </a:solidFill>
              </a:rPr>
              <a:t>urls.py</a:t>
            </a:r>
            <a:r>
              <a:rPr lang="zh-TW" altLang="en-US" dirty="0"/>
              <a:t>中加入以下三行：</a:t>
            </a:r>
            <a:endParaRPr lang="en-US" altLang="zh-TW" dirty="0"/>
          </a:p>
          <a:p>
            <a:r>
              <a:rPr lang="zh-TW" altLang="en-US" dirty="0">
                <a:solidFill>
                  <a:srgbClr val="FF0000"/>
                </a:solidFill>
              </a:rPr>
              <a:t>要在</a:t>
            </a:r>
            <a:r>
              <a:rPr lang="en-US" altLang="zh-TW" dirty="0" err="1">
                <a:solidFill>
                  <a:srgbClr val="FF0000"/>
                </a:solidFill>
              </a:rPr>
              <a:t>urlpatterns</a:t>
            </a:r>
            <a:r>
              <a:rPr lang="en-US" altLang="zh-TW" dirty="0">
                <a:solidFill>
                  <a:srgbClr val="FF0000"/>
                </a:solidFill>
              </a:rPr>
              <a:t> = []</a:t>
            </a:r>
            <a:r>
              <a:rPr lang="zh-TW" altLang="en-US" dirty="0">
                <a:solidFill>
                  <a:srgbClr val="FF0000"/>
                </a:solidFill>
              </a:rPr>
              <a:t>的前面</a:t>
            </a:r>
            <a:endParaRPr lang="en-US" altLang="zh-TW" dirty="0">
              <a:solidFill>
                <a:srgbClr val="FF0000"/>
              </a:solidFill>
            </a:endParaRPr>
          </a:p>
          <a:p>
            <a:pPr marL="0" indent="0">
              <a:buNone/>
            </a:pPr>
            <a:r>
              <a:rPr lang="en-US" altLang="zh-TW" sz="1800" kern="100" dirty="0" err="1">
                <a:effectLst/>
                <a:latin typeface="Courier New" panose="02070309020205020404" pitchFamily="49" charset="0"/>
                <a:ea typeface="標楷體" panose="03000509000000000000" pitchFamily="65" charset="-120"/>
              </a:rPr>
              <a:t>admin.site.site_header</a:t>
            </a:r>
            <a:r>
              <a:rPr lang="en-US" altLang="zh-TW" sz="1800" kern="100" dirty="0">
                <a:effectLst/>
                <a:latin typeface="Courier New" panose="02070309020205020404" pitchFamily="49" charset="0"/>
                <a:ea typeface="標楷體" panose="03000509000000000000" pitchFamily="65" charset="-120"/>
              </a:rPr>
              <a:t> = "</a:t>
            </a:r>
            <a:r>
              <a:rPr lang="zh-TW" altLang="zh-TW" sz="1800" kern="100" dirty="0">
                <a:effectLst/>
                <a:latin typeface="Courier New" panose="02070309020205020404" pitchFamily="49" charset="0"/>
                <a:ea typeface="標楷體" panose="03000509000000000000" pitchFamily="65" charset="-120"/>
              </a:rPr>
              <a:t>我的私人日記</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err="1">
                <a:effectLst/>
                <a:latin typeface="Courier New" panose="02070309020205020404" pitchFamily="49" charset="0"/>
                <a:ea typeface="標楷體" panose="03000509000000000000" pitchFamily="65" charset="-120"/>
              </a:rPr>
              <a:t>admin.site.site_title</a:t>
            </a:r>
            <a:r>
              <a:rPr lang="en-US" altLang="zh-TW" sz="1800" kern="100" dirty="0">
                <a:effectLst/>
                <a:latin typeface="Courier New" panose="02070309020205020404" pitchFamily="49" charset="0"/>
                <a:ea typeface="標楷體" panose="03000509000000000000" pitchFamily="65" charset="-120"/>
              </a:rPr>
              <a:t> = "</a:t>
            </a:r>
            <a:r>
              <a:rPr lang="zh-TW" altLang="zh-TW" sz="1800" kern="100" dirty="0">
                <a:effectLst/>
                <a:latin typeface="Courier New" panose="02070309020205020404" pitchFamily="49" charset="0"/>
                <a:ea typeface="標楷體" panose="03000509000000000000" pitchFamily="65" charset="-120"/>
              </a:rPr>
              <a:t>我的私人日記</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err="1">
                <a:effectLst/>
                <a:latin typeface="Courier New" panose="02070309020205020404" pitchFamily="49" charset="0"/>
                <a:ea typeface="標楷體" panose="03000509000000000000" pitchFamily="65" charset="-120"/>
              </a:rPr>
              <a:t>admin.site.index_title</a:t>
            </a:r>
            <a:r>
              <a:rPr lang="en-US" altLang="zh-TW" sz="1800" kern="100" dirty="0">
                <a:effectLst/>
                <a:latin typeface="Courier New" panose="02070309020205020404" pitchFamily="49" charset="0"/>
                <a:ea typeface="標楷體" panose="03000509000000000000" pitchFamily="65" charset="-120"/>
              </a:rPr>
              <a:t> = "</a:t>
            </a:r>
            <a:r>
              <a:rPr lang="zh-TW" altLang="zh-TW" sz="1800" kern="100" dirty="0">
                <a:effectLst/>
                <a:latin typeface="Courier New" panose="02070309020205020404" pitchFamily="49" charset="0"/>
                <a:ea typeface="標楷體" panose="03000509000000000000" pitchFamily="65" charset="-120"/>
              </a:rPr>
              <a:t>我的私人日記後台</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7621789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使用</a:t>
            </a:r>
            <a:r>
              <a:rPr lang="en-US" altLang="zh-TW"/>
              <a:t>Django</a:t>
            </a:r>
            <a:r>
              <a:rPr lang="zh-TW" altLang="en-US"/>
              <a:t>提供的登入介面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76</a:t>
            </a:fld>
            <a:endParaRPr lang="zh-TW" altLang="en-US"/>
          </a:p>
        </p:txBody>
      </p:sp>
      <p:sp>
        <p:nvSpPr>
          <p:cNvPr id="4" name="內容版面配置區 3"/>
          <p:cNvSpPr>
            <a:spLocks noGrp="1"/>
          </p:cNvSpPr>
          <p:nvPr>
            <p:ph sz="quarter" idx="1"/>
          </p:nvPr>
        </p:nvSpPr>
        <p:spPr/>
        <p:txBody>
          <a:bodyPr/>
          <a:lstStyle/>
          <a:p>
            <a:r>
              <a:rPr lang="zh-TW" altLang="en-US" dirty="0"/>
              <a:t>在</a:t>
            </a:r>
            <a:r>
              <a:rPr lang="en-US" altLang="zh-TW" dirty="0"/>
              <a:t>settings.py</a:t>
            </a:r>
            <a:r>
              <a:rPr lang="zh-TW" altLang="en-US" dirty="0"/>
              <a:t>中加入以下這行，用來變更預設的登入網址：</a:t>
            </a:r>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 LOGIN_URL = "/admin/login/"</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pic>
        <p:nvPicPr>
          <p:cNvPr id="5" name="圖片 4" descr="一張含有 文字 的圖片&#10;&#10;自動產生的描述">
            <a:extLst>
              <a:ext uri="{FF2B5EF4-FFF2-40B4-BE49-F238E27FC236}">
                <a16:creationId xmlns:a16="http://schemas.microsoft.com/office/drawing/2014/main" id="{1FF14913-E32F-D288-5560-E1CB6D3D1116}"/>
              </a:ext>
            </a:extLst>
          </p:cNvPr>
          <p:cNvPicPr>
            <a:picLocks noChangeAspect="1"/>
          </p:cNvPicPr>
          <p:nvPr/>
        </p:nvPicPr>
        <p:blipFill>
          <a:blip r:embed="rId2"/>
          <a:stretch>
            <a:fillRect/>
          </a:stretch>
        </p:blipFill>
        <p:spPr>
          <a:xfrm>
            <a:off x="683568" y="3051488"/>
            <a:ext cx="7606580" cy="3089439"/>
          </a:xfrm>
          <a:prstGeom prst="rect">
            <a:avLst/>
          </a:prstGeom>
        </p:spPr>
      </p:pic>
    </p:spTree>
    <p:extLst>
      <p:ext uri="{BB962C8B-B14F-4D97-AF65-F5344CB8AC3E}">
        <p14:creationId xmlns:p14="http://schemas.microsoft.com/office/powerpoint/2010/main" val="2577405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使用</a:t>
            </a:r>
            <a:r>
              <a:rPr lang="en-US" altLang="zh-TW"/>
              <a:t>Django</a:t>
            </a:r>
            <a:r>
              <a:rPr lang="zh-TW" altLang="en-US"/>
              <a:t>提供的登入介面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77</a:t>
            </a:fld>
            <a:endParaRPr lang="zh-TW" altLang="en-US"/>
          </a:p>
        </p:txBody>
      </p:sp>
      <p:sp>
        <p:nvSpPr>
          <p:cNvPr id="4" name="內容版面配置區 3"/>
          <p:cNvSpPr>
            <a:spLocks noGrp="1"/>
          </p:cNvSpPr>
          <p:nvPr>
            <p:ph sz="quarter" idx="1"/>
          </p:nvPr>
        </p:nvSpPr>
        <p:spPr/>
        <p:txBody>
          <a:bodyPr/>
          <a:lstStyle/>
          <a:p>
            <a:r>
              <a:rPr lang="zh-TW" altLang="en-US"/>
              <a:t>後台的登入畫面，標題改了：</a:t>
            </a:r>
            <a:endParaRPr lang="zh-TW" altLang="zh-TW" sz="1800" kern="100">
              <a:effectLst/>
              <a:latin typeface="Courier New" panose="02070309020205020404" pitchFamily="49" charset="0"/>
              <a:ea typeface="標楷體" panose="03000509000000000000" pitchFamily="65" charset="-120"/>
            </a:endParaRPr>
          </a:p>
          <a:p>
            <a:pPr marL="0" indent="0">
              <a:buNone/>
            </a:pPr>
            <a:endParaRPr lang="zh-TW" altLang="en-US" dirty="0"/>
          </a:p>
        </p:txBody>
      </p:sp>
      <p:pic>
        <p:nvPicPr>
          <p:cNvPr id="6" name="圖片 5">
            <a:extLst>
              <a:ext uri="{FF2B5EF4-FFF2-40B4-BE49-F238E27FC236}">
                <a16:creationId xmlns:a16="http://schemas.microsoft.com/office/drawing/2014/main" id="{3F6B748F-FDA8-296A-BCD7-EFE66BDC9CC8}"/>
              </a:ext>
            </a:extLst>
          </p:cNvPr>
          <p:cNvPicPr>
            <a:picLocks noChangeAspect="1"/>
          </p:cNvPicPr>
          <p:nvPr/>
        </p:nvPicPr>
        <p:blipFill>
          <a:blip r:embed="rId2"/>
          <a:stretch>
            <a:fillRect/>
          </a:stretch>
        </p:blipFill>
        <p:spPr>
          <a:xfrm>
            <a:off x="542466" y="2492896"/>
            <a:ext cx="8059068" cy="3490701"/>
          </a:xfrm>
          <a:prstGeom prst="rect">
            <a:avLst/>
          </a:prstGeom>
        </p:spPr>
      </p:pic>
    </p:spTree>
    <p:extLst>
      <p:ext uri="{BB962C8B-B14F-4D97-AF65-F5344CB8AC3E}">
        <p14:creationId xmlns:p14="http://schemas.microsoft.com/office/powerpoint/2010/main" val="24048803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繪製圖表：建立匯入</a:t>
            </a:r>
            <a:r>
              <a:rPr lang="en-US" altLang="zh-TW" dirty="0"/>
              <a:t>CSV</a:t>
            </a:r>
            <a:r>
              <a:rPr lang="zh-TW" altLang="en-US" dirty="0"/>
              <a:t>資料用的</a:t>
            </a:r>
            <a:r>
              <a:rPr lang="en-US" altLang="zh-TW" dirty="0"/>
              <a:t>Model</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78</a:t>
            </a:fld>
            <a:endParaRPr lang="zh-TW" altLang="en-US"/>
          </a:p>
        </p:txBody>
      </p:sp>
      <p:sp>
        <p:nvSpPr>
          <p:cNvPr id="4" name="內容版面配置區 3"/>
          <p:cNvSpPr>
            <a:spLocks noGrp="1"/>
          </p:cNvSpPr>
          <p:nvPr>
            <p:ph sz="quarter" idx="1"/>
          </p:nvPr>
        </p:nvSpPr>
        <p:spPr/>
        <p:txBody>
          <a:bodyPr/>
          <a:lstStyle/>
          <a:p>
            <a:pPr marL="0" indent="0">
              <a:buNone/>
            </a:pPr>
            <a:r>
              <a:rPr lang="en-US" altLang="zh-TW" sz="1800" kern="100" dirty="0">
                <a:effectLst/>
                <a:latin typeface="Courier New" panose="02070309020205020404" pitchFamily="49" charset="0"/>
                <a:ea typeface="標楷體" panose="03000509000000000000" pitchFamily="65" charset="-120"/>
              </a:rPr>
              <a:t>class Vote(</a:t>
            </a:r>
            <a:r>
              <a:rPr lang="en-US" altLang="zh-TW" sz="1800" kern="100" dirty="0" err="1">
                <a:effectLst/>
                <a:latin typeface="Courier New" panose="02070309020205020404" pitchFamily="49" charset="0"/>
                <a:ea typeface="標楷體" panose="03000509000000000000" pitchFamily="65" charset="-120"/>
              </a:rPr>
              <a:t>models.Model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name = </a:t>
            </a:r>
            <a:r>
              <a:rPr lang="en-US" altLang="zh-TW" sz="1800" kern="100" dirty="0" err="1">
                <a:effectLst/>
                <a:latin typeface="Courier New" panose="02070309020205020404" pitchFamily="49" charset="0"/>
                <a:ea typeface="標楷體" panose="03000509000000000000" pitchFamily="65" charset="-120"/>
              </a:rPr>
              <a:t>models.CharField</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max_length</a:t>
            </a:r>
            <a:r>
              <a:rPr lang="en-US" altLang="zh-TW" sz="1800" kern="100" dirty="0">
                <a:effectLst/>
                <a:latin typeface="Courier New" panose="02070309020205020404" pitchFamily="49" charset="0"/>
                <a:ea typeface="標楷體" panose="03000509000000000000" pitchFamily="65" charset="-120"/>
              </a:rPr>
              <a:t>=20)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no = </a:t>
            </a:r>
            <a:r>
              <a:rPr lang="en-US" altLang="zh-TW" sz="1800" kern="100" dirty="0" err="1">
                <a:effectLst/>
                <a:latin typeface="Courier New" panose="02070309020205020404" pitchFamily="49" charset="0"/>
                <a:ea typeface="標楷體" panose="03000509000000000000" pitchFamily="65" charset="-120"/>
              </a:rPr>
              <a:t>models.IntegerField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sex = </a:t>
            </a:r>
            <a:r>
              <a:rPr lang="en-US" altLang="zh-TW" sz="1800" kern="100" dirty="0" err="1">
                <a:effectLst/>
                <a:latin typeface="Courier New" panose="02070309020205020404" pitchFamily="49" charset="0"/>
                <a:ea typeface="標楷體" panose="03000509000000000000" pitchFamily="65" charset="-120"/>
              </a:rPr>
              <a:t>models.BooleanField</a:t>
            </a:r>
            <a:r>
              <a:rPr lang="en-US" altLang="zh-TW" sz="1800" kern="100" dirty="0">
                <a:effectLst/>
                <a:latin typeface="Courier New" panose="02070309020205020404" pitchFamily="49" charset="0"/>
                <a:ea typeface="標楷體" panose="03000509000000000000" pitchFamily="65" charset="-120"/>
              </a:rPr>
              <a:t>(default=False)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byear</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models.IntegerField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party = </a:t>
            </a:r>
            <a:r>
              <a:rPr lang="en-US" altLang="zh-TW" sz="1800" kern="100" dirty="0" err="1">
                <a:effectLst/>
                <a:latin typeface="Courier New" panose="02070309020205020404" pitchFamily="49" charset="0"/>
                <a:ea typeface="標楷體" panose="03000509000000000000" pitchFamily="65" charset="-120"/>
              </a:rPr>
              <a:t>models.CharField</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max_length</a:t>
            </a:r>
            <a:r>
              <a:rPr lang="en-US" altLang="zh-TW" sz="1800" kern="100" dirty="0">
                <a:effectLst/>
                <a:latin typeface="Courier New" panose="02070309020205020404" pitchFamily="49" charset="0"/>
                <a:ea typeface="標楷體" panose="03000509000000000000" pitchFamily="65" charset="-120"/>
              </a:rPr>
              <a:t>=20)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votes = </a:t>
            </a:r>
            <a:r>
              <a:rPr lang="en-US" altLang="zh-TW" sz="1800" kern="100" dirty="0" err="1">
                <a:effectLst/>
                <a:latin typeface="Courier New" panose="02070309020205020404" pitchFamily="49" charset="0"/>
                <a:ea typeface="標楷體" panose="03000509000000000000" pitchFamily="65" charset="-120"/>
              </a:rPr>
              <a:t>models.IntegerField</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def __str__(self):</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self.name</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en-US" altLang="zh-TW" sz="1800" kern="100" dirty="0">
              <a:effectLst/>
              <a:latin typeface="Courier New" panose="02070309020205020404" pitchFamily="49" charset="0"/>
              <a:ea typeface="標楷體" panose="03000509000000000000" pitchFamily="65" charset="-120"/>
            </a:endParaRPr>
          </a:p>
          <a:p>
            <a:pPr marL="0" indent="0">
              <a:buNone/>
            </a:pPr>
            <a:r>
              <a:rPr lang="zh-TW" altLang="en-US" sz="2400" b="1" kern="100" dirty="0">
                <a:solidFill>
                  <a:srgbClr val="FF0000"/>
                </a:solidFill>
                <a:effectLst/>
                <a:latin typeface="Courier New" panose="02070309020205020404" pitchFamily="49" charset="0"/>
                <a:ea typeface="標楷體" panose="03000509000000000000" pitchFamily="65" charset="-120"/>
              </a:rPr>
              <a:t>記得</a:t>
            </a:r>
            <a:r>
              <a:rPr lang="en-US" altLang="zh-TW" sz="2400" b="1" kern="100" dirty="0" err="1">
                <a:solidFill>
                  <a:srgbClr val="FF0000"/>
                </a:solidFill>
                <a:effectLst/>
                <a:latin typeface="Courier New" panose="02070309020205020404" pitchFamily="49" charset="0"/>
                <a:ea typeface="標楷體" panose="03000509000000000000" pitchFamily="65" charset="-120"/>
              </a:rPr>
              <a:t>makemigrations</a:t>
            </a:r>
            <a:r>
              <a:rPr lang="en-US" altLang="zh-TW" sz="2400" b="1" kern="100" dirty="0">
                <a:solidFill>
                  <a:srgbClr val="FF0000"/>
                </a:solidFill>
                <a:effectLst/>
                <a:latin typeface="Courier New" panose="02070309020205020404" pitchFamily="49" charset="0"/>
                <a:ea typeface="標楷體" panose="03000509000000000000" pitchFamily="65" charset="-120"/>
              </a:rPr>
              <a:t>/migrate</a:t>
            </a:r>
          </a:p>
          <a:p>
            <a:pPr marL="0" indent="0">
              <a:buNone/>
            </a:pPr>
            <a:r>
              <a:rPr lang="en-US" altLang="zh-TW" sz="1800" kern="100" dirty="0">
                <a:latin typeface="Courier New" panose="02070309020205020404" pitchFamily="49" charset="0"/>
                <a:ea typeface="標楷體" panose="03000509000000000000" pitchFamily="65" charset="-120"/>
              </a:rPr>
              <a:t>ADMIN</a:t>
            </a:r>
            <a:r>
              <a:rPr lang="zh-TW" altLang="en-US" sz="1800" kern="100" dirty="0">
                <a:latin typeface="Courier New" panose="02070309020205020404" pitchFamily="49" charset="0"/>
                <a:ea typeface="標楷體" panose="03000509000000000000" pitchFamily="65" charset="-120"/>
              </a:rPr>
              <a:t>後台註冊</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
        <p:nvSpPr>
          <p:cNvPr id="6" name="文字方塊 5">
            <a:extLst>
              <a:ext uri="{FF2B5EF4-FFF2-40B4-BE49-F238E27FC236}">
                <a16:creationId xmlns:a16="http://schemas.microsoft.com/office/drawing/2014/main" id="{33F2EA43-33AA-941D-CD07-A6202F401F43}"/>
              </a:ext>
            </a:extLst>
          </p:cNvPr>
          <p:cNvSpPr txBox="1"/>
          <p:nvPr/>
        </p:nvSpPr>
        <p:spPr>
          <a:xfrm>
            <a:off x="2771800" y="5558234"/>
            <a:ext cx="4572000" cy="1200329"/>
          </a:xfrm>
          <a:prstGeom prst="rect">
            <a:avLst/>
          </a:prstGeom>
          <a:noFill/>
        </p:spPr>
        <p:txBody>
          <a:bodyPr wrap="square">
            <a:spAutoFit/>
          </a:bodyPr>
          <a:lstStyle/>
          <a:p>
            <a:r>
              <a:rPr lang="en-US" altLang="zh-TW" dirty="0"/>
              <a:t>from </a:t>
            </a:r>
            <a:r>
              <a:rPr lang="en-US" altLang="zh-TW" dirty="0" err="1"/>
              <a:t>mysite.models</a:t>
            </a:r>
            <a:r>
              <a:rPr lang="en-US" altLang="zh-TW" dirty="0"/>
              <a:t> import Vote</a:t>
            </a:r>
          </a:p>
          <a:p>
            <a:endParaRPr lang="en-US" altLang="zh-TW" dirty="0"/>
          </a:p>
          <a:p>
            <a:r>
              <a:rPr lang="en-US" altLang="zh-TW" dirty="0"/>
              <a:t># Register your models here.</a:t>
            </a:r>
          </a:p>
          <a:p>
            <a:r>
              <a:rPr lang="en-US" altLang="zh-TW" dirty="0" err="1"/>
              <a:t>admin.site.register</a:t>
            </a:r>
            <a:r>
              <a:rPr lang="en-US" altLang="zh-TW" dirty="0"/>
              <a:t>(Vote)</a:t>
            </a:r>
            <a:endParaRPr lang="zh-TW" altLang="en-US" dirty="0"/>
          </a:p>
        </p:txBody>
      </p:sp>
    </p:spTree>
    <p:extLst>
      <p:ext uri="{BB962C8B-B14F-4D97-AF65-F5344CB8AC3E}">
        <p14:creationId xmlns:p14="http://schemas.microsoft.com/office/powerpoint/2010/main" val="29064266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t>直接匯入資料檔</a:t>
            </a:r>
            <a:br>
              <a:rPr lang="en-US" altLang="zh-TW" dirty="0"/>
            </a:br>
            <a:r>
              <a:rPr lang="zh-TW" altLang="en-US" dirty="0"/>
              <a:t>建立匯入</a:t>
            </a:r>
            <a:r>
              <a:rPr lang="en-US" altLang="zh-TW" dirty="0"/>
              <a:t>CSV</a:t>
            </a:r>
            <a:r>
              <a:rPr lang="zh-TW" altLang="en-US" dirty="0"/>
              <a:t>資料的程式</a:t>
            </a:r>
            <a:r>
              <a:rPr lang="en-US" altLang="zh-TW" dirty="0">
                <a:solidFill>
                  <a:srgbClr val="FF0000"/>
                </a:solidFill>
              </a:rPr>
              <a:t>importdata.py(</a:t>
            </a:r>
            <a:r>
              <a:rPr lang="zh-TW" altLang="en-US" dirty="0">
                <a:solidFill>
                  <a:srgbClr val="FF0000"/>
                </a:solidFill>
              </a:rPr>
              <a:t>略</a:t>
            </a:r>
            <a:r>
              <a:rPr lang="en-US" altLang="zh-TW" dirty="0">
                <a:solidFill>
                  <a:srgbClr val="FF0000"/>
                </a:solidFill>
              </a:rPr>
              <a:t>)</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79</a:t>
            </a:fld>
            <a:endParaRPr lang="zh-TW" altLang="en-US"/>
          </a:p>
        </p:txBody>
      </p:sp>
      <p:sp>
        <p:nvSpPr>
          <p:cNvPr id="4" name="內容版面配置區 3"/>
          <p:cNvSpPr>
            <a:spLocks noGrp="1"/>
          </p:cNvSpPr>
          <p:nvPr>
            <p:ph sz="quarter" idx="1"/>
          </p:nvPr>
        </p:nvSpPr>
        <p:spPr/>
        <p:txBody>
          <a:bodyPr>
            <a:normAutofit fontScale="77500" lnSpcReduction="20000"/>
          </a:bodyPr>
          <a:lstStyle/>
          <a:p>
            <a:pPr marL="0" indent="0">
              <a:buNone/>
            </a:pPr>
            <a:r>
              <a:rPr lang="en-US" altLang="zh-TW" sz="1800" kern="100" dirty="0">
                <a:effectLst/>
                <a:latin typeface="Courier New" panose="02070309020205020404" pitchFamily="49" charset="0"/>
                <a:ea typeface="標楷體" panose="03000509000000000000" pitchFamily="65" charset="-120"/>
              </a:rPr>
              <a:t>import </a:t>
            </a:r>
            <a:r>
              <a:rPr lang="en-US" altLang="zh-TW" sz="1800" kern="100" dirty="0" err="1">
                <a:effectLst/>
                <a:latin typeface="Courier New" panose="02070309020205020404" pitchFamily="49" charset="0"/>
                <a:ea typeface="標楷體" panose="03000509000000000000" pitchFamily="65" charset="-120"/>
              </a:rPr>
              <a:t>os</a:t>
            </a:r>
            <a:r>
              <a:rPr lang="en-US" altLang="zh-TW" sz="1800" kern="100" dirty="0">
                <a:effectLst/>
                <a:latin typeface="Courier New" panose="02070309020205020404" pitchFamily="49" charset="0"/>
                <a:ea typeface="標楷體" panose="03000509000000000000" pitchFamily="65" charset="-120"/>
              </a:rPr>
              <a:t>, csv, </a:t>
            </a:r>
            <a:r>
              <a:rPr lang="en-US" altLang="zh-TW" sz="1800" kern="100" dirty="0" err="1">
                <a:effectLst/>
                <a:latin typeface="Courier New" panose="02070309020205020404" pitchFamily="49" charset="0"/>
                <a:ea typeface="標楷體" panose="03000509000000000000" pitchFamily="65" charset="-120"/>
              </a:rPr>
              <a:t>django</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err="1">
                <a:effectLst/>
                <a:latin typeface="Courier New" panose="02070309020205020404" pitchFamily="49" charset="0"/>
                <a:ea typeface="標楷體" panose="03000509000000000000" pitchFamily="65" charset="-120"/>
              </a:rPr>
              <a:t>os.environ.setdefault</a:t>
            </a:r>
            <a:r>
              <a:rPr lang="en-US" altLang="zh-TW" sz="1800" kern="100" dirty="0">
                <a:effectLst/>
                <a:latin typeface="Courier New" panose="02070309020205020404" pitchFamily="49" charset="0"/>
                <a:ea typeface="標楷體" panose="03000509000000000000" pitchFamily="65" charset="-120"/>
              </a:rPr>
              <a:t>('DJANGO_SETTINGS_MODULE', '</a:t>
            </a:r>
            <a:r>
              <a:rPr lang="en-US" altLang="zh-TW" sz="1800" kern="100" dirty="0">
                <a:solidFill>
                  <a:srgbClr val="FF0000"/>
                </a:solidFill>
                <a:effectLst/>
                <a:latin typeface="Courier New" panose="02070309020205020404" pitchFamily="49" charset="0"/>
                <a:ea typeface="標楷體" panose="03000509000000000000" pitchFamily="65" charset="-120"/>
              </a:rPr>
              <a:t>dj4ch09</a:t>
            </a:r>
            <a:r>
              <a:rPr lang="en-US" altLang="zh-TW" sz="1800" kern="100" dirty="0">
                <a:effectLst/>
                <a:latin typeface="Courier New" panose="02070309020205020404" pitchFamily="49" charset="0"/>
                <a:ea typeface="標楷體" panose="03000509000000000000" pitchFamily="65" charset="-120"/>
              </a:rPr>
              <a:t>.settings')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err="1">
                <a:effectLst/>
                <a:latin typeface="Courier New" panose="02070309020205020404" pitchFamily="49" charset="0"/>
                <a:ea typeface="標楷體" panose="03000509000000000000" pitchFamily="65" charset="-120"/>
              </a:rPr>
              <a:t>django.setup</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from </a:t>
            </a:r>
            <a:r>
              <a:rPr lang="en-US" altLang="zh-TW" sz="1800" kern="100" dirty="0" err="1">
                <a:effectLst/>
                <a:latin typeface="Courier New" panose="02070309020205020404" pitchFamily="49" charset="0"/>
                <a:ea typeface="標楷體" panose="03000509000000000000" pitchFamily="65" charset="-120"/>
              </a:rPr>
              <a:t>mysite.models</a:t>
            </a:r>
            <a:r>
              <a:rPr lang="en-US" altLang="zh-TW" sz="1800" kern="100" dirty="0">
                <a:effectLst/>
                <a:latin typeface="Courier New" panose="02070309020205020404" pitchFamily="49" charset="0"/>
                <a:ea typeface="標楷體" panose="03000509000000000000" pitchFamily="65" charset="-120"/>
              </a:rPr>
              <a:t> import Vote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with open("votes.csv", "r", encoding="utf-8-sig") as </a:t>
            </a:r>
            <a:r>
              <a:rPr lang="en-US" altLang="zh-TW" sz="1800" kern="100" dirty="0" err="1">
                <a:effectLst/>
                <a:latin typeface="Courier New" panose="02070309020205020404" pitchFamily="49" charset="0"/>
                <a:ea typeface="標楷體" panose="03000509000000000000" pitchFamily="65" charset="-120"/>
              </a:rPr>
              <a:t>fp</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csvdata</a:t>
            </a: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csv.DictReader</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fp</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data = [item for item in </a:t>
            </a:r>
            <a:r>
              <a:rPr lang="en-US" altLang="zh-TW" sz="1800" kern="100" dirty="0" err="1">
                <a:effectLst/>
                <a:latin typeface="Courier New" panose="02070309020205020404" pitchFamily="49" charset="0"/>
                <a:ea typeface="標楷體" panose="03000509000000000000" pitchFamily="65" charset="-120"/>
              </a:rPr>
              <a:t>csvdata</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for item in data:</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if </a:t>
            </a:r>
            <a:r>
              <a:rPr lang="en-US" altLang="zh-TW" sz="1800" kern="100" dirty="0" err="1">
                <a:effectLst/>
                <a:latin typeface="Courier New" panose="02070309020205020404" pitchFamily="49" charset="0"/>
                <a:ea typeface="標楷體" panose="03000509000000000000" pitchFamily="65" charset="-120"/>
              </a:rPr>
              <a:t>len</a:t>
            </a: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Vote.objects.filter</a:t>
            </a:r>
            <a:r>
              <a:rPr lang="en-US" altLang="zh-TW" sz="1800" kern="100" dirty="0">
                <a:effectLst/>
                <a:latin typeface="Courier New" panose="02070309020205020404" pitchFamily="49" charset="0"/>
                <a:ea typeface="標楷體" panose="03000509000000000000" pitchFamily="65" charset="-120"/>
              </a:rPr>
              <a:t>(name=item['name'].strip()))==0: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rec = Vote(name=item['name'],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no=int(item['no']),</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sex=(True if item['sex']=="</a:t>
            </a:r>
            <a:r>
              <a:rPr lang="zh-TW" altLang="zh-TW" sz="1800" kern="100" dirty="0">
                <a:solidFill>
                  <a:srgbClr val="FF0000"/>
                </a:solidFill>
                <a:effectLst/>
                <a:latin typeface="Courier New" panose="02070309020205020404" pitchFamily="49" charset="0"/>
                <a:ea typeface="標楷體" panose="03000509000000000000" pitchFamily="65" charset="-120"/>
              </a:rPr>
              <a:t>男</a:t>
            </a:r>
            <a:r>
              <a:rPr lang="en-US" altLang="zh-TW" sz="1800" kern="100" dirty="0">
                <a:solidFill>
                  <a:srgbClr val="FF0000"/>
                </a:solidFill>
                <a:effectLst/>
                <a:latin typeface="Courier New" panose="02070309020205020404" pitchFamily="49" charset="0"/>
                <a:ea typeface="標楷體" panose="03000509000000000000" pitchFamily="65" charset="-120"/>
              </a:rPr>
              <a:t>" else False),</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byear</a:t>
            </a:r>
            <a:r>
              <a:rPr lang="en-US" altLang="zh-TW" sz="1800" kern="100" dirty="0">
                <a:effectLst/>
                <a:latin typeface="Courier New" panose="02070309020205020404" pitchFamily="49" charset="0"/>
                <a:ea typeface="標楷體" panose="03000509000000000000" pitchFamily="65" charset="-120"/>
              </a:rPr>
              <a:t>=int(item['</a:t>
            </a:r>
            <a:r>
              <a:rPr lang="en-US" altLang="zh-TW" sz="1800" kern="100" dirty="0" err="1">
                <a:effectLst/>
                <a:latin typeface="Courier New" panose="02070309020205020404" pitchFamily="49" charset="0"/>
                <a:ea typeface="標楷體" panose="03000509000000000000" pitchFamily="65" charset="-120"/>
              </a:rPr>
              <a:t>byear</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party=item['party'],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votes=int(item['votes'])</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rec.save</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print("Done!")</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
        <p:nvSpPr>
          <p:cNvPr id="6" name="文字方塊 5">
            <a:extLst>
              <a:ext uri="{FF2B5EF4-FFF2-40B4-BE49-F238E27FC236}">
                <a16:creationId xmlns:a16="http://schemas.microsoft.com/office/drawing/2014/main" id="{E28878A9-7048-6646-CB97-E1F986936CD1}"/>
              </a:ext>
            </a:extLst>
          </p:cNvPr>
          <p:cNvSpPr txBox="1"/>
          <p:nvPr/>
        </p:nvSpPr>
        <p:spPr>
          <a:xfrm>
            <a:off x="2987824" y="6158618"/>
            <a:ext cx="4572000" cy="369332"/>
          </a:xfrm>
          <a:prstGeom prst="rect">
            <a:avLst/>
          </a:prstGeom>
          <a:noFill/>
        </p:spPr>
        <p:txBody>
          <a:bodyPr wrap="square">
            <a:spAutoFit/>
          </a:bodyPr>
          <a:lstStyle/>
          <a:p>
            <a:r>
              <a:rPr lang="en-US" altLang="zh-TW" dirty="0"/>
              <a:t>python importdata.py</a:t>
            </a:r>
            <a:endParaRPr lang="zh-TW" altLang="en-US" dirty="0"/>
          </a:p>
        </p:txBody>
      </p:sp>
    </p:spTree>
    <p:extLst>
      <p:ext uri="{BB962C8B-B14F-4D97-AF65-F5344CB8AC3E}">
        <p14:creationId xmlns:p14="http://schemas.microsoft.com/office/powerpoint/2010/main" val="9284909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F926D7-933C-8220-490D-89030ECE72F1}"/>
              </a:ext>
            </a:extLst>
          </p:cNvPr>
          <p:cNvSpPr>
            <a:spLocks noGrp="1"/>
          </p:cNvSpPr>
          <p:nvPr>
            <p:ph type="title"/>
          </p:nvPr>
        </p:nvSpPr>
        <p:spPr/>
        <p:txBody>
          <a:bodyPr/>
          <a:lstStyle/>
          <a:p>
            <a:r>
              <a:rPr lang="zh-TW" altLang="en-US" dirty="0"/>
              <a:t>相關檔案串聯設定</a:t>
            </a:r>
          </a:p>
        </p:txBody>
      </p:sp>
      <p:sp>
        <p:nvSpPr>
          <p:cNvPr id="3" name="投影片編號版面配置區 2">
            <a:extLst>
              <a:ext uri="{FF2B5EF4-FFF2-40B4-BE49-F238E27FC236}">
                <a16:creationId xmlns:a16="http://schemas.microsoft.com/office/drawing/2014/main" id="{F52C5CD5-7D68-633D-1DBE-10E9EDF1C27D}"/>
              </a:ext>
            </a:extLst>
          </p:cNvPr>
          <p:cNvSpPr>
            <a:spLocks noGrp="1"/>
          </p:cNvSpPr>
          <p:nvPr>
            <p:ph type="sldNum" sz="quarter" idx="12"/>
          </p:nvPr>
        </p:nvSpPr>
        <p:spPr/>
        <p:txBody>
          <a:bodyPr/>
          <a:lstStyle/>
          <a:p>
            <a:fld id="{369E457D-EE12-4164-8E32-9DDD40A95892}" type="slidenum">
              <a:rPr lang="zh-TW" altLang="en-US" smtClean="0"/>
              <a:pPr/>
              <a:t>80</a:t>
            </a:fld>
            <a:endParaRPr lang="zh-TW" altLang="en-US"/>
          </a:p>
        </p:txBody>
      </p:sp>
      <p:sp>
        <p:nvSpPr>
          <p:cNvPr id="4" name="內容版面配置區 3">
            <a:extLst>
              <a:ext uri="{FF2B5EF4-FFF2-40B4-BE49-F238E27FC236}">
                <a16:creationId xmlns:a16="http://schemas.microsoft.com/office/drawing/2014/main" id="{1956D293-609E-B711-D94A-BC28E9351972}"/>
              </a:ext>
            </a:extLst>
          </p:cNvPr>
          <p:cNvSpPr>
            <a:spLocks noGrp="1"/>
          </p:cNvSpPr>
          <p:nvPr>
            <p:ph sz="quarter" idx="1"/>
          </p:nvPr>
        </p:nvSpPr>
        <p:spPr>
          <a:xfrm>
            <a:off x="301752" y="1196752"/>
            <a:ext cx="8503920" cy="5544616"/>
          </a:xfrm>
        </p:spPr>
        <p:txBody>
          <a:bodyPr>
            <a:normAutofit/>
          </a:bodyPr>
          <a:lstStyle/>
          <a:p>
            <a:r>
              <a:rPr lang="en-US" altLang="zh-TW" dirty="0"/>
              <a:t>urls.py</a:t>
            </a:r>
          </a:p>
          <a:p>
            <a:r>
              <a:rPr lang="en-US" altLang="zh-TW" sz="2000" dirty="0"/>
              <a:t>from </a:t>
            </a:r>
            <a:r>
              <a:rPr lang="en-US" altLang="zh-TW" sz="2000" dirty="0" err="1"/>
              <a:t>mysite.views</a:t>
            </a:r>
            <a:r>
              <a:rPr lang="en-US" altLang="zh-TW" sz="2000" dirty="0"/>
              <a:t> import votes</a:t>
            </a:r>
          </a:p>
          <a:p>
            <a:pPr marL="274320" lvl="1" indent="0">
              <a:buNone/>
            </a:pPr>
            <a:r>
              <a:rPr lang="en-US" altLang="zh-TW" sz="1800" kern="100" dirty="0">
                <a:effectLst/>
                <a:latin typeface="Courier New" panose="02070309020205020404" pitchFamily="49" charset="0"/>
                <a:ea typeface="標楷體" panose="03000509000000000000" pitchFamily="65" charset="-120"/>
              </a:rPr>
              <a:t>path(</a:t>
            </a:r>
            <a:r>
              <a:rPr lang="en-US" altLang="zh-TW" sz="1800" kern="100" dirty="0">
                <a:solidFill>
                  <a:srgbClr val="FF0000"/>
                </a:solidFill>
                <a:effectLst/>
                <a:latin typeface="Courier New" panose="02070309020205020404" pitchFamily="49" charset="0"/>
                <a:ea typeface="標楷體" panose="03000509000000000000" pitchFamily="65" charset="-120"/>
              </a:rPr>
              <a:t>'votes/</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views.votes</a:t>
            </a:r>
            <a:r>
              <a:rPr lang="en-US" altLang="zh-TW" sz="1800" kern="100" dirty="0">
                <a:effectLst/>
                <a:latin typeface="Courier New" panose="02070309020205020404" pitchFamily="49" charset="0"/>
                <a:ea typeface="標楷體" panose="03000509000000000000" pitchFamily="65" charset="-120"/>
              </a:rPr>
              <a:t>),</a:t>
            </a:r>
            <a:endParaRPr lang="en-US" altLang="zh-TW" dirty="0"/>
          </a:p>
          <a:p>
            <a:r>
              <a:rPr lang="en-US" altLang="zh-TW" dirty="0"/>
              <a:t>header.html</a:t>
            </a:r>
          </a:p>
          <a:p>
            <a:pPr marL="274320" lvl="1" indent="0">
              <a:buNone/>
            </a:pPr>
            <a:r>
              <a:rPr lang="en-US" altLang="zh-TW" sz="1600" kern="100" dirty="0">
                <a:effectLst/>
                <a:latin typeface="Courier New" panose="02070309020205020404" pitchFamily="49" charset="0"/>
                <a:ea typeface="標楷體" panose="03000509000000000000" pitchFamily="65" charset="-120"/>
              </a:rPr>
              <a:t>&lt;li class="nav-item"&gt;</a:t>
            </a:r>
            <a:endParaRPr lang="zh-TW" altLang="zh-TW" sz="1600" kern="100" dirty="0">
              <a:effectLst/>
              <a:latin typeface="Courier New" panose="02070309020205020404" pitchFamily="49" charset="0"/>
              <a:ea typeface="標楷體" panose="03000509000000000000" pitchFamily="65" charset="-120"/>
            </a:endParaRPr>
          </a:p>
          <a:p>
            <a:pPr marL="274320" lvl="1" indent="0">
              <a:buNone/>
            </a:pPr>
            <a:r>
              <a:rPr lang="en-US" altLang="zh-TW" sz="1600" kern="100" dirty="0">
                <a:effectLst/>
                <a:latin typeface="Courier New" panose="02070309020205020404" pitchFamily="49" charset="0"/>
                <a:ea typeface="標楷體" panose="03000509000000000000" pitchFamily="65" charset="-120"/>
              </a:rPr>
              <a:t>      </a:t>
            </a:r>
            <a:r>
              <a:rPr lang="en-US" altLang="zh-TW" kern="100" dirty="0">
                <a:effectLst/>
                <a:latin typeface="Courier New" panose="02070309020205020404" pitchFamily="49" charset="0"/>
                <a:ea typeface="標楷體" panose="03000509000000000000" pitchFamily="65" charset="-120"/>
              </a:rPr>
              <a:t>&lt;a class="nav-link" </a:t>
            </a:r>
            <a:r>
              <a:rPr lang="en-US" altLang="zh-TW" kern="100" dirty="0" err="1">
                <a:effectLst/>
                <a:latin typeface="Courier New" panose="02070309020205020404" pitchFamily="49" charset="0"/>
                <a:ea typeface="標楷體" panose="03000509000000000000" pitchFamily="65" charset="-120"/>
              </a:rPr>
              <a:t>href</a:t>
            </a:r>
            <a:r>
              <a:rPr lang="en-US" altLang="zh-TW" b="1" kern="100" dirty="0">
                <a:solidFill>
                  <a:srgbClr val="FF0000"/>
                </a:solidFill>
                <a:effectLst/>
                <a:latin typeface="Courier New" panose="02070309020205020404" pitchFamily="49" charset="0"/>
                <a:ea typeface="標楷體" panose="03000509000000000000" pitchFamily="65" charset="-120"/>
              </a:rPr>
              <a:t>="/votes/"&gt;</a:t>
            </a:r>
            <a:r>
              <a:rPr lang="zh-TW" altLang="zh-TW" kern="100" dirty="0">
                <a:effectLst/>
                <a:latin typeface="Courier New" panose="02070309020205020404" pitchFamily="49" charset="0"/>
                <a:ea typeface="標楷體" panose="03000509000000000000" pitchFamily="65" charset="-120"/>
              </a:rPr>
              <a:t>得票資訊</a:t>
            </a:r>
            <a:r>
              <a:rPr lang="en-US" altLang="zh-TW" kern="100" dirty="0">
                <a:effectLst/>
                <a:latin typeface="Courier New" panose="02070309020205020404" pitchFamily="49" charset="0"/>
                <a:ea typeface="標楷體" panose="03000509000000000000" pitchFamily="65" charset="-120"/>
              </a:rPr>
              <a:t>&lt;/a&gt;</a:t>
            </a:r>
          </a:p>
          <a:p>
            <a:pPr marL="274320" lvl="1" indent="0">
              <a:buNone/>
            </a:pPr>
            <a:r>
              <a:rPr lang="en-US" altLang="zh-TW" dirty="0"/>
              <a:t>	</a:t>
            </a:r>
            <a:r>
              <a:rPr lang="en-US" altLang="zh-TW" sz="1900" dirty="0">
                <a:solidFill>
                  <a:schemeClr val="bg1">
                    <a:lumMod val="75000"/>
                  </a:schemeClr>
                </a:solidFill>
              </a:rPr>
              <a:t>&lt;a class="nav-link" </a:t>
            </a:r>
            <a:r>
              <a:rPr lang="en-US" altLang="zh-TW" sz="1900" dirty="0" err="1">
                <a:solidFill>
                  <a:schemeClr val="bg1">
                    <a:lumMod val="75000"/>
                  </a:schemeClr>
                </a:solidFill>
              </a:rPr>
              <a:t>href</a:t>
            </a:r>
            <a:r>
              <a:rPr lang="en-US" altLang="zh-TW" sz="1900" dirty="0">
                <a:solidFill>
                  <a:schemeClr val="bg1">
                    <a:lumMod val="75000"/>
                  </a:schemeClr>
                </a:solidFill>
              </a:rPr>
              <a:t>={% </a:t>
            </a:r>
            <a:r>
              <a:rPr lang="en-US" altLang="zh-TW" sz="1900" dirty="0" err="1">
                <a:solidFill>
                  <a:schemeClr val="bg1">
                    <a:lumMod val="75000"/>
                  </a:schemeClr>
                </a:solidFill>
              </a:rPr>
              <a:t>url</a:t>
            </a:r>
            <a:r>
              <a:rPr lang="en-US" altLang="zh-TW" sz="1900" dirty="0">
                <a:solidFill>
                  <a:schemeClr val="bg1">
                    <a:lumMod val="75000"/>
                  </a:schemeClr>
                </a:solidFill>
              </a:rPr>
              <a:t> 'votes' %}&gt;</a:t>
            </a:r>
            <a:r>
              <a:rPr lang="zh-TW" altLang="en-US" sz="1900" dirty="0">
                <a:solidFill>
                  <a:schemeClr val="bg1">
                    <a:lumMod val="75000"/>
                  </a:schemeClr>
                </a:solidFill>
              </a:rPr>
              <a:t>投票</a:t>
            </a:r>
            <a:r>
              <a:rPr lang="en-US" altLang="zh-TW" sz="1900" dirty="0">
                <a:solidFill>
                  <a:schemeClr val="bg1">
                    <a:lumMod val="75000"/>
                  </a:schemeClr>
                </a:solidFill>
              </a:rPr>
              <a:t>&lt;/a&gt;</a:t>
            </a:r>
          </a:p>
          <a:p>
            <a:pPr marL="274320" lvl="1" indent="0">
              <a:buNone/>
            </a:pPr>
            <a:endParaRPr lang="zh-TW" altLang="zh-TW" sz="1600" kern="100" dirty="0">
              <a:effectLst/>
              <a:latin typeface="Courier New" panose="02070309020205020404" pitchFamily="49" charset="0"/>
              <a:ea typeface="標楷體" panose="03000509000000000000" pitchFamily="65" charset="-120"/>
            </a:endParaRPr>
          </a:p>
          <a:p>
            <a:pPr marL="274320" lvl="1" indent="0">
              <a:buNone/>
            </a:pPr>
            <a:r>
              <a:rPr lang="en-US" altLang="zh-TW" sz="1600" kern="100" dirty="0">
                <a:effectLst/>
                <a:latin typeface="Courier New" panose="02070309020205020404" pitchFamily="49" charset="0"/>
                <a:ea typeface="標楷體" panose="03000509000000000000" pitchFamily="65" charset="-120"/>
              </a:rPr>
              <a:t>&lt;/li&gt;</a:t>
            </a:r>
            <a:endParaRPr lang="en-US" altLang="zh-TW" sz="2800" dirty="0"/>
          </a:p>
          <a:p>
            <a:r>
              <a:rPr lang="en-US" altLang="zh-TW" dirty="0"/>
              <a:t>views.py</a:t>
            </a:r>
          </a:p>
          <a:p>
            <a:r>
              <a:rPr lang="en-US" altLang="zh-TW" sz="2000" dirty="0"/>
              <a:t>from </a:t>
            </a:r>
            <a:r>
              <a:rPr lang="en-US" altLang="zh-TW" sz="2000" dirty="0" err="1"/>
              <a:t>mysite.models</a:t>
            </a:r>
            <a:r>
              <a:rPr lang="en-US" altLang="zh-TW" sz="2000" dirty="0"/>
              <a:t> import Vote</a:t>
            </a:r>
          </a:p>
          <a:p>
            <a:pPr marL="274320" lvl="1" indent="0">
              <a:buNone/>
            </a:pPr>
            <a:r>
              <a:rPr lang="en-US" altLang="zh-TW" sz="1600" kern="100" dirty="0">
                <a:effectLst/>
                <a:latin typeface="Courier New" panose="02070309020205020404" pitchFamily="49" charset="0"/>
                <a:ea typeface="標楷體" panose="03000509000000000000" pitchFamily="65" charset="-120"/>
              </a:rPr>
              <a:t>def </a:t>
            </a:r>
            <a:r>
              <a:rPr lang="en-US" altLang="zh-TW" sz="1600" kern="100" dirty="0">
                <a:solidFill>
                  <a:srgbClr val="FF0000"/>
                </a:solidFill>
                <a:effectLst/>
                <a:latin typeface="Courier New" panose="02070309020205020404" pitchFamily="49" charset="0"/>
                <a:ea typeface="標楷體" panose="03000509000000000000" pitchFamily="65" charset="-120"/>
              </a:rPr>
              <a:t>votes</a:t>
            </a:r>
            <a:r>
              <a:rPr lang="en-US" altLang="zh-TW" sz="1600" kern="100" dirty="0">
                <a:effectLst/>
                <a:latin typeface="Courier New" panose="02070309020205020404" pitchFamily="49" charset="0"/>
                <a:ea typeface="標楷體" panose="03000509000000000000" pitchFamily="65" charset="-120"/>
              </a:rPr>
              <a:t>(request):</a:t>
            </a:r>
            <a:endParaRPr lang="zh-TW" altLang="zh-TW" sz="1600" kern="100" dirty="0">
              <a:effectLst/>
              <a:latin typeface="Courier New" panose="02070309020205020404" pitchFamily="49" charset="0"/>
              <a:ea typeface="標楷體" panose="03000509000000000000" pitchFamily="65" charset="-120"/>
            </a:endParaRPr>
          </a:p>
          <a:p>
            <a:pPr marL="274320" lvl="1" indent="0">
              <a:buNone/>
            </a:pPr>
            <a:r>
              <a:rPr lang="en-US" altLang="zh-TW" sz="1600" kern="100" dirty="0">
                <a:effectLst/>
                <a:latin typeface="Courier New" panose="02070309020205020404" pitchFamily="49" charset="0"/>
                <a:ea typeface="標楷體" panose="03000509000000000000" pitchFamily="65" charset="-120"/>
              </a:rPr>
              <a:t>    </a:t>
            </a:r>
            <a:r>
              <a:rPr lang="en-US" altLang="zh-TW" sz="1600" kern="100" dirty="0">
                <a:solidFill>
                  <a:srgbClr val="FF0000"/>
                </a:solidFill>
                <a:effectLst/>
                <a:latin typeface="Courier New" panose="02070309020205020404" pitchFamily="49" charset="0"/>
                <a:ea typeface="標楷體" panose="03000509000000000000" pitchFamily="65" charset="-120"/>
              </a:rPr>
              <a:t>data = </a:t>
            </a:r>
            <a:r>
              <a:rPr lang="en-US" altLang="zh-TW" sz="1600" kern="100" dirty="0" err="1">
                <a:solidFill>
                  <a:srgbClr val="FF0000"/>
                </a:solidFill>
                <a:effectLst/>
                <a:latin typeface="Courier New" panose="02070309020205020404" pitchFamily="49" charset="0"/>
                <a:ea typeface="標楷體" panose="03000509000000000000" pitchFamily="65" charset="-120"/>
              </a:rPr>
              <a:t>models.Vote.objects.all</a:t>
            </a:r>
            <a:r>
              <a:rPr lang="en-US" altLang="zh-TW" sz="1600" kern="100" dirty="0">
                <a:solidFill>
                  <a:srgbClr val="FF0000"/>
                </a:solidFill>
                <a:effectLst/>
                <a:latin typeface="Courier New" panose="02070309020205020404" pitchFamily="49" charset="0"/>
                <a:ea typeface="標楷體" panose="03000509000000000000" pitchFamily="65" charset="-120"/>
              </a:rPr>
              <a:t>()</a:t>
            </a:r>
            <a:endParaRPr lang="zh-TW" altLang="zh-TW" sz="1600" kern="100" dirty="0">
              <a:solidFill>
                <a:srgbClr val="FF0000"/>
              </a:solidFill>
              <a:effectLst/>
              <a:latin typeface="Courier New" panose="02070309020205020404" pitchFamily="49" charset="0"/>
              <a:ea typeface="標楷體" panose="03000509000000000000" pitchFamily="65" charset="-120"/>
            </a:endParaRPr>
          </a:p>
          <a:p>
            <a:pPr marL="274320" lvl="1" indent="0">
              <a:buNone/>
            </a:pPr>
            <a:r>
              <a:rPr lang="en-US" altLang="zh-TW" sz="1600" kern="100" dirty="0">
                <a:effectLst/>
                <a:latin typeface="Courier New" panose="02070309020205020404" pitchFamily="49" charset="0"/>
                <a:ea typeface="標楷體" panose="03000509000000000000" pitchFamily="65" charset="-120"/>
              </a:rPr>
              <a:t>    return render(request, "votes.html", locals())</a:t>
            </a:r>
            <a:endParaRPr lang="zh-TW" altLang="zh-TW" sz="1600" kern="100" dirty="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299733857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200E07-C9BE-B8E0-8F3A-C70DE00EFA57}"/>
              </a:ext>
            </a:extLst>
          </p:cNvPr>
          <p:cNvSpPr>
            <a:spLocks noGrp="1"/>
          </p:cNvSpPr>
          <p:nvPr>
            <p:ph type="title"/>
          </p:nvPr>
        </p:nvSpPr>
        <p:spPr/>
        <p:txBody>
          <a:bodyPr/>
          <a:lstStyle/>
          <a:p>
            <a:r>
              <a:rPr lang="en-US" altLang="zh-TW"/>
              <a:t>votes.html</a:t>
            </a:r>
            <a:endParaRPr lang="zh-TW" altLang="en-US"/>
          </a:p>
        </p:txBody>
      </p:sp>
      <p:sp>
        <p:nvSpPr>
          <p:cNvPr id="3" name="投影片編號版面配置區 2">
            <a:extLst>
              <a:ext uri="{FF2B5EF4-FFF2-40B4-BE49-F238E27FC236}">
                <a16:creationId xmlns:a16="http://schemas.microsoft.com/office/drawing/2014/main" id="{D47A326B-D3EA-8AB5-670E-3E2CFF88122A}"/>
              </a:ext>
            </a:extLst>
          </p:cNvPr>
          <p:cNvSpPr>
            <a:spLocks noGrp="1"/>
          </p:cNvSpPr>
          <p:nvPr>
            <p:ph type="sldNum" sz="quarter" idx="12"/>
          </p:nvPr>
        </p:nvSpPr>
        <p:spPr/>
        <p:txBody>
          <a:bodyPr/>
          <a:lstStyle/>
          <a:p>
            <a:fld id="{369E457D-EE12-4164-8E32-9DDD40A95892}" type="slidenum">
              <a:rPr lang="zh-TW" altLang="en-US" smtClean="0"/>
              <a:pPr/>
              <a:t>81</a:t>
            </a:fld>
            <a:endParaRPr lang="zh-TW" altLang="en-US"/>
          </a:p>
        </p:txBody>
      </p:sp>
      <p:sp>
        <p:nvSpPr>
          <p:cNvPr id="4" name="內容版面配置區 3">
            <a:extLst>
              <a:ext uri="{FF2B5EF4-FFF2-40B4-BE49-F238E27FC236}">
                <a16:creationId xmlns:a16="http://schemas.microsoft.com/office/drawing/2014/main" id="{F27CF282-1DB6-66F8-D5D3-79F84C1382AE}"/>
              </a:ext>
            </a:extLst>
          </p:cNvPr>
          <p:cNvSpPr>
            <a:spLocks noGrp="1"/>
          </p:cNvSpPr>
          <p:nvPr>
            <p:ph sz="quarter" idx="1"/>
          </p:nvPr>
        </p:nvSpPr>
        <p:spPr/>
        <p:txBody>
          <a:bodyPr>
            <a:normAutofit lnSpcReduction="10000"/>
          </a:bodyPr>
          <a:lstStyle/>
          <a:p>
            <a:pPr marL="0" indent="0">
              <a:buNone/>
            </a:pPr>
            <a:r>
              <a:rPr lang="en-US" altLang="zh-TW" sz="1800" kern="100" dirty="0">
                <a:effectLst/>
                <a:latin typeface="Courier New" panose="02070309020205020404" pitchFamily="49" charset="0"/>
                <a:ea typeface="標楷體" panose="03000509000000000000" pitchFamily="65" charset="-120"/>
              </a:rPr>
              <a:t>&lt;!-- votes.html (dj4ch09 project) --&gt;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extends "base.html"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title %}2022</a:t>
            </a:r>
            <a:r>
              <a:rPr lang="zh-TW" altLang="zh-TW" sz="1800" kern="100" dirty="0">
                <a:effectLst/>
                <a:latin typeface="Courier New" panose="02070309020205020404" pitchFamily="49" charset="0"/>
                <a:ea typeface="標楷體" panose="03000509000000000000" pitchFamily="65" charset="-120"/>
              </a:rPr>
              <a:t>左楠區市議員投票結果</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block content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 class='container'&gt;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for message in messages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class='alert alert-{{</a:t>
            </a:r>
            <a:r>
              <a:rPr lang="en-US" altLang="zh-TW" sz="1800" kern="100" dirty="0" err="1">
                <a:effectLst/>
                <a:latin typeface="Courier New" panose="02070309020205020404" pitchFamily="49" charset="0"/>
                <a:ea typeface="標楷體" panose="03000509000000000000" pitchFamily="65" charset="-120"/>
              </a:rPr>
              <a:t>message.tags</a:t>
            </a:r>
            <a:r>
              <a:rPr lang="en-US" altLang="zh-TW" sz="1800" kern="100" dirty="0">
                <a:effectLst/>
                <a:latin typeface="Courier New" panose="02070309020205020404" pitchFamily="49" charset="0"/>
                <a:ea typeface="標楷體" panose="03000509000000000000" pitchFamily="65" charset="-120"/>
              </a:rPr>
              <a:t>}}'&gt;{{ message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endfor</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class='row'&gt;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class='col-md-12'&gt;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&lt;h3 class="alert alert-primary"&gt;2022</a:t>
            </a:r>
            <a:r>
              <a:rPr lang="zh-TW" altLang="zh-TW" sz="1800" kern="100" dirty="0">
                <a:effectLst/>
                <a:latin typeface="Courier New" panose="02070309020205020404" pitchFamily="49" charset="0"/>
                <a:ea typeface="標楷體" panose="03000509000000000000" pitchFamily="65" charset="-120"/>
              </a:rPr>
              <a:t>左楠區市議員投票結果</a:t>
            </a:r>
            <a:r>
              <a:rPr lang="en-US" altLang="zh-TW" sz="1800" kern="100" dirty="0">
                <a:effectLst/>
                <a:latin typeface="Courier New" panose="02070309020205020404" pitchFamily="49" charset="0"/>
                <a:ea typeface="標楷體" panose="03000509000000000000" pitchFamily="65" charset="-120"/>
              </a:rPr>
              <a:t>&lt;/h3&gt;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p>
          <a:p>
            <a:pPr marL="0" indent="0">
              <a:buNone/>
            </a:pPr>
            <a:r>
              <a:rPr lang="en-US" altLang="zh-TW" sz="1800" kern="100" dirty="0">
                <a:latin typeface="Courier New" panose="02070309020205020404" pitchFamily="49" charset="0"/>
                <a:ea typeface="標楷體" panose="03000509000000000000" pitchFamily="65" charset="-120"/>
              </a:rPr>
              <a:t>    &lt;/div&gt;</a:t>
            </a:r>
            <a:endParaRPr lang="zh-TW" altLang="zh-TW" sz="1800" kern="100" dirty="0">
              <a:latin typeface="Courier New" panose="02070309020205020404" pitchFamily="49" charset="0"/>
              <a:ea typeface="標楷體" panose="03000509000000000000" pitchFamily="65" charset="-120"/>
            </a:endParaRPr>
          </a:p>
          <a:p>
            <a:pPr marL="0" indent="0">
              <a:buNone/>
            </a:pP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pic>
        <p:nvPicPr>
          <p:cNvPr id="6" name="圖片 5">
            <a:extLst>
              <a:ext uri="{FF2B5EF4-FFF2-40B4-BE49-F238E27FC236}">
                <a16:creationId xmlns:a16="http://schemas.microsoft.com/office/drawing/2014/main" id="{27B00259-DB5A-42E9-D9D7-E145B55C40D3}"/>
              </a:ext>
            </a:extLst>
          </p:cNvPr>
          <p:cNvPicPr>
            <a:picLocks noChangeAspect="1"/>
          </p:cNvPicPr>
          <p:nvPr/>
        </p:nvPicPr>
        <p:blipFill>
          <a:blip r:embed="rId2"/>
          <a:stretch>
            <a:fillRect/>
          </a:stretch>
        </p:blipFill>
        <p:spPr>
          <a:xfrm>
            <a:off x="2817216" y="6158399"/>
            <a:ext cx="6048672" cy="622966"/>
          </a:xfrm>
          <a:prstGeom prst="rect">
            <a:avLst/>
          </a:prstGeom>
        </p:spPr>
      </p:pic>
    </p:spTree>
    <p:extLst>
      <p:ext uri="{BB962C8B-B14F-4D97-AF65-F5344CB8AC3E}">
        <p14:creationId xmlns:p14="http://schemas.microsoft.com/office/powerpoint/2010/main" val="37251250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DD5D25-78BE-8330-7F1A-236235C33B0F}"/>
              </a:ext>
            </a:extLst>
          </p:cNvPr>
          <p:cNvSpPr>
            <a:spLocks noGrp="1"/>
          </p:cNvSpPr>
          <p:nvPr>
            <p:ph type="title"/>
          </p:nvPr>
        </p:nvSpPr>
        <p:spPr/>
        <p:txBody>
          <a:bodyPr/>
          <a:lstStyle/>
          <a:p>
            <a:r>
              <a:rPr lang="en-US" altLang="zh-TW"/>
              <a:t>votes.html</a:t>
            </a:r>
            <a:endParaRPr lang="zh-TW" altLang="en-US"/>
          </a:p>
        </p:txBody>
      </p:sp>
      <p:sp>
        <p:nvSpPr>
          <p:cNvPr id="3" name="投影片編號版面配置區 2">
            <a:extLst>
              <a:ext uri="{FF2B5EF4-FFF2-40B4-BE49-F238E27FC236}">
                <a16:creationId xmlns:a16="http://schemas.microsoft.com/office/drawing/2014/main" id="{F353B770-58AB-D1EC-1E34-680E1280983B}"/>
              </a:ext>
            </a:extLst>
          </p:cNvPr>
          <p:cNvSpPr>
            <a:spLocks noGrp="1"/>
          </p:cNvSpPr>
          <p:nvPr>
            <p:ph type="sldNum" sz="quarter" idx="12"/>
          </p:nvPr>
        </p:nvSpPr>
        <p:spPr/>
        <p:txBody>
          <a:bodyPr/>
          <a:lstStyle/>
          <a:p>
            <a:fld id="{369E457D-EE12-4164-8E32-9DDD40A95892}" type="slidenum">
              <a:rPr lang="zh-TW" altLang="en-US" smtClean="0"/>
              <a:pPr/>
              <a:t>82</a:t>
            </a:fld>
            <a:endParaRPr lang="zh-TW" altLang="en-US"/>
          </a:p>
        </p:txBody>
      </p:sp>
      <p:sp>
        <p:nvSpPr>
          <p:cNvPr id="4" name="內容版面配置區 3">
            <a:extLst>
              <a:ext uri="{FF2B5EF4-FFF2-40B4-BE49-F238E27FC236}">
                <a16:creationId xmlns:a16="http://schemas.microsoft.com/office/drawing/2014/main" id="{A6A400F0-29A3-42F6-51BE-E4A3B4E90E45}"/>
              </a:ext>
            </a:extLst>
          </p:cNvPr>
          <p:cNvSpPr>
            <a:spLocks noGrp="1"/>
          </p:cNvSpPr>
          <p:nvPr>
            <p:ph sz="quarter" idx="1"/>
          </p:nvPr>
        </p:nvSpPr>
        <p:spPr>
          <a:xfrm>
            <a:off x="301752" y="1268760"/>
            <a:ext cx="8503920" cy="5360640"/>
          </a:xfrm>
        </p:spPr>
        <p:txBody>
          <a:bodyPr>
            <a:normAutofit fontScale="92500" lnSpcReduction="20000"/>
          </a:bodyPr>
          <a:lstStyle/>
          <a:p>
            <a:pPr marL="0" indent="0">
              <a:buNone/>
            </a:pPr>
            <a:r>
              <a:rPr lang="en-US" altLang="zh-TW" sz="1800" kern="100" dirty="0">
                <a:effectLst/>
                <a:latin typeface="Courier New" panose="02070309020205020404" pitchFamily="49" charset="0"/>
                <a:ea typeface="標楷體" panose="03000509000000000000" pitchFamily="65" charset="-120"/>
              </a:rPr>
              <a:t>&lt;div class="row"&gt;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 class="col-md-</a:t>
            </a:r>
            <a:r>
              <a:rPr lang="en-US" altLang="zh-TW" sz="2200" b="1" kern="100" dirty="0">
                <a:solidFill>
                  <a:srgbClr val="FF0000"/>
                </a:solidFill>
                <a:effectLst/>
                <a:latin typeface="Courier New" panose="02070309020205020404" pitchFamily="49" charset="0"/>
                <a:ea typeface="標楷體" panose="03000509000000000000" pitchFamily="65" charset="-120"/>
              </a:rPr>
              <a:t>12</a:t>
            </a:r>
            <a:r>
              <a:rPr lang="en-US" altLang="zh-TW" sz="1800" kern="100" dirty="0">
                <a:effectLst/>
                <a:latin typeface="Courier New" panose="02070309020205020404" pitchFamily="49" charset="0"/>
                <a:ea typeface="標楷體" panose="03000509000000000000" pitchFamily="65" charset="-120"/>
              </a:rPr>
              <a:t>"&gt;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&lt;table class="table table-striped table-</a:t>
            </a:r>
            <a:r>
              <a:rPr lang="en-US" altLang="zh-TW" sz="1800" kern="100" dirty="0" err="1">
                <a:effectLst/>
                <a:latin typeface="Courier New" panose="02070309020205020404" pitchFamily="49" charset="0"/>
                <a:ea typeface="標楷體" panose="03000509000000000000" pitchFamily="65" charset="-120"/>
              </a:rPr>
              <a:t>sm</a:t>
            </a:r>
            <a:r>
              <a:rPr lang="en-US" altLang="zh-TW" sz="1800" kern="100" dirty="0">
                <a:effectLst/>
                <a:latin typeface="Courier New" panose="02070309020205020404" pitchFamily="49" charset="0"/>
                <a:ea typeface="標楷體" panose="03000509000000000000" pitchFamily="65" charset="-120"/>
              </a:rPr>
              <a:t>"&gt;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&lt;tr&gt;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a:t>
            </a:r>
            <a:r>
              <a:rPr lang="zh-TW" altLang="zh-TW" sz="1800" kern="100" dirty="0">
                <a:effectLst/>
                <a:latin typeface="Courier New" panose="02070309020205020404" pitchFamily="49" charset="0"/>
                <a:ea typeface="標楷體" panose="03000509000000000000" pitchFamily="65" charset="-120"/>
              </a:rPr>
              <a:t>姓名</a:t>
            </a:r>
            <a:r>
              <a:rPr lang="en-US" altLang="zh-TW" sz="1800" kern="100" dirty="0">
                <a:effectLst/>
                <a:latin typeface="Courier New" panose="02070309020205020404" pitchFamily="49" charset="0"/>
                <a:ea typeface="標楷體" panose="03000509000000000000" pitchFamily="65" charset="-120"/>
              </a:rPr>
              <a:t>&lt;/td&gt;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a:t>
            </a:r>
            <a:r>
              <a:rPr lang="zh-TW" altLang="zh-TW" sz="1800" kern="100" dirty="0">
                <a:effectLst/>
                <a:latin typeface="Courier New" panose="02070309020205020404" pitchFamily="49" charset="0"/>
                <a:ea typeface="標楷體" panose="03000509000000000000" pitchFamily="65" charset="-120"/>
              </a:rPr>
              <a:t>政黨</a:t>
            </a:r>
            <a:r>
              <a:rPr lang="en-US" altLang="zh-TW" sz="1800" kern="100" dirty="0">
                <a:effectLst/>
                <a:latin typeface="Courier New" panose="02070309020205020404" pitchFamily="49" charset="0"/>
                <a:ea typeface="標楷體" panose="03000509000000000000" pitchFamily="65" charset="-120"/>
              </a:rPr>
              <a:t>&lt;/td&gt;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a:t>
            </a:r>
            <a:r>
              <a:rPr lang="zh-TW" altLang="zh-TW" sz="1800" kern="100" dirty="0">
                <a:effectLst/>
                <a:latin typeface="Courier New" panose="02070309020205020404" pitchFamily="49" charset="0"/>
                <a:ea typeface="標楷體" panose="03000509000000000000" pitchFamily="65" charset="-120"/>
              </a:rPr>
              <a:t>得票數</a:t>
            </a:r>
            <a:r>
              <a:rPr lang="en-US" altLang="zh-TW" sz="1800" kern="100" dirty="0">
                <a:effectLst/>
                <a:latin typeface="Courier New" panose="02070309020205020404" pitchFamily="49" charset="0"/>
                <a:ea typeface="標楷體" panose="03000509000000000000" pitchFamily="65" charset="-120"/>
              </a:rPr>
              <a:t>&lt;/td&gt;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for d in data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 d.name }}&lt;/td&gt;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 </a:t>
            </a:r>
            <a:r>
              <a:rPr lang="en-US" altLang="zh-TW" sz="1800" kern="100" dirty="0" err="1">
                <a:effectLst/>
                <a:latin typeface="Courier New" panose="02070309020205020404" pitchFamily="49" charset="0"/>
                <a:ea typeface="標楷體" panose="03000509000000000000" pitchFamily="65" charset="-120"/>
              </a:rPr>
              <a:t>d.party</a:t>
            </a:r>
            <a:r>
              <a:rPr lang="en-US" altLang="zh-TW" sz="1800" kern="100" dirty="0">
                <a:effectLst/>
                <a:latin typeface="Courier New" panose="02070309020205020404" pitchFamily="49" charset="0"/>
                <a:ea typeface="標楷體" panose="03000509000000000000" pitchFamily="65" charset="-120"/>
              </a:rPr>
              <a:t> }}&lt;/td&gt;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&lt;td&gt;{{ </a:t>
            </a:r>
            <a:r>
              <a:rPr lang="en-US" altLang="zh-TW" sz="1800" kern="100" dirty="0" err="1">
                <a:effectLst/>
                <a:latin typeface="Courier New" panose="02070309020205020404" pitchFamily="49" charset="0"/>
                <a:ea typeface="標楷體" panose="03000509000000000000" pitchFamily="65" charset="-120"/>
              </a:rPr>
              <a:t>d.votes</a:t>
            </a:r>
            <a:r>
              <a:rPr lang="en-US" altLang="zh-TW" sz="1800" kern="100" dirty="0">
                <a:effectLst/>
                <a:latin typeface="Courier New" panose="02070309020205020404" pitchFamily="49" charset="0"/>
                <a:ea typeface="標楷體" panose="03000509000000000000" pitchFamily="65" charset="-120"/>
              </a:rPr>
              <a:t> }}&lt;/td&gt;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&lt;/tr&gt;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a:t>
            </a:r>
            <a:r>
              <a:rPr lang="en-US" altLang="zh-TW" sz="1800" kern="100" dirty="0" err="1">
                <a:effectLst/>
                <a:latin typeface="Courier New" panose="02070309020205020404" pitchFamily="49" charset="0"/>
                <a:ea typeface="標楷體" panose="03000509000000000000" pitchFamily="65" charset="-120"/>
              </a:rPr>
              <a:t>endfor</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&lt;/table&gt;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endblock</a:t>
            </a: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pic>
        <p:nvPicPr>
          <p:cNvPr id="6" name="圖片 5">
            <a:extLst>
              <a:ext uri="{FF2B5EF4-FFF2-40B4-BE49-F238E27FC236}">
                <a16:creationId xmlns:a16="http://schemas.microsoft.com/office/drawing/2014/main" id="{22C249D8-A35D-5614-6BD3-4BBE89872360}"/>
              </a:ext>
            </a:extLst>
          </p:cNvPr>
          <p:cNvPicPr>
            <a:picLocks noChangeAspect="1"/>
          </p:cNvPicPr>
          <p:nvPr/>
        </p:nvPicPr>
        <p:blipFill>
          <a:blip r:embed="rId3"/>
          <a:stretch>
            <a:fillRect/>
          </a:stretch>
        </p:blipFill>
        <p:spPr>
          <a:xfrm>
            <a:off x="6027772" y="4487418"/>
            <a:ext cx="3116228" cy="2203644"/>
          </a:xfrm>
          <a:prstGeom prst="rect">
            <a:avLst/>
          </a:prstGeom>
        </p:spPr>
      </p:pic>
    </p:spTree>
    <p:extLst>
      <p:ext uri="{BB962C8B-B14F-4D97-AF65-F5344CB8AC3E}">
        <p14:creationId xmlns:p14="http://schemas.microsoft.com/office/powerpoint/2010/main" val="18283856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60E9E1-6448-FCB5-34F4-DE3990A96CAA}"/>
              </a:ext>
            </a:extLst>
          </p:cNvPr>
          <p:cNvSpPr>
            <a:spLocks noGrp="1"/>
          </p:cNvSpPr>
          <p:nvPr>
            <p:ph type="title"/>
          </p:nvPr>
        </p:nvSpPr>
        <p:spPr/>
        <p:txBody>
          <a:bodyPr/>
          <a:lstStyle/>
          <a:p>
            <a:r>
              <a:rPr lang="zh-TW" altLang="en-US" dirty="0"/>
              <a:t>以表格的型式顯示資料</a:t>
            </a:r>
          </a:p>
        </p:txBody>
      </p:sp>
      <p:sp>
        <p:nvSpPr>
          <p:cNvPr id="3" name="投影片編號版面配置區 2">
            <a:extLst>
              <a:ext uri="{FF2B5EF4-FFF2-40B4-BE49-F238E27FC236}">
                <a16:creationId xmlns:a16="http://schemas.microsoft.com/office/drawing/2014/main" id="{99C82FBC-F9BA-8F4A-D9BC-8DA0E53A80F8}"/>
              </a:ext>
            </a:extLst>
          </p:cNvPr>
          <p:cNvSpPr>
            <a:spLocks noGrp="1"/>
          </p:cNvSpPr>
          <p:nvPr>
            <p:ph type="sldNum" sz="quarter" idx="12"/>
          </p:nvPr>
        </p:nvSpPr>
        <p:spPr/>
        <p:txBody>
          <a:bodyPr/>
          <a:lstStyle/>
          <a:p>
            <a:fld id="{369E457D-EE12-4164-8E32-9DDD40A95892}" type="slidenum">
              <a:rPr lang="zh-TW" altLang="en-US" smtClean="0"/>
              <a:pPr/>
              <a:t>83</a:t>
            </a:fld>
            <a:endParaRPr lang="zh-TW" altLang="en-US"/>
          </a:p>
        </p:txBody>
      </p:sp>
      <p:pic>
        <p:nvPicPr>
          <p:cNvPr id="5" name="內容版面配置區 4">
            <a:extLst>
              <a:ext uri="{FF2B5EF4-FFF2-40B4-BE49-F238E27FC236}">
                <a16:creationId xmlns:a16="http://schemas.microsoft.com/office/drawing/2014/main" id="{06EF073C-4E90-0446-4E0E-0D494BF98B4D}"/>
              </a:ext>
            </a:extLst>
          </p:cNvPr>
          <p:cNvPicPr>
            <a:picLocks noGrp="1" noChangeAspect="1"/>
          </p:cNvPicPr>
          <p:nvPr>
            <p:ph sz="quarter" idx="1"/>
          </p:nvPr>
        </p:nvPicPr>
        <p:blipFill>
          <a:blip r:embed="rId2"/>
          <a:stretch>
            <a:fillRect/>
          </a:stretch>
        </p:blipFill>
        <p:spPr>
          <a:xfrm>
            <a:off x="388721" y="1527175"/>
            <a:ext cx="8330045" cy="4572000"/>
          </a:xfrm>
          <a:prstGeom prst="rect">
            <a:avLst/>
          </a:prstGeom>
        </p:spPr>
      </p:pic>
    </p:spTree>
    <p:extLst>
      <p:ext uri="{BB962C8B-B14F-4D97-AF65-F5344CB8AC3E}">
        <p14:creationId xmlns:p14="http://schemas.microsoft.com/office/powerpoint/2010/main" val="26535583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284BBA-156F-25FC-993A-02B4734712CB}"/>
              </a:ext>
            </a:extLst>
          </p:cNvPr>
          <p:cNvSpPr>
            <a:spLocks noGrp="1"/>
          </p:cNvSpPr>
          <p:nvPr>
            <p:ph type="title"/>
          </p:nvPr>
        </p:nvSpPr>
        <p:spPr>
          <a:xfrm>
            <a:off x="107504" y="-243408"/>
            <a:ext cx="9036496" cy="758952"/>
          </a:xfrm>
        </p:spPr>
        <p:txBody>
          <a:bodyPr>
            <a:normAutofit fontScale="90000"/>
          </a:bodyPr>
          <a:lstStyle/>
          <a:p>
            <a:r>
              <a:rPr lang="en-US" altLang="zh-TW" dirty="0"/>
              <a:t>Chart.js</a:t>
            </a:r>
            <a:r>
              <a:rPr lang="zh-TW" altLang="en-US" dirty="0"/>
              <a:t>官網由上到下順序</a:t>
            </a:r>
            <a:r>
              <a:rPr lang="en-US" altLang="zh-TW" dirty="0">
                <a:solidFill>
                  <a:srgbClr val="FF0000"/>
                </a:solidFill>
              </a:rPr>
              <a:t>(</a:t>
            </a:r>
            <a:r>
              <a:rPr lang="zh-TW" altLang="en-US" dirty="0">
                <a:solidFill>
                  <a:srgbClr val="FF0000"/>
                </a:solidFill>
              </a:rPr>
              <a:t>略直接用下兩頁方法</a:t>
            </a:r>
            <a:r>
              <a:rPr lang="en-US" altLang="zh-TW" dirty="0">
                <a:solidFill>
                  <a:srgbClr val="FF0000"/>
                </a:solidFill>
              </a:rPr>
              <a:t>)</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45F79E4F-6532-D993-E2EA-4D5A1BAE6204}"/>
              </a:ext>
            </a:extLst>
          </p:cNvPr>
          <p:cNvSpPr>
            <a:spLocks noGrp="1"/>
          </p:cNvSpPr>
          <p:nvPr>
            <p:ph type="sldNum" sz="quarter" idx="12"/>
          </p:nvPr>
        </p:nvSpPr>
        <p:spPr>
          <a:xfrm>
            <a:off x="4361688" y="554364"/>
            <a:ext cx="457200" cy="441325"/>
          </a:xfrm>
        </p:spPr>
        <p:txBody>
          <a:bodyPr/>
          <a:lstStyle/>
          <a:p>
            <a:fld id="{369E457D-EE12-4164-8E32-9DDD40A95892}" type="slidenum">
              <a:rPr lang="zh-TW" altLang="en-US" smtClean="0"/>
              <a:pPr/>
              <a:t>84</a:t>
            </a:fld>
            <a:endParaRPr lang="zh-TW" altLang="en-US"/>
          </a:p>
        </p:txBody>
      </p:sp>
      <p:pic>
        <p:nvPicPr>
          <p:cNvPr id="5" name="內容版面配置區 4">
            <a:extLst>
              <a:ext uri="{FF2B5EF4-FFF2-40B4-BE49-F238E27FC236}">
                <a16:creationId xmlns:a16="http://schemas.microsoft.com/office/drawing/2014/main" id="{4721B455-EE2F-535C-C8FA-4AECA730B76F}"/>
              </a:ext>
            </a:extLst>
          </p:cNvPr>
          <p:cNvPicPr>
            <a:picLocks noGrp="1" noChangeAspect="1"/>
          </p:cNvPicPr>
          <p:nvPr>
            <p:ph sz="quarter" idx="1"/>
          </p:nvPr>
        </p:nvPicPr>
        <p:blipFill>
          <a:blip r:embed="rId2"/>
          <a:srcRect t="24999" b="28126"/>
          <a:stretch>
            <a:fillRect/>
          </a:stretch>
        </p:blipFill>
        <p:spPr>
          <a:xfrm>
            <a:off x="388721" y="580728"/>
            <a:ext cx="8330045" cy="2160240"/>
          </a:xfrm>
          <a:prstGeom prst="rect">
            <a:avLst/>
          </a:prstGeom>
        </p:spPr>
      </p:pic>
      <p:sp>
        <p:nvSpPr>
          <p:cNvPr id="6" name="文字方塊 5">
            <a:hlinkClick r:id="rId3"/>
            <a:extLst>
              <a:ext uri="{FF2B5EF4-FFF2-40B4-BE49-F238E27FC236}">
                <a16:creationId xmlns:a16="http://schemas.microsoft.com/office/drawing/2014/main" id="{6E794CFA-9392-4B51-6446-34DF21988FDB}"/>
              </a:ext>
            </a:extLst>
          </p:cNvPr>
          <p:cNvSpPr txBox="1"/>
          <p:nvPr/>
        </p:nvSpPr>
        <p:spPr>
          <a:xfrm>
            <a:off x="4590288" y="650776"/>
            <a:ext cx="4572000" cy="369332"/>
          </a:xfrm>
          <a:prstGeom prst="rect">
            <a:avLst/>
          </a:prstGeom>
          <a:noFill/>
        </p:spPr>
        <p:txBody>
          <a:bodyPr wrap="square">
            <a:spAutoFit/>
          </a:bodyPr>
          <a:lstStyle/>
          <a:p>
            <a:r>
              <a:rPr lang="en-US" altLang="zh-TW" dirty="0"/>
              <a:t>https://www.chartjs.org/</a:t>
            </a:r>
            <a:endParaRPr lang="zh-TW" altLang="en-US" dirty="0"/>
          </a:p>
        </p:txBody>
      </p:sp>
      <p:pic>
        <p:nvPicPr>
          <p:cNvPr id="7" name="圖片 6">
            <a:extLst>
              <a:ext uri="{FF2B5EF4-FFF2-40B4-BE49-F238E27FC236}">
                <a16:creationId xmlns:a16="http://schemas.microsoft.com/office/drawing/2014/main" id="{211CAB96-B4B0-EE26-EA14-255CA733483C}"/>
              </a:ext>
            </a:extLst>
          </p:cNvPr>
          <p:cNvPicPr>
            <a:picLocks noChangeAspect="1"/>
          </p:cNvPicPr>
          <p:nvPr/>
        </p:nvPicPr>
        <p:blipFill>
          <a:blip r:embed="rId4"/>
          <a:srcRect t="40546"/>
          <a:stretch>
            <a:fillRect/>
          </a:stretch>
        </p:blipFill>
        <p:spPr>
          <a:xfrm>
            <a:off x="392169" y="2668960"/>
            <a:ext cx="6630325" cy="1478260"/>
          </a:xfrm>
          <a:prstGeom prst="rect">
            <a:avLst/>
          </a:prstGeom>
        </p:spPr>
      </p:pic>
      <p:pic>
        <p:nvPicPr>
          <p:cNvPr id="8" name="圖片 7">
            <a:extLst>
              <a:ext uri="{FF2B5EF4-FFF2-40B4-BE49-F238E27FC236}">
                <a16:creationId xmlns:a16="http://schemas.microsoft.com/office/drawing/2014/main" id="{97A185C6-A77B-4FCA-D6FC-70655C14132A}"/>
              </a:ext>
            </a:extLst>
          </p:cNvPr>
          <p:cNvPicPr>
            <a:picLocks noChangeAspect="1"/>
          </p:cNvPicPr>
          <p:nvPr/>
        </p:nvPicPr>
        <p:blipFill>
          <a:blip r:embed="rId5"/>
          <a:stretch>
            <a:fillRect/>
          </a:stretch>
        </p:blipFill>
        <p:spPr>
          <a:xfrm>
            <a:off x="467544" y="4337863"/>
            <a:ext cx="3553321" cy="1819529"/>
          </a:xfrm>
          <a:prstGeom prst="rect">
            <a:avLst/>
          </a:prstGeom>
        </p:spPr>
      </p:pic>
      <p:sp>
        <p:nvSpPr>
          <p:cNvPr id="9" name="矩形 8">
            <a:extLst>
              <a:ext uri="{FF2B5EF4-FFF2-40B4-BE49-F238E27FC236}">
                <a16:creationId xmlns:a16="http://schemas.microsoft.com/office/drawing/2014/main" id="{7E31BE56-4979-B533-130D-35CA6DA0F99D}"/>
              </a:ext>
            </a:extLst>
          </p:cNvPr>
          <p:cNvSpPr/>
          <p:nvPr/>
        </p:nvSpPr>
        <p:spPr>
          <a:xfrm>
            <a:off x="2843808" y="1594786"/>
            <a:ext cx="1728192" cy="282964"/>
          </a:xfrm>
          <a:prstGeom prst="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78445A9B-2BCD-7E27-1788-40E7C1358895}"/>
              </a:ext>
            </a:extLst>
          </p:cNvPr>
          <p:cNvSpPr/>
          <p:nvPr/>
        </p:nvSpPr>
        <p:spPr>
          <a:xfrm>
            <a:off x="641377" y="3768958"/>
            <a:ext cx="1728192" cy="282964"/>
          </a:xfrm>
          <a:prstGeom prst="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01634BFE-549F-8765-1F31-1B9507A87639}"/>
              </a:ext>
            </a:extLst>
          </p:cNvPr>
          <p:cNvSpPr/>
          <p:nvPr/>
        </p:nvSpPr>
        <p:spPr>
          <a:xfrm>
            <a:off x="2987824" y="5736107"/>
            <a:ext cx="504056" cy="369332"/>
          </a:xfrm>
          <a:prstGeom prst="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pic>
        <p:nvPicPr>
          <p:cNvPr id="13" name="圖片 12">
            <a:extLst>
              <a:ext uri="{FF2B5EF4-FFF2-40B4-BE49-F238E27FC236}">
                <a16:creationId xmlns:a16="http://schemas.microsoft.com/office/drawing/2014/main" id="{61A2B8E5-750D-1EB1-659B-3C3F0B1150F2}"/>
              </a:ext>
            </a:extLst>
          </p:cNvPr>
          <p:cNvPicPr>
            <a:picLocks noChangeAspect="1"/>
          </p:cNvPicPr>
          <p:nvPr/>
        </p:nvPicPr>
        <p:blipFill>
          <a:blip r:embed="rId6"/>
          <a:stretch>
            <a:fillRect/>
          </a:stretch>
        </p:blipFill>
        <p:spPr>
          <a:xfrm>
            <a:off x="107504" y="6105439"/>
            <a:ext cx="9144000" cy="870060"/>
          </a:xfrm>
          <a:prstGeom prst="rect">
            <a:avLst/>
          </a:prstGeom>
        </p:spPr>
      </p:pic>
      <p:sp>
        <p:nvSpPr>
          <p:cNvPr id="14" name="矩形 13">
            <a:extLst>
              <a:ext uri="{FF2B5EF4-FFF2-40B4-BE49-F238E27FC236}">
                <a16:creationId xmlns:a16="http://schemas.microsoft.com/office/drawing/2014/main" id="{936E9AC9-39EA-635F-8E6B-384E36EA840D}"/>
              </a:ext>
            </a:extLst>
          </p:cNvPr>
          <p:cNvSpPr/>
          <p:nvPr/>
        </p:nvSpPr>
        <p:spPr>
          <a:xfrm>
            <a:off x="8100392" y="6277272"/>
            <a:ext cx="504056" cy="464096"/>
          </a:xfrm>
          <a:prstGeom prst="rect">
            <a:avLst/>
          </a:prstGeom>
          <a:noFill/>
          <a:ln w="762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329877404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B3BF29-005B-4457-937F-27EC029D2E29}"/>
              </a:ext>
            </a:extLst>
          </p:cNvPr>
          <p:cNvSpPr>
            <a:spLocks noGrp="1"/>
          </p:cNvSpPr>
          <p:nvPr>
            <p:ph type="title"/>
          </p:nvPr>
        </p:nvSpPr>
        <p:spPr>
          <a:xfrm>
            <a:off x="107504" y="188640"/>
            <a:ext cx="8928992" cy="758952"/>
          </a:xfrm>
        </p:spPr>
        <p:txBody>
          <a:bodyPr>
            <a:normAutofit fontScale="90000"/>
          </a:bodyPr>
          <a:lstStyle/>
          <a:p>
            <a:r>
              <a:rPr lang="zh-TW" altLang="en-US" dirty="0"/>
              <a:t>先到官網取得</a:t>
            </a:r>
            <a:r>
              <a:rPr lang="en-US" altLang="zh-TW" dirty="0"/>
              <a:t>CDN</a:t>
            </a:r>
            <a:r>
              <a:rPr lang="zh-TW" altLang="en-US" dirty="0"/>
              <a:t>連結</a:t>
            </a:r>
            <a:r>
              <a:rPr lang="en-US" altLang="zh-TW" dirty="0">
                <a:solidFill>
                  <a:srgbClr val="FF0000"/>
                </a:solidFill>
              </a:rPr>
              <a:t>(</a:t>
            </a:r>
            <a:r>
              <a:rPr lang="zh-TW" altLang="en-US" dirty="0">
                <a:solidFill>
                  <a:srgbClr val="FF0000"/>
                </a:solidFill>
              </a:rPr>
              <a:t>略直接用下一頁方法</a:t>
            </a:r>
            <a:r>
              <a:rPr lang="en-US" altLang="zh-TW" dirty="0">
                <a:solidFill>
                  <a:srgbClr val="FF0000"/>
                </a:solidFill>
              </a:rPr>
              <a:t>)</a:t>
            </a:r>
            <a:r>
              <a:rPr lang="zh-TW" altLang="en-US" dirty="0">
                <a:solidFill>
                  <a:srgbClr val="FF0000"/>
                </a:solidFill>
              </a:rPr>
              <a:t> </a:t>
            </a:r>
            <a:br>
              <a:rPr lang="en-US" altLang="zh-TW" dirty="0"/>
            </a:br>
            <a:r>
              <a:rPr lang="en-US" altLang="zh-TW" dirty="0"/>
              <a:t>get start-&gt;install-&gt;CDNJS(</a:t>
            </a:r>
            <a:r>
              <a:rPr lang="zh-TW" altLang="en-US" dirty="0"/>
              <a:t>可不用加</a:t>
            </a:r>
            <a:r>
              <a:rPr lang="en-US" altLang="zh-TW" dirty="0"/>
              <a:t>)</a:t>
            </a:r>
            <a:endParaRPr lang="zh-TW" altLang="en-US" dirty="0"/>
          </a:p>
        </p:txBody>
      </p:sp>
      <p:sp>
        <p:nvSpPr>
          <p:cNvPr id="3" name="投影片編號版面配置區 2">
            <a:extLst>
              <a:ext uri="{FF2B5EF4-FFF2-40B4-BE49-F238E27FC236}">
                <a16:creationId xmlns:a16="http://schemas.microsoft.com/office/drawing/2014/main" id="{B54AB260-E035-8AE1-57FD-01036C04EEA7}"/>
              </a:ext>
            </a:extLst>
          </p:cNvPr>
          <p:cNvSpPr>
            <a:spLocks noGrp="1"/>
          </p:cNvSpPr>
          <p:nvPr>
            <p:ph type="sldNum" sz="quarter" idx="12"/>
          </p:nvPr>
        </p:nvSpPr>
        <p:spPr/>
        <p:txBody>
          <a:bodyPr/>
          <a:lstStyle/>
          <a:p>
            <a:fld id="{369E457D-EE12-4164-8E32-9DDD40A95892}" type="slidenum">
              <a:rPr lang="zh-TW" altLang="en-US" smtClean="0"/>
              <a:pPr/>
              <a:t>85</a:t>
            </a:fld>
            <a:endParaRPr lang="zh-TW" altLang="en-US"/>
          </a:p>
        </p:txBody>
      </p:sp>
      <p:sp>
        <p:nvSpPr>
          <p:cNvPr id="4" name="內容版面配置區 3">
            <a:extLst>
              <a:ext uri="{FF2B5EF4-FFF2-40B4-BE49-F238E27FC236}">
                <a16:creationId xmlns:a16="http://schemas.microsoft.com/office/drawing/2014/main" id="{CDDE9338-9864-E1FE-1D0A-B66CBF075D68}"/>
              </a:ext>
            </a:extLst>
          </p:cNvPr>
          <p:cNvSpPr>
            <a:spLocks noGrp="1"/>
          </p:cNvSpPr>
          <p:nvPr>
            <p:ph sz="quarter" idx="1"/>
          </p:nvPr>
        </p:nvSpPr>
        <p:spPr>
          <a:xfrm>
            <a:off x="301752" y="1026372"/>
            <a:ext cx="8503920" cy="5831628"/>
          </a:xfrm>
        </p:spPr>
        <p:txBody>
          <a:bodyPr>
            <a:normAutofit fontScale="77500" lnSpcReduction="20000"/>
          </a:bodyPr>
          <a:lstStyle/>
          <a:p>
            <a:pPr marL="0" indent="0">
              <a:buNone/>
            </a:pPr>
            <a:r>
              <a:rPr lang="en-US" altLang="zh-TW" sz="1800" kern="100" dirty="0">
                <a:effectLst/>
                <a:latin typeface="Courier New" panose="02070309020205020404" pitchFamily="49" charset="0"/>
                <a:ea typeface="標楷體" panose="03000509000000000000" pitchFamily="65" charset="-120"/>
              </a:rPr>
              <a:t>&lt;script </a:t>
            </a:r>
            <a:r>
              <a:rPr lang="en-US" altLang="zh-TW" sz="1800" kern="100" dirty="0" err="1">
                <a:effectLst/>
                <a:latin typeface="Courier New" panose="02070309020205020404" pitchFamily="49" charset="0"/>
                <a:ea typeface="標楷體" panose="03000509000000000000" pitchFamily="65" charset="-120"/>
              </a:rPr>
              <a:t>src</a:t>
            </a:r>
            <a:r>
              <a:rPr lang="en-US" altLang="zh-TW" sz="1800" kern="100" dirty="0">
                <a:effectLst/>
                <a:latin typeface="Courier New" panose="02070309020205020404" pitchFamily="49" charset="0"/>
                <a:ea typeface="標楷體" panose="03000509000000000000" pitchFamily="65" charset="-120"/>
              </a:rPr>
              <a:t>="https://cdnjs.cloudflare.com/ajax/libs/Chart.js/4.2.0/chart.min.js" integrity="sha512-qKyIokLnyh6oSnWsc5h21uwMAQtljqMZZT17CIMXuCQNIfFSFF4tJdMOaJHL9fQdJUANid6OB6DRR0zdHrbWAw==" </a:t>
            </a:r>
            <a:r>
              <a:rPr lang="en-US" altLang="zh-TW" sz="1800" kern="100" dirty="0" err="1">
                <a:effectLst/>
                <a:latin typeface="Courier New" panose="02070309020205020404" pitchFamily="49" charset="0"/>
                <a:ea typeface="標楷體" panose="03000509000000000000" pitchFamily="65" charset="-120"/>
              </a:rPr>
              <a:t>crossorigin</a:t>
            </a:r>
            <a:r>
              <a:rPr lang="en-US" altLang="zh-TW" sz="1800" kern="100" dirty="0">
                <a:effectLst/>
                <a:latin typeface="Courier New" panose="02070309020205020404" pitchFamily="49" charset="0"/>
                <a:ea typeface="標楷體" panose="03000509000000000000" pitchFamily="65" charset="-120"/>
              </a:rPr>
              <a:t>="anonymous" </a:t>
            </a:r>
            <a:r>
              <a:rPr lang="en-US" altLang="zh-TW" sz="1800" kern="100" dirty="0" err="1">
                <a:effectLst/>
                <a:latin typeface="Courier New" panose="02070309020205020404" pitchFamily="49" charset="0"/>
                <a:ea typeface="標楷體" panose="03000509000000000000" pitchFamily="65" charset="-120"/>
              </a:rPr>
              <a:t>referrerpolicy</a:t>
            </a:r>
            <a:r>
              <a:rPr lang="en-US" altLang="zh-TW" sz="1800" kern="100" dirty="0">
                <a:effectLst/>
                <a:latin typeface="Courier New" panose="02070309020205020404" pitchFamily="49" charset="0"/>
                <a:ea typeface="標楷體" panose="03000509000000000000" pitchFamily="65" charset="-120"/>
              </a:rPr>
              <a:t>="no-referrer"&gt;&lt;/script&gt;</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en-US" altLang="zh-TW" dirty="0"/>
          </a:p>
          <a:p>
            <a:r>
              <a:rPr lang="zh-TW" altLang="en-US" b="1" dirty="0">
                <a:solidFill>
                  <a:srgbClr val="FF0000"/>
                </a:solidFill>
              </a:rPr>
              <a:t>放在</a:t>
            </a:r>
            <a:r>
              <a:rPr lang="en-US" altLang="zh-TW" b="1" dirty="0">
                <a:solidFill>
                  <a:srgbClr val="FF0000"/>
                </a:solidFill>
              </a:rPr>
              <a:t>base.html</a:t>
            </a:r>
            <a:r>
              <a:rPr lang="zh-TW" altLang="en-US" b="1" dirty="0">
                <a:solidFill>
                  <a:srgbClr val="FF0000"/>
                </a:solidFill>
              </a:rPr>
              <a:t>中 </a:t>
            </a:r>
            <a:r>
              <a:rPr lang="en-US" altLang="zh-TW" b="1" dirty="0">
                <a:solidFill>
                  <a:srgbClr val="FF0000"/>
                </a:solidFill>
              </a:rPr>
              <a:t>bs5 script</a:t>
            </a:r>
            <a:r>
              <a:rPr lang="zh-TW" altLang="en-US" b="1" dirty="0">
                <a:solidFill>
                  <a:srgbClr val="FF0000"/>
                </a:solidFill>
              </a:rPr>
              <a:t>後面</a:t>
            </a:r>
            <a:endParaRPr lang="en-US" altLang="zh-TW" b="1" dirty="0">
              <a:solidFill>
                <a:srgbClr val="FF0000"/>
              </a:solidFill>
            </a:endParaRPr>
          </a:p>
          <a:p>
            <a:endParaRPr lang="en-US" altLang="zh-TW" dirty="0">
              <a:solidFill>
                <a:srgbClr val="FF0000"/>
              </a:solidFill>
            </a:endParaRPr>
          </a:p>
          <a:p>
            <a:r>
              <a:rPr lang="en-US" altLang="zh-TW" dirty="0">
                <a:solidFill>
                  <a:srgbClr val="FF0000"/>
                </a:solidFill>
              </a:rPr>
              <a:t>&lt;script </a:t>
            </a:r>
            <a:r>
              <a:rPr lang="en-US" altLang="zh-TW" dirty="0" err="1">
                <a:solidFill>
                  <a:srgbClr val="FF0000"/>
                </a:solidFill>
              </a:rPr>
              <a:t>src</a:t>
            </a:r>
            <a:r>
              <a:rPr lang="en-US" altLang="zh-TW" dirty="0"/>
              <a:t>="https://cdn.jsdelivr.net/</a:t>
            </a:r>
            <a:r>
              <a:rPr lang="en-US" altLang="zh-TW" dirty="0" err="1"/>
              <a:t>npm</a:t>
            </a:r>
            <a:r>
              <a:rPr lang="en-US" altLang="zh-TW" dirty="0"/>
              <a:t>/bootstrap@5.3.0-alpha1/</a:t>
            </a:r>
            <a:r>
              <a:rPr lang="en-US" altLang="zh-TW" dirty="0" err="1"/>
              <a:t>dist</a:t>
            </a:r>
            <a:r>
              <a:rPr lang="en-US" altLang="zh-TW" dirty="0"/>
              <a:t>/</a:t>
            </a:r>
            <a:r>
              <a:rPr lang="en-US" altLang="zh-TW" dirty="0" err="1"/>
              <a:t>js</a:t>
            </a:r>
            <a:r>
              <a:rPr lang="en-US" altLang="zh-TW" dirty="0"/>
              <a:t>/bootstrap.bundle.min.js" integrity="sha384-w76AqPfDkMBDXo30jS1Sgez6pr3x5MlQ1ZAGC+nuZB+EYdgRZgiwxhTBTkF7CXvN" </a:t>
            </a:r>
            <a:r>
              <a:rPr lang="en-US" altLang="zh-TW" dirty="0" err="1"/>
              <a:t>crossorigin</a:t>
            </a:r>
            <a:r>
              <a:rPr lang="en-US" altLang="zh-TW" dirty="0"/>
              <a:t>="anonymous"&gt;&lt;/script&gt;</a:t>
            </a:r>
          </a:p>
          <a:p>
            <a:endParaRPr lang="en-US" altLang="zh-TW" dirty="0"/>
          </a:p>
          <a:p>
            <a:r>
              <a:rPr lang="en-US" altLang="zh-TW" dirty="0">
                <a:solidFill>
                  <a:srgbClr val="FF0000"/>
                </a:solidFill>
              </a:rPr>
              <a:t>&lt;script </a:t>
            </a:r>
            <a:r>
              <a:rPr lang="en-US" altLang="zh-TW" dirty="0" err="1">
                <a:solidFill>
                  <a:srgbClr val="FF0000"/>
                </a:solidFill>
              </a:rPr>
              <a:t>src</a:t>
            </a:r>
            <a:r>
              <a:rPr lang="en-US" altLang="zh-TW" dirty="0">
                <a:solidFill>
                  <a:srgbClr val="FF0000"/>
                </a:solidFill>
              </a:rPr>
              <a:t>="https://cdnjs.cloudflare.com/ajax/libs/Chart.js/4.5.0/chart.min.js" integrity="sha512-n/G+dROKbKL3GVngGWmWfwK0yPctjZQM752diVYnXZtD/48agpUKLIn0xDQL9ydZ91x6BiOmTIFwWjjFi2kEFg==" </a:t>
            </a:r>
            <a:r>
              <a:rPr lang="en-US" altLang="zh-TW" dirty="0" err="1">
                <a:solidFill>
                  <a:srgbClr val="FF0000"/>
                </a:solidFill>
              </a:rPr>
              <a:t>crossorigin</a:t>
            </a:r>
            <a:r>
              <a:rPr lang="en-US" altLang="zh-TW" dirty="0">
                <a:solidFill>
                  <a:srgbClr val="FF0000"/>
                </a:solidFill>
              </a:rPr>
              <a:t>="anonymous" </a:t>
            </a:r>
            <a:r>
              <a:rPr lang="en-US" altLang="zh-TW" dirty="0" err="1">
                <a:solidFill>
                  <a:srgbClr val="FF0000"/>
                </a:solidFill>
              </a:rPr>
              <a:t>referrerpolicy</a:t>
            </a:r>
            <a:r>
              <a:rPr lang="en-US" altLang="zh-TW" dirty="0">
                <a:solidFill>
                  <a:srgbClr val="FF0000"/>
                </a:solidFill>
              </a:rPr>
              <a:t>="no-referrer"&gt;&lt;/script&gt;</a:t>
            </a:r>
            <a:endParaRPr lang="zh-TW" altLang="en-US" dirty="0">
              <a:solidFill>
                <a:srgbClr val="FF0000"/>
              </a:solidFill>
            </a:endParaRPr>
          </a:p>
        </p:txBody>
      </p:sp>
      <p:pic>
        <p:nvPicPr>
          <p:cNvPr id="6" name="圖片 5">
            <a:extLst>
              <a:ext uri="{FF2B5EF4-FFF2-40B4-BE49-F238E27FC236}">
                <a16:creationId xmlns:a16="http://schemas.microsoft.com/office/drawing/2014/main" id="{1FC42732-DA46-D922-45C1-2C1C6AE40120}"/>
              </a:ext>
            </a:extLst>
          </p:cNvPr>
          <p:cNvPicPr>
            <a:picLocks noChangeAspect="1"/>
          </p:cNvPicPr>
          <p:nvPr/>
        </p:nvPicPr>
        <p:blipFill>
          <a:blip r:embed="rId2"/>
          <a:stretch>
            <a:fillRect/>
          </a:stretch>
        </p:blipFill>
        <p:spPr>
          <a:xfrm>
            <a:off x="5325503" y="982251"/>
            <a:ext cx="3553321" cy="1819529"/>
          </a:xfrm>
          <a:prstGeom prst="rect">
            <a:avLst/>
          </a:prstGeom>
        </p:spPr>
      </p:pic>
    </p:spTree>
    <p:extLst>
      <p:ext uri="{BB962C8B-B14F-4D97-AF65-F5344CB8AC3E}">
        <p14:creationId xmlns:p14="http://schemas.microsoft.com/office/powerpoint/2010/main" val="41429475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D3D860-CD1C-8264-59C5-31786FDCC02D}"/>
              </a:ext>
            </a:extLst>
          </p:cNvPr>
          <p:cNvSpPr>
            <a:spLocks noGrp="1"/>
          </p:cNvSpPr>
          <p:nvPr>
            <p:ph type="title"/>
          </p:nvPr>
        </p:nvSpPr>
        <p:spPr/>
        <p:txBody>
          <a:bodyPr>
            <a:normAutofit fontScale="90000"/>
          </a:bodyPr>
          <a:lstStyle/>
          <a:p>
            <a:r>
              <a:rPr lang="zh-TW" altLang="en-US" dirty="0"/>
              <a:t>修改</a:t>
            </a:r>
            <a:r>
              <a:rPr lang="en-US" altLang="zh-TW" dirty="0"/>
              <a:t>votes.html</a:t>
            </a:r>
            <a:r>
              <a:rPr lang="zh-TW" altLang="en-US" dirty="0"/>
              <a:t>中的內容</a:t>
            </a:r>
            <a:br>
              <a:rPr lang="en-US" altLang="zh-TW" dirty="0"/>
            </a:br>
            <a:r>
              <a:rPr lang="en-US" altLang="zh-TW" dirty="0"/>
              <a:t>copy</a:t>
            </a:r>
            <a:r>
              <a:rPr lang="zh-TW" altLang="en-US" dirty="0"/>
              <a:t>官網</a:t>
            </a:r>
            <a:r>
              <a:rPr lang="en-US" altLang="zh-TW" dirty="0" err="1"/>
              <a:t>js</a:t>
            </a:r>
            <a:r>
              <a:rPr lang="zh-TW" altLang="en-US" dirty="0"/>
              <a:t>的</a:t>
            </a:r>
            <a:r>
              <a:rPr lang="zh-TW" altLang="en-US" dirty="0">
                <a:hlinkClick r:id="rId3"/>
              </a:rPr>
              <a:t>內容</a:t>
            </a:r>
            <a:r>
              <a:rPr lang="zh-TW" altLang="en-US" dirty="0"/>
              <a:t>：</a:t>
            </a:r>
            <a:r>
              <a:rPr lang="en-US" altLang="zh-TW" dirty="0"/>
              <a:t>get start-&gt;create a chart</a:t>
            </a:r>
            <a:endParaRPr lang="zh-TW" altLang="en-US" dirty="0"/>
          </a:p>
        </p:txBody>
      </p:sp>
      <p:sp>
        <p:nvSpPr>
          <p:cNvPr id="3" name="投影片編號版面配置區 2">
            <a:extLst>
              <a:ext uri="{FF2B5EF4-FFF2-40B4-BE49-F238E27FC236}">
                <a16:creationId xmlns:a16="http://schemas.microsoft.com/office/drawing/2014/main" id="{CDDE4D9C-C29D-90DF-9064-7B0A69F4017F}"/>
              </a:ext>
            </a:extLst>
          </p:cNvPr>
          <p:cNvSpPr>
            <a:spLocks noGrp="1"/>
          </p:cNvSpPr>
          <p:nvPr>
            <p:ph type="sldNum" sz="quarter" idx="12"/>
          </p:nvPr>
        </p:nvSpPr>
        <p:spPr/>
        <p:txBody>
          <a:bodyPr/>
          <a:lstStyle/>
          <a:p>
            <a:fld id="{369E457D-EE12-4164-8E32-9DDD40A95892}" type="slidenum">
              <a:rPr lang="zh-TW" altLang="en-US" smtClean="0"/>
              <a:pPr/>
              <a:t>86</a:t>
            </a:fld>
            <a:endParaRPr lang="zh-TW" altLang="en-US"/>
          </a:p>
        </p:txBody>
      </p:sp>
      <p:sp>
        <p:nvSpPr>
          <p:cNvPr id="4" name="內容版面配置區 3">
            <a:extLst>
              <a:ext uri="{FF2B5EF4-FFF2-40B4-BE49-F238E27FC236}">
                <a16:creationId xmlns:a16="http://schemas.microsoft.com/office/drawing/2014/main" id="{12834A10-6B63-AF1D-4585-BDB3515E2F4E}"/>
              </a:ext>
            </a:extLst>
          </p:cNvPr>
          <p:cNvSpPr>
            <a:spLocks noGrp="1"/>
          </p:cNvSpPr>
          <p:nvPr>
            <p:ph sz="quarter" idx="1"/>
          </p:nvPr>
        </p:nvSpPr>
        <p:spPr>
          <a:xfrm>
            <a:off x="296942" y="1216152"/>
            <a:ext cx="8503920" cy="5641848"/>
          </a:xfrm>
        </p:spPr>
        <p:txBody>
          <a:bodyPr>
            <a:normAutofit lnSpcReduction="10000"/>
          </a:bodyPr>
          <a:lstStyle/>
          <a:p>
            <a:pPr marL="0" indent="0">
              <a:buNone/>
            </a:pPr>
            <a:r>
              <a:rPr lang="en-US" altLang="zh-TW" sz="1000" b="1" kern="100" dirty="0">
                <a:effectLst/>
                <a:latin typeface="Courier New" panose="02070309020205020404" pitchFamily="49" charset="0"/>
                <a:ea typeface="標楷體" panose="03000509000000000000" pitchFamily="65" charset="-120"/>
              </a:rPr>
              <a:t> </a:t>
            </a:r>
            <a:r>
              <a:rPr lang="en-US" altLang="zh-TW" sz="2400" b="1" kern="100" dirty="0">
                <a:solidFill>
                  <a:srgbClr val="FF0000"/>
                </a:solidFill>
                <a:effectLst/>
                <a:latin typeface="Courier New" panose="02070309020205020404" pitchFamily="49" charset="0"/>
                <a:ea typeface="標楷體" panose="03000509000000000000" pitchFamily="65" charset="-120"/>
              </a:rPr>
              <a:t>&lt;div class="col-md-6"&gt;</a:t>
            </a:r>
            <a:endParaRPr lang="zh-TW" altLang="zh-TW" sz="10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&lt;div&gt;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&lt;canvas id="</a:t>
            </a:r>
            <a:r>
              <a:rPr lang="en-US" altLang="zh-TW" sz="1000" b="1" kern="100" dirty="0" err="1">
                <a:effectLst/>
                <a:latin typeface="Courier New" panose="02070309020205020404" pitchFamily="49" charset="0"/>
                <a:ea typeface="標楷體" panose="03000509000000000000" pitchFamily="65" charset="-120"/>
              </a:rPr>
              <a:t>myChart</a:t>
            </a:r>
            <a:r>
              <a:rPr lang="en-US" altLang="zh-TW" sz="1000" b="1" kern="100" dirty="0">
                <a:effectLst/>
                <a:latin typeface="Courier New" panose="02070309020205020404" pitchFamily="49" charset="0"/>
                <a:ea typeface="標楷體" panose="03000509000000000000" pitchFamily="65" charset="-120"/>
              </a:rPr>
              <a:t>"&gt;&lt;/canvas&gt;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&lt;/div&gt;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r>
              <a:rPr lang="en-US" altLang="zh-TW" sz="1400" b="1" kern="100" dirty="0">
                <a:solidFill>
                  <a:srgbClr val="FF0000"/>
                </a:solidFill>
                <a:effectLst/>
                <a:latin typeface="Courier New" panose="02070309020205020404" pitchFamily="49" charset="0"/>
                <a:ea typeface="標楷體" panose="03000509000000000000" pitchFamily="65" charset="-120"/>
              </a:rPr>
              <a:t>&lt;script </a:t>
            </a:r>
            <a:r>
              <a:rPr lang="en-US" altLang="zh-TW" sz="1400" b="1" kern="100" dirty="0" err="1">
                <a:solidFill>
                  <a:srgbClr val="FF0000"/>
                </a:solidFill>
                <a:effectLst/>
                <a:latin typeface="Courier New" panose="02070309020205020404" pitchFamily="49" charset="0"/>
                <a:ea typeface="標楷體" panose="03000509000000000000" pitchFamily="65" charset="-120"/>
              </a:rPr>
              <a:t>src</a:t>
            </a:r>
            <a:r>
              <a:rPr lang="en-US" altLang="zh-TW" sz="1400" b="1" kern="100" dirty="0">
                <a:solidFill>
                  <a:srgbClr val="FF0000"/>
                </a:solidFill>
                <a:effectLst/>
                <a:latin typeface="Courier New" panose="02070309020205020404" pitchFamily="49" charset="0"/>
                <a:ea typeface="標楷體" panose="03000509000000000000" pitchFamily="65" charset="-120"/>
              </a:rPr>
              <a:t>="https://cdn.jsdelivr.net/</a:t>
            </a:r>
            <a:r>
              <a:rPr lang="en-US" altLang="zh-TW" sz="1400" b="1" kern="100" dirty="0" err="1">
                <a:solidFill>
                  <a:srgbClr val="FF0000"/>
                </a:solidFill>
                <a:effectLst/>
                <a:latin typeface="Courier New" panose="02070309020205020404" pitchFamily="49" charset="0"/>
                <a:ea typeface="標楷體" panose="03000509000000000000" pitchFamily="65" charset="-120"/>
              </a:rPr>
              <a:t>npm</a:t>
            </a:r>
            <a:r>
              <a:rPr lang="en-US" altLang="zh-TW" sz="1400" b="1" kern="100" dirty="0">
                <a:solidFill>
                  <a:srgbClr val="FF0000"/>
                </a:solidFill>
                <a:effectLst/>
                <a:latin typeface="Courier New" panose="02070309020205020404" pitchFamily="49" charset="0"/>
                <a:ea typeface="標楷體" panose="03000509000000000000" pitchFamily="65" charset="-120"/>
              </a:rPr>
              <a:t>/chart.js"&gt;&lt;/script&gt;</a:t>
            </a:r>
            <a:endParaRPr lang="zh-TW" altLang="zh-TW" sz="14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&lt;script&gt;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const </a:t>
            </a:r>
            <a:r>
              <a:rPr lang="en-US" altLang="zh-TW" sz="1000" b="1" kern="100" dirty="0" err="1">
                <a:effectLst/>
                <a:latin typeface="Courier New" panose="02070309020205020404" pitchFamily="49" charset="0"/>
                <a:ea typeface="標楷體" panose="03000509000000000000" pitchFamily="65" charset="-120"/>
              </a:rPr>
              <a:t>ctx</a:t>
            </a:r>
            <a:r>
              <a:rPr lang="en-US" altLang="zh-TW" sz="1000" b="1" kern="100" dirty="0">
                <a:effectLst/>
                <a:latin typeface="Courier New" panose="02070309020205020404" pitchFamily="49" charset="0"/>
                <a:ea typeface="標楷體" panose="03000509000000000000" pitchFamily="65" charset="-120"/>
              </a:rPr>
              <a:t> = </a:t>
            </a:r>
            <a:r>
              <a:rPr lang="en-US" altLang="zh-TW" sz="1000" b="1" kern="100" dirty="0" err="1">
                <a:effectLst/>
                <a:latin typeface="Courier New" panose="02070309020205020404" pitchFamily="49" charset="0"/>
                <a:ea typeface="標楷體" panose="03000509000000000000" pitchFamily="65" charset="-120"/>
              </a:rPr>
              <a:t>document.getElementById</a:t>
            </a:r>
            <a:r>
              <a:rPr lang="en-US" altLang="zh-TW" sz="1000" b="1" kern="100" dirty="0">
                <a:effectLst/>
                <a:latin typeface="Courier New" panose="02070309020205020404" pitchFamily="49" charset="0"/>
                <a:ea typeface="標楷體" panose="03000509000000000000" pitchFamily="65" charset="-120"/>
              </a:rPr>
              <a:t>('</a:t>
            </a:r>
            <a:r>
              <a:rPr lang="en-US" altLang="zh-TW" sz="1000" b="1" kern="100" dirty="0" err="1">
                <a:effectLst/>
                <a:latin typeface="Courier New" panose="02070309020205020404" pitchFamily="49" charset="0"/>
                <a:ea typeface="標楷體" panose="03000509000000000000" pitchFamily="65" charset="-120"/>
              </a:rPr>
              <a:t>myChart</a:t>
            </a:r>
            <a:r>
              <a:rPr lang="en-US" altLang="zh-TW" sz="1000" b="1" kern="100" dirty="0">
                <a:effectLst/>
                <a:latin typeface="Courier New" panose="02070309020205020404" pitchFamily="49" charset="0"/>
                <a:ea typeface="標楷體" panose="03000509000000000000" pitchFamily="65" charset="-120"/>
              </a:rPr>
              <a: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new Chart(</a:t>
            </a:r>
            <a:r>
              <a:rPr lang="en-US" altLang="zh-TW" sz="1000" b="1" kern="100" dirty="0" err="1">
                <a:effectLst/>
                <a:latin typeface="Courier New" panose="02070309020205020404" pitchFamily="49" charset="0"/>
                <a:ea typeface="標楷體" panose="03000509000000000000" pitchFamily="65" charset="-120"/>
              </a:rPr>
              <a:t>ctx</a:t>
            </a: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type: 'bar',</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data: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labels: ['Red', 'Blue', 'Yellow', 'Green', 'Purple', 'Orange'],</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datasets: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label: '# of Votes',</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data: [12, 19, 3, 5, 2, 3],</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r>
              <a:rPr lang="en-US" altLang="zh-TW" sz="1000" b="1" kern="100" dirty="0" err="1">
                <a:effectLst/>
                <a:latin typeface="Courier New" panose="02070309020205020404" pitchFamily="49" charset="0"/>
                <a:ea typeface="標楷體" panose="03000509000000000000" pitchFamily="65" charset="-120"/>
              </a:rPr>
              <a:t>borderWidth</a:t>
            </a:r>
            <a:r>
              <a:rPr lang="en-US" altLang="zh-TW" sz="1000" b="1" kern="100" dirty="0">
                <a:effectLst/>
                <a:latin typeface="Courier New" panose="02070309020205020404" pitchFamily="49" charset="0"/>
                <a:ea typeface="標楷體" panose="03000509000000000000" pitchFamily="65" charset="-120"/>
              </a:rPr>
              <a:t>: 1</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options: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scales: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y: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r>
              <a:rPr lang="en-US" altLang="zh-TW" sz="1000" b="1" kern="100" dirty="0" err="1">
                <a:effectLst/>
                <a:latin typeface="Courier New" panose="02070309020205020404" pitchFamily="49" charset="0"/>
                <a:ea typeface="標楷體" panose="03000509000000000000" pitchFamily="65" charset="-120"/>
              </a:rPr>
              <a:t>beginAtZero</a:t>
            </a:r>
            <a:r>
              <a:rPr lang="en-US" altLang="zh-TW" sz="1000" b="1" kern="100" dirty="0">
                <a:effectLst/>
                <a:latin typeface="Courier New" panose="02070309020205020404" pitchFamily="49" charset="0"/>
                <a:ea typeface="標楷體" panose="03000509000000000000" pitchFamily="65" charset="-120"/>
              </a:rPr>
              <a:t>: true</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&lt;/script&gt;</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endParaRPr lang="zh-TW" altLang="zh-TW" sz="1000" kern="100" dirty="0">
              <a:effectLst/>
              <a:latin typeface="Courier New" panose="02070309020205020404" pitchFamily="49" charset="0"/>
              <a:ea typeface="標楷體" panose="03000509000000000000" pitchFamily="65" charset="-120"/>
            </a:endParaRPr>
          </a:p>
          <a:p>
            <a:pPr marL="0" indent="0">
              <a:buNone/>
            </a:pPr>
            <a:r>
              <a:rPr lang="en-US" altLang="zh-TW" sz="1000" b="1" kern="100" dirty="0">
                <a:effectLst/>
                <a:latin typeface="Courier New" panose="02070309020205020404" pitchFamily="49" charset="0"/>
                <a:ea typeface="標楷體" panose="03000509000000000000" pitchFamily="65" charset="-120"/>
              </a:rPr>
              <a:t>        </a:t>
            </a:r>
            <a:r>
              <a:rPr lang="en-US" altLang="zh-TW" sz="1700" b="1" kern="100" dirty="0">
                <a:solidFill>
                  <a:srgbClr val="FF0000"/>
                </a:solidFill>
                <a:effectLst/>
                <a:latin typeface="Courier New" panose="02070309020205020404" pitchFamily="49" charset="0"/>
                <a:ea typeface="標楷體" panose="03000509000000000000" pitchFamily="65" charset="-120"/>
              </a:rPr>
              <a:t>&lt;/div&gt;</a:t>
            </a:r>
            <a:endParaRPr lang="zh-TW" altLang="en-US" sz="1400" dirty="0">
              <a:solidFill>
                <a:srgbClr val="FF0000"/>
              </a:solidFill>
            </a:endParaRPr>
          </a:p>
        </p:txBody>
      </p:sp>
      <p:sp>
        <p:nvSpPr>
          <p:cNvPr id="6" name="文字方塊 5">
            <a:hlinkClick r:id="rId3"/>
            <a:extLst>
              <a:ext uri="{FF2B5EF4-FFF2-40B4-BE49-F238E27FC236}">
                <a16:creationId xmlns:a16="http://schemas.microsoft.com/office/drawing/2014/main" id="{DA2E8003-AED3-43F9-12AD-C053D807D984}"/>
              </a:ext>
            </a:extLst>
          </p:cNvPr>
          <p:cNvSpPr txBox="1"/>
          <p:nvPr/>
        </p:nvSpPr>
        <p:spPr>
          <a:xfrm>
            <a:off x="4716016" y="1237112"/>
            <a:ext cx="4572000" cy="646331"/>
          </a:xfrm>
          <a:prstGeom prst="rect">
            <a:avLst/>
          </a:prstGeom>
          <a:noFill/>
        </p:spPr>
        <p:txBody>
          <a:bodyPr wrap="square">
            <a:spAutoFit/>
          </a:bodyPr>
          <a:lstStyle/>
          <a:p>
            <a:r>
              <a:rPr lang="en-US" altLang="zh-TW" dirty="0"/>
              <a:t>https://www.chartjs.org/docs/latest/getting-started/</a:t>
            </a:r>
            <a:endParaRPr lang="zh-TW" altLang="en-US" dirty="0"/>
          </a:p>
        </p:txBody>
      </p:sp>
      <p:pic>
        <p:nvPicPr>
          <p:cNvPr id="7" name="圖片 6">
            <a:extLst>
              <a:ext uri="{FF2B5EF4-FFF2-40B4-BE49-F238E27FC236}">
                <a16:creationId xmlns:a16="http://schemas.microsoft.com/office/drawing/2014/main" id="{37A6FE6A-37EA-8CC4-BBE6-74B79E4B4644}"/>
              </a:ext>
            </a:extLst>
          </p:cNvPr>
          <p:cNvPicPr>
            <a:picLocks noChangeAspect="1"/>
          </p:cNvPicPr>
          <p:nvPr/>
        </p:nvPicPr>
        <p:blipFill>
          <a:blip r:embed="rId4"/>
          <a:stretch>
            <a:fillRect/>
          </a:stretch>
        </p:blipFill>
        <p:spPr>
          <a:xfrm>
            <a:off x="4781330" y="5010319"/>
            <a:ext cx="3153215" cy="743054"/>
          </a:xfrm>
          <a:prstGeom prst="rect">
            <a:avLst/>
          </a:prstGeom>
        </p:spPr>
      </p:pic>
      <p:pic>
        <p:nvPicPr>
          <p:cNvPr id="9" name="圖片 8">
            <a:extLst>
              <a:ext uri="{FF2B5EF4-FFF2-40B4-BE49-F238E27FC236}">
                <a16:creationId xmlns:a16="http://schemas.microsoft.com/office/drawing/2014/main" id="{1DE45774-EC0B-799F-1AB8-29B0CD2D495D}"/>
              </a:ext>
            </a:extLst>
          </p:cNvPr>
          <p:cNvPicPr>
            <a:picLocks noChangeAspect="1"/>
          </p:cNvPicPr>
          <p:nvPr/>
        </p:nvPicPr>
        <p:blipFill>
          <a:blip r:embed="rId5"/>
          <a:stretch>
            <a:fillRect/>
          </a:stretch>
        </p:blipFill>
        <p:spPr>
          <a:xfrm>
            <a:off x="2555776" y="5867673"/>
            <a:ext cx="6588224" cy="780671"/>
          </a:xfrm>
          <a:prstGeom prst="rect">
            <a:avLst/>
          </a:prstGeom>
        </p:spPr>
      </p:pic>
      <p:sp>
        <p:nvSpPr>
          <p:cNvPr id="10" name="矩形 9">
            <a:extLst>
              <a:ext uri="{FF2B5EF4-FFF2-40B4-BE49-F238E27FC236}">
                <a16:creationId xmlns:a16="http://schemas.microsoft.com/office/drawing/2014/main" id="{BD717CC1-7FBE-CA0A-EA47-1398FDE20693}"/>
              </a:ext>
            </a:extLst>
          </p:cNvPr>
          <p:cNvSpPr/>
          <p:nvPr/>
        </p:nvSpPr>
        <p:spPr>
          <a:xfrm>
            <a:off x="8604448" y="6228020"/>
            <a:ext cx="504056" cy="369332"/>
          </a:xfrm>
          <a:prstGeom prst="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pic>
        <p:nvPicPr>
          <p:cNvPr id="8" name="圖片 7">
            <a:extLst>
              <a:ext uri="{FF2B5EF4-FFF2-40B4-BE49-F238E27FC236}">
                <a16:creationId xmlns:a16="http://schemas.microsoft.com/office/drawing/2014/main" id="{CC3876A9-F6C4-483C-EF8E-96EF1C41F92C}"/>
              </a:ext>
            </a:extLst>
          </p:cNvPr>
          <p:cNvPicPr>
            <a:picLocks noChangeAspect="1"/>
          </p:cNvPicPr>
          <p:nvPr/>
        </p:nvPicPr>
        <p:blipFill>
          <a:blip r:embed="rId6"/>
          <a:stretch>
            <a:fillRect/>
          </a:stretch>
        </p:blipFill>
        <p:spPr>
          <a:xfrm>
            <a:off x="6804248" y="2614361"/>
            <a:ext cx="2535965" cy="2048759"/>
          </a:xfrm>
          <a:prstGeom prst="rect">
            <a:avLst/>
          </a:prstGeom>
        </p:spPr>
      </p:pic>
      <p:cxnSp>
        <p:nvCxnSpPr>
          <p:cNvPr id="12" name="直線單箭頭接點 11">
            <a:extLst>
              <a:ext uri="{FF2B5EF4-FFF2-40B4-BE49-F238E27FC236}">
                <a16:creationId xmlns:a16="http://schemas.microsoft.com/office/drawing/2014/main" id="{140437D3-42F0-DE68-43A6-47C903321F54}"/>
              </a:ext>
            </a:extLst>
          </p:cNvPr>
          <p:cNvCxnSpPr/>
          <p:nvPr/>
        </p:nvCxnSpPr>
        <p:spPr>
          <a:xfrm flipH="1">
            <a:off x="8172400" y="3429000"/>
            <a:ext cx="628462" cy="5040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5624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1BAB97-6748-BFDE-8505-C97C43E996AD}"/>
              </a:ext>
            </a:extLst>
          </p:cNvPr>
          <p:cNvSpPr>
            <a:spLocks noGrp="1"/>
          </p:cNvSpPr>
          <p:nvPr>
            <p:ph type="title"/>
          </p:nvPr>
        </p:nvSpPr>
        <p:spPr/>
        <p:txBody>
          <a:bodyPr/>
          <a:lstStyle/>
          <a:p>
            <a:r>
              <a:rPr lang="zh-TW" altLang="en-US"/>
              <a:t>先測試圖表是否可以出現</a:t>
            </a:r>
          </a:p>
        </p:txBody>
      </p:sp>
      <p:sp>
        <p:nvSpPr>
          <p:cNvPr id="3" name="投影片編號版面配置區 2">
            <a:extLst>
              <a:ext uri="{FF2B5EF4-FFF2-40B4-BE49-F238E27FC236}">
                <a16:creationId xmlns:a16="http://schemas.microsoft.com/office/drawing/2014/main" id="{3F7C109C-AC7D-6F57-F4A9-367B2C8F11FB}"/>
              </a:ext>
            </a:extLst>
          </p:cNvPr>
          <p:cNvSpPr>
            <a:spLocks noGrp="1"/>
          </p:cNvSpPr>
          <p:nvPr>
            <p:ph type="sldNum" sz="quarter" idx="12"/>
          </p:nvPr>
        </p:nvSpPr>
        <p:spPr/>
        <p:txBody>
          <a:bodyPr/>
          <a:lstStyle/>
          <a:p>
            <a:fld id="{369E457D-EE12-4164-8E32-9DDD40A95892}" type="slidenum">
              <a:rPr lang="zh-TW" altLang="en-US" smtClean="0"/>
              <a:pPr/>
              <a:t>87</a:t>
            </a:fld>
            <a:endParaRPr lang="zh-TW" altLang="en-US"/>
          </a:p>
        </p:txBody>
      </p:sp>
      <p:pic>
        <p:nvPicPr>
          <p:cNvPr id="5" name="內容版面配置區 4">
            <a:extLst>
              <a:ext uri="{FF2B5EF4-FFF2-40B4-BE49-F238E27FC236}">
                <a16:creationId xmlns:a16="http://schemas.microsoft.com/office/drawing/2014/main" id="{386A41E0-70FE-2255-879C-B037B1378F64}"/>
              </a:ext>
            </a:extLst>
          </p:cNvPr>
          <p:cNvPicPr>
            <a:picLocks noGrp="1" noChangeAspect="1"/>
          </p:cNvPicPr>
          <p:nvPr>
            <p:ph sz="quarter" idx="1"/>
          </p:nvPr>
        </p:nvPicPr>
        <p:blipFill>
          <a:blip r:embed="rId2"/>
          <a:stretch>
            <a:fillRect/>
          </a:stretch>
        </p:blipFill>
        <p:spPr>
          <a:xfrm>
            <a:off x="388721" y="1527175"/>
            <a:ext cx="8330045" cy="4572000"/>
          </a:xfrm>
          <a:prstGeom prst="rect">
            <a:avLst/>
          </a:prstGeom>
        </p:spPr>
      </p:pic>
    </p:spTree>
    <p:extLst>
      <p:ext uri="{BB962C8B-B14F-4D97-AF65-F5344CB8AC3E}">
        <p14:creationId xmlns:p14="http://schemas.microsoft.com/office/powerpoint/2010/main" val="34533061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A05963-D75B-9F4E-36D5-BE050C9F36AF}"/>
              </a:ext>
            </a:extLst>
          </p:cNvPr>
          <p:cNvSpPr>
            <a:spLocks noGrp="1"/>
          </p:cNvSpPr>
          <p:nvPr>
            <p:ph type="title"/>
          </p:nvPr>
        </p:nvSpPr>
        <p:spPr/>
        <p:txBody>
          <a:bodyPr/>
          <a:lstStyle/>
          <a:p>
            <a:r>
              <a:rPr lang="zh-TW" altLang="en-US" dirty="0"/>
              <a:t>修改真實的選票資料到</a:t>
            </a:r>
            <a:r>
              <a:rPr lang="en-US" altLang="zh-TW" dirty="0"/>
              <a:t>votes.html</a:t>
            </a:r>
            <a:r>
              <a:rPr lang="zh-TW" altLang="en-US" dirty="0"/>
              <a:t>中</a:t>
            </a:r>
            <a:r>
              <a:rPr lang="en-US" altLang="zh-TW" dirty="0">
                <a:solidFill>
                  <a:srgbClr val="FF0000"/>
                </a:solidFill>
              </a:rPr>
              <a:t>(</a:t>
            </a:r>
            <a:r>
              <a:rPr lang="zh-TW" altLang="en-US" dirty="0">
                <a:solidFill>
                  <a:srgbClr val="FF0000"/>
                </a:solidFill>
              </a:rPr>
              <a:t>二一</a:t>
            </a:r>
            <a:r>
              <a:rPr lang="en-US" altLang="zh-TW" dirty="0">
                <a:solidFill>
                  <a:srgbClr val="FF0000"/>
                </a:solidFill>
              </a:rPr>
              <a:t>)</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9E8118AD-4BFC-9C47-9DED-96938504F443}"/>
              </a:ext>
            </a:extLst>
          </p:cNvPr>
          <p:cNvSpPr>
            <a:spLocks noGrp="1"/>
          </p:cNvSpPr>
          <p:nvPr>
            <p:ph type="sldNum" sz="quarter" idx="12"/>
          </p:nvPr>
        </p:nvSpPr>
        <p:spPr/>
        <p:txBody>
          <a:bodyPr/>
          <a:lstStyle/>
          <a:p>
            <a:fld id="{369E457D-EE12-4164-8E32-9DDD40A95892}" type="slidenum">
              <a:rPr lang="zh-TW" altLang="en-US" smtClean="0"/>
              <a:pPr/>
              <a:t>88</a:t>
            </a:fld>
            <a:endParaRPr lang="zh-TW" altLang="en-US"/>
          </a:p>
        </p:txBody>
      </p:sp>
      <p:sp>
        <p:nvSpPr>
          <p:cNvPr id="4" name="內容版面配置區 3">
            <a:extLst>
              <a:ext uri="{FF2B5EF4-FFF2-40B4-BE49-F238E27FC236}">
                <a16:creationId xmlns:a16="http://schemas.microsoft.com/office/drawing/2014/main" id="{302F4BD8-A4AF-10D6-2C83-AAFBEA0769A4}"/>
              </a:ext>
            </a:extLst>
          </p:cNvPr>
          <p:cNvSpPr>
            <a:spLocks noGrp="1"/>
          </p:cNvSpPr>
          <p:nvPr>
            <p:ph sz="quarter" idx="1"/>
          </p:nvPr>
        </p:nvSpPr>
        <p:spPr/>
        <p:txBody>
          <a:bodyPr>
            <a:normAutofit fontScale="92500" lnSpcReduction="20000"/>
          </a:bodyPr>
          <a:lstStyle/>
          <a:p>
            <a:pPr marL="0" indent="0">
              <a:buNone/>
            </a:pPr>
            <a:r>
              <a:rPr lang="en-US" altLang="zh-TW" sz="1800" kern="100" dirty="0">
                <a:effectLst/>
                <a:latin typeface="Courier New" panose="02070309020205020404" pitchFamily="49" charset="0"/>
                <a:ea typeface="標楷體" panose="03000509000000000000" pitchFamily="65" charset="-120"/>
              </a:rPr>
              <a:t>data: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labels: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 for d in data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‘{{d.name}}’</a:t>
            </a:r>
            <a:r>
              <a:rPr lang="en-US" altLang="zh-TW" sz="3000" b="1" kern="100" dirty="0">
                <a:solidFill>
                  <a:srgbClr val="FF0000"/>
                </a:solidFill>
                <a:effectLst/>
                <a:latin typeface="Courier New" panose="02070309020205020404" pitchFamily="49" charset="0"/>
                <a:ea typeface="標楷體" panose="03000509000000000000" pitchFamily="65" charset="-120"/>
              </a:rPr>
              <a:t>,   (</a:t>
            </a:r>
            <a:r>
              <a:rPr lang="zh-TW" altLang="en-US" sz="3000" b="1" kern="100" dirty="0">
                <a:solidFill>
                  <a:srgbClr val="FF0000"/>
                </a:solidFill>
                <a:effectLst/>
                <a:latin typeface="Courier New" panose="02070309020205020404" pitchFamily="49" charset="0"/>
                <a:ea typeface="標楷體" panose="03000509000000000000" pitchFamily="65" charset="-120"/>
              </a:rPr>
              <a:t>記得加逗點</a:t>
            </a:r>
            <a:r>
              <a:rPr lang="en-US" altLang="zh-TW" sz="3000" b="1" kern="100" dirty="0">
                <a:solidFill>
                  <a:srgbClr val="FF0000"/>
                </a:solidFill>
                <a:effectLst/>
                <a:latin typeface="Courier New" panose="02070309020205020404" pitchFamily="49" charset="0"/>
                <a:ea typeface="標楷體" panose="03000509000000000000" pitchFamily="65" charset="-120"/>
              </a:rPr>
              <a:t>)</a:t>
            </a:r>
            <a:endParaRPr lang="zh-TW" altLang="zh-TW" sz="30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endfor</a:t>
            </a:r>
            <a:r>
              <a:rPr lang="en-US" altLang="zh-TW" sz="1800" kern="100" dirty="0">
                <a:solidFill>
                  <a:srgbClr val="FF0000"/>
                </a:solidFill>
                <a:effectLst/>
                <a:latin typeface="Courier New" panose="02070309020205020404" pitchFamily="49" charset="0"/>
                <a:ea typeface="標楷體" panose="03000509000000000000" pitchFamily="65" charset="-120"/>
              </a:rPr>
              <a:t>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datasets: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label: </a:t>
            </a:r>
            <a:r>
              <a:rPr lang="en-US" altLang="zh-TW" sz="1800" kern="100" dirty="0">
                <a:solidFill>
                  <a:srgbClr val="FF0000"/>
                </a:solidFill>
                <a:effectLst/>
                <a:latin typeface="Courier New" panose="02070309020205020404" pitchFamily="49" charset="0"/>
                <a:ea typeface="標楷體" panose="03000509000000000000" pitchFamily="65" charset="-120"/>
              </a:rPr>
              <a:t>'2022</a:t>
            </a:r>
            <a:r>
              <a:rPr lang="zh-TW" altLang="zh-TW" sz="1800" kern="100" dirty="0">
                <a:solidFill>
                  <a:srgbClr val="FF0000"/>
                </a:solidFill>
                <a:effectLst/>
                <a:latin typeface="Courier New" panose="02070309020205020404" pitchFamily="49" charset="0"/>
                <a:ea typeface="標楷體" panose="03000509000000000000" pitchFamily="65" charset="-120"/>
              </a:rPr>
              <a:t>年高雄市左楠區市議員選舉得票數</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data: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 for d in data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d.votes</a:t>
            </a: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2600" b="1" kern="100" dirty="0">
                <a:solidFill>
                  <a:srgbClr val="FF0000"/>
                </a:solidFill>
                <a:effectLst/>
                <a:latin typeface="Courier New" panose="02070309020205020404" pitchFamily="49" charset="0"/>
                <a:ea typeface="標楷體" panose="03000509000000000000" pitchFamily="65" charset="-120"/>
              </a:rPr>
              <a:t>(</a:t>
            </a:r>
            <a:r>
              <a:rPr lang="zh-TW" altLang="en-US" sz="2600" b="1" kern="100" dirty="0">
                <a:solidFill>
                  <a:srgbClr val="FF0000"/>
                </a:solidFill>
                <a:effectLst/>
                <a:latin typeface="Courier New" panose="02070309020205020404" pitchFamily="49" charset="0"/>
                <a:ea typeface="標楷體" panose="03000509000000000000" pitchFamily="65" charset="-120"/>
              </a:rPr>
              <a:t>數字或字串都可，</a:t>
            </a:r>
            <a:r>
              <a:rPr lang="en-US" altLang="zh-TW" sz="2600" b="1" kern="100" dirty="0">
                <a:solidFill>
                  <a:srgbClr val="FF0000"/>
                </a:solidFill>
                <a:effectLst/>
                <a:latin typeface="Courier New" panose="02070309020205020404" pitchFamily="49" charset="0"/>
                <a:ea typeface="標楷體" panose="03000509000000000000" pitchFamily="65" charset="-120"/>
              </a:rPr>
              <a:t>demo)</a:t>
            </a:r>
            <a:endParaRPr lang="zh-TW" altLang="zh-TW" sz="26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endfor</a:t>
            </a:r>
            <a:r>
              <a:rPr lang="en-US" altLang="zh-TW" sz="1800" kern="100" dirty="0">
                <a:solidFill>
                  <a:srgbClr val="FF0000"/>
                </a:solidFill>
                <a:effectLst/>
                <a:latin typeface="Courier New" panose="02070309020205020404" pitchFamily="49" charset="0"/>
                <a:ea typeface="標楷體" panose="03000509000000000000" pitchFamily="65" charset="-120"/>
              </a:rPr>
              <a:t>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borderWidth</a:t>
            </a:r>
            <a:r>
              <a:rPr lang="en-US" altLang="zh-TW" sz="1800" kern="100" dirty="0">
                <a:effectLst/>
                <a:latin typeface="Courier New" panose="02070309020205020404" pitchFamily="49" charset="0"/>
                <a:ea typeface="標楷體" panose="03000509000000000000" pitchFamily="65" charset="-120"/>
              </a:rPr>
              <a:t>: 1</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Tree>
    <p:extLst>
      <p:ext uri="{BB962C8B-B14F-4D97-AF65-F5344CB8AC3E}">
        <p14:creationId xmlns:p14="http://schemas.microsoft.com/office/powerpoint/2010/main" val="10737675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259C48-BFF2-2A7B-CF28-6188BD878523}"/>
              </a:ext>
            </a:extLst>
          </p:cNvPr>
          <p:cNvSpPr>
            <a:spLocks noGrp="1"/>
          </p:cNvSpPr>
          <p:nvPr>
            <p:ph type="title"/>
          </p:nvPr>
        </p:nvSpPr>
        <p:spPr/>
        <p:txBody>
          <a:bodyPr/>
          <a:lstStyle/>
          <a:p>
            <a:r>
              <a:rPr lang="zh-TW" altLang="en-US"/>
              <a:t>第一版呈現的結果</a:t>
            </a:r>
          </a:p>
        </p:txBody>
      </p:sp>
      <p:sp>
        <p:nvSpPr>
          <p:cNvPr id="3" name="投影片編號版面配置區 2">
            <a:extLst>
              <a:ext uri="{FF2B5EF4-FFF2-40B4-BE49-F238E27FC236}">
                <a16:creationId xmlns:a16="http://schemas.microsoft.com/office/drawing/2014/main" id="{F5D1F5F4-6CF8-38BC-90B7-209E19DF390A}"/>
              </a:ext>
            </a:extLst>
          </p:cNvPr>
          <p:cNvSpPr>
            <a:spLocks noGrp="1"/>
          </p:cNvSpPr>
          <p:nvPr>
            <p:ph type="sldNum" sz="quarter" idx="12"/>
          </p:nvPr>
        </p:nvSpPr>
        <p:spPr/>
        <p:txBody>
          <a:bodyPr/>
          <a:lstStyle/>
          <a:p>
            <a:fld id="{369E457D-EE12-4164-8E32-9DDD40A95892}" type="slidenum">
              <a:rPr lang="zh-TW" altLang="en-US" smtClean="0"/>
              <a:pPr/>
              <a:t>89</a:t>
            </a:fld>
            <a:endParaRPr lang="zh-TW" altLang="en-US"/>
          </a:p>
        </p:txBody>
      </p:sp>
      <p:pic>
        <p:nvPicPr>
          <p:cNvPr id="5" name="內容版面配置區 4">
            <a:extLst>
              <a:ext uri="{FF2B5EF4-FFF2-40B4-BE49-F238E27FC236}">
                <a16:creationId xmlns:a16="http://schemas.microsoft.com/office/drawing/2014/main" id="{C468DC74-357F-5617-E5A0-10734B94A476}"/>
              </a:ext>
            </a:extLst>
          </p:cNvPr>
          <p:cNvPicPr>
            <a:picLocks noGrp="1" noChangeAspect="1"/>
          </p:cNvPicPr>
          <p:nvPr>
            <p:ph sz="quarter" idx="1"/>
          </p:nvPr>
        </p:nvPicPr>
        <p:blipFill>
          <a:blip r:embed="rId2"/>
          <a:stretch>
            <a:fillRect/>
          </a:stretch>
        </p:blipFill>
        <p:spPr>
          <a:xfrm>
            <a:off x="388721" y="1527175"/>
            <a:ext cx="8330045" cy="4572000"/>
          </a:xfrm>
          <a:prstGeom prst="rect">
            <a:avLst/>
          </a:prstGeom>
        </p:spPr>
      </p:pic>
    </p:spTree>
    <p:extLst>
      <p:ext uri="{BB962C8B-B14F-4D97-AF65-F5344CB8AC3E}">
        <p14:creationId xmlns:p14="http://schemas.microsoft.com/office/powerpoint/2010/main" val="20312563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45E611-F2A9-98D6-1DBE-D6B9775AE304}"/>
              </a:ext>
            </a:extLst>
          </p:cNvPr>
          <p:cNvSpPr>
            <a:spLocks noGrp="1"/>
          </p:cNvSpPr>
          <p:nvPr>
            <p:ph type="title"/>
          </p:nvPr>
        </p:nvSpPr>
        <p:spPr/>
        <p:txBody>
          <a:bodyPr/>
          <a:lstStyle/>
          <a:p>
            <a:r>
              <a:rPr lang="zh-TW" altLang="en-US" dirty="0"/>
              <a:t>改為橫條圖設定</a:t>
            </a:r>
            <a:r>
              <a:rPr lang="en-US" altLang="zh-TW" dirty="0">
                <a:solidFill>
                  <a:srgbClr val="FF0000"/>
                </a:solidFill>
              </a:rPr>
              <a:t>(</a:t>
            </a:r>
            <a:r>
              <a:rPr lang="zh-TW" altLang="en-US" dirty="0">
                <a:solidFill>
                  <a:srgbClr val="FF0000"/>
                </a:solidFill>
              </a:rPr>
              <a:t>二二</a:t>
            </a:r>
            <a:r>
              <a:rPr lang="en-US" altLang="zh-TW" dirty="0">
                <a:solidFill>
                  <a:srgbClr val="FF0000"/>
                </a:solidFill>
              </a:rPr>
              <a:t>)</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0B94907F-6FDD-8065-8F08-8B1BC9FCA575}"/>
              </a:ext>
            </a:extLst>
          </p:cNvPr>
          <p:cNvSpPr>
            <a:spLocks noGrp="1"/>
          </p:cNvSpPr>
          <p:nvPr>
            <p:ph type="sldNum" sz="quarter" idx="12"/>
          </p:nvPr>
        </p:nvSpPr>
        <p:spPr/>
        <p:txBody>
          <a:bodyPr/>
          <a:lstStyle/>
          <a:p>
            <a:fld id="{369E457D-EE12-4164-8E32-9DDD40A95892}" type="slidenum">
              <a:rPr lang="zh-TW" altLang="en-US" smtClean="0"/>
              <a:pPr/>
              <a:t>90</a:t>
            </a:fld>
            <a:endParaRPr lang="zh-TW" altLang="en-US"/>
          </a:p>
        </p:txBody>
      </p:sp>
      <p:sp>
        <p:nvSpPr>
          <p:cNvPr id="4" name="內容版面配置區 3">
            <a:extLst>
              <a:ext uri="{FF2B5EF4-FFF2-40B4-BE49-F238E27FC236}">
                <a16:creationId xmlns:a16="http://schemas.microsoft.com/office/drawing/2014/main" id="{E79A900A-4AD8-3B3A-E944-647F542589BD}"/>
              </a:ext>
            </a:extLst>
          </p:cNvPr>
          <p:cNvSpPr>
            <a:spLocks noGrp="1"/>
          </p:cNvSpPr>
          <p:nvPr>
            <p:ph sz="quarter" idx="1"/>
          </p:nvPr>
        </p:nvSpPr>
        <p:spPr>
          <a:xfrm>
            <a:off x="301752" y="1527048"/>
            <a:ext cx="8806752" cy="5102352"/>
          </a:xfrm>
        </p:spPr>
        <p:txBody>
          <a:bodyPr>
            <a:normAutofit/>
          </a:bodyPr>
          <a:lstStyle/>
          <a:p>
            <a:pPr marL="0" indent="0">
              <a:buNone/>
            </a:pPr>
            <a:r>
              <a:rPr lang="en-US" altLang="zh-TW" sz="1800" kern="100" dirty="0">
                <a:effectLst/>
                <a:latin typeface="Courier New" panose="02070309020205020404" pitchFamily="49" charset="0"/>
                <a:ea typeface="標楷體" panose="03000509000000000000" pitchFamily="65" charset="-120"/>
              </a:rPr>
              <a:t>options: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scales: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y: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beginAtZero</a:t>
            </a:r>
            <a:r>
              <a:rPr lang="en-US" altLang="zh-TW" sz="1800" kern="100" dirty="0">
                <a:effectLst/>
                <a:latin typeface="Courier New" panose="02070309020205020404" pitchFamily="49" charset="0"/>
                <a:ea typeface="標楷體" panose="03000509000000000000" pitchFamily="65" charset="-120"/>
              </a:rPr>
              <a:t>: true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6000" b="1" kern="100" dirty="0">
                <a:solidFill>
                  <a:srgbClr val="FF0000"/>
                </a:solidFill>
                <a:effectLst/>
                <a:latin typeface="Courier New" panose="02070309020205020404" pitchFamily="49" charset="0"/>
                <a:ea typeface="標楷體" panose="03000509000000000000" pitchFamily="65" charset="-120"/>
              </a:rPr>
              <a:t>,</a:t>
            </a:r>
            <a:r>
              <a:rPr lang="en-US" altLang="zh-TW" sz="2800" b="1" kern="100" dirty="0">
                <a:solidFill>
                  <a:srgbClr val="FF0000"/>
                </a:solidFill>
                <a:latin typeface="Courier New" panose="02070309020205020404" pitchFamily="49" charset="0"/>
                <a:ea typeface="標楷體" panose="03000509000000000000" pitchFamily="65" charset="-120"/>
              </a:rPr>
              <a:t> (scales</a:t>
            </a:r>
            <a:r>
              <a:rPr lang="zh-TW" altLang="en-US" sz="2800" b="1" kern="100" dirty="0">
                <a:solidFill>
                  <a:srgbClr val="FF0000"/>
                </a:solidFill>
                <a:latin typeface="Courier New" panose="02070309020205020404" pitchFamily="49" charset="0"/>
                <a:ea typeface="標楷體" panose="03000509000000000000" pitchFamily="65" charset="-120"/>
              </a:rPr>
              <a:t>括號外面，記得加逗點，這行和下行</a:t>
            </a:r>
            <a:r>
              <a:rPr lang="en-US" altLang="zh-TW" sz="2800" b="1" kern="100" dirty="0">
                <a:solidFill>
                  <a:srgbClr val="FF0000"/>
                </a:solidFill>
                <a:latin typeface="Courier New" panose="02070309020205020404" pitchFamily="49" charset="0"/>
                <a:ea typeface="標楷體" panose="03000509000000000000" pitchFamily="65" charset="-120"/>
              </a:rPr>
              <a:t>)</a:t>
            </a:r>
            <a:endParaRPr lang="zh-TW" altLang="zh-TW" sz="2800" b="1"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indexAxis</a:t>
            </a:r>
            <a:r>
              <a:rPr lang="en-US" altLang="zh-TW" sz="1800" kern="100" dirty="0">
                <a:solidFill>
                  <a:srgbClr val="FF0000"/>
                </a:solidFill>
                <a:effectLst/>
                <a:latin typeface="Courier New" panose="02070309020205020404" pitchFamily="49" charset="0"/>
                <a:ea typeface="標楷體" panose="03000509000000000000" pitchFamily="65" charset="-120"/>
              </a:rPr>
              <a:t>: 'y'</a:t>
            </a:r>
            <a:r>
              <a:rPr lang="en-US" altLang="zh-TW" sz="6000" kern="100" dirty="0">
                <a:solidFill>
                  <a:srgbClr val="FF0000"/>
                </a:solidFill>
                <a:effectLst/>
                <a:latin typeface="Courier New" panose="02070309020205020404" pitchFamily="49" charset="0"/>
                <a:ea typeface="標楷體" panose="03000509000000000000" pitchFamily="65" charset="-120"/>
              </a:rPr>
              <a:t>,</a:t>
            </a:r>
            <a:endParaRPr lang="zh-TW" altLang="zh-TW" sz="60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r>
              <a:rPr lang="zh-TW" altLang="en-US" dirty="0"/>
              <a:t>修正</a:t>
            </a:r>
            <a:r>
              <a:rPr lang="en-US" altLang="zh-TW" dirty="0"/>
              <a:t>canvas</a:t>
            </a:r>
            <a:r>
              <a:rPr lang="zh-TW" altLang="en-US" dirty="0"/>
              <a:t>的呈現比例 </a:t>
            </a:r>
            <a:r>
              <a:rPr lang="en-US" altLang="zh-TW" dirty="0">
                <a:solidFill>
                  <a:srgbClr val="FF0000"/>
                </a:solidFill>
              </a:rPr>
              <a:t>(</a:t>
            </a:r>
            <a:r>
              <a:rPr lang="zh-TW" altLang="en-US" dirty="0">
                <a:solidFill>
                  <a:srgbClr val="FF0000"/>
                </a:solidFill>
              </a:rPr>
              <a:t>二三</a:t>
            </a:r>
            <a:r>
              <a:rPr lang="en-US" altLang="zh-TW" dirty="0">
                <a:solidFill>
                  <a:srgbClr val="FF0000"/>
                </a:solidFill>
              </a:rPr>
              <a:t>)</a:t>
            </a:r>
          </a:p>
          <a:p>
            <a:pPr marL="0" indent="0">
              <a:buNone/>
            </a:pPr>
            <a:r>
              <a:rPr lang="en-US" altLang="zh-TW" sz="1800" kern="100" dirty="0">
                <a:effectLst/>
                <a:latin typeface="Courier New" panose="02070309020205020404" pitchFamily="49" charset="0"/>
                <a:ea typeface="標楷體" panose="03000509000000000000" pitchFamily="65" charset="-120"/>
              </a:rPr>
              <a:t>&lt;canvas id="</a:t>
            </a:r>
            <a:r>
              <a:rPr lang="en-US" altLang="zh-TW" sz="1800" kern="100" dirty="0" err="1">
                <a:effectLst/>
                <a:latin typeface="Courier New" panose="02070309020205020404" pitchFamily="49" charset="0"/>
                <a:ea typeface="標楷體" panose="03000509000000000000" pitchFamily="65" charset="-120"/>
              </a:rPr>
              <a:t>myChart</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a:solidFill>
                  <a:srgbClr val="FF0000"/>
                </a:solidFill>
                <a:effectLst/>
                <a:latin typeface="Courier New" panose="02070309020205020404" pitchFamily="49" charset="0"/>
                <a:ea typeface="標楷體" panose="03000509000000000000" pitchFamily="65" charset="-120"/>
              </a:rPr>
              <a:t>width=200 height=250</a:t>
            </a:r>
            <a:r>
              <a:rPr lang="en-US" altLang="zh-TW" sz="1800" kern="100" dirty="0">
                <a:effectLst/>
                <a:latin typeface="Courier New" panose="02070309020205020404" pitchFamily="49" charset="0"/>
                <a:ea typeface="標楷體" panose="03000509000000000000" pitchFamily="65" charset="-120"/>
              </a:rPr>
              <a:t>&gt;&lt;/canvas&gt;</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Tree>
    <p:extLst>
      <p:ext uri="{BB962C8B-B14F-4D97-AF65-F5344CB8AC3E}">
        <p14:creationId xmlns:p14="http://schemas.microsoft.com/office/powerpoint/2010/main" val="2346299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E65DF4-C715-E73F-8FEC-1366ADF14BA5}"/>
              </a:ext>
            </a:extLst>
          </p:cNvPr>
          <p:cNvSpPr>
            <a:spLocks noGrp="1"/>
          </p:cNvSpPr>
          <p:nvPr>
            <p:ph type="title"/>
          </p:nvPr>
        </p:nvSpPr>
        <p:spPr/>
        <p:txBody>
          <a:bodyPr/>
          <a:lstStyle/>
          <a:p>
            <a:r>
              <a:rPr lang="zh-TW" altLang="en-US"/>
              <a:t>最終的版本</a:t>
            </a:r>
          </a:p>
        </p:txBody>
      </p:sp>
      <p:sp>
        <p:nvSpPr>
          <p:cNvPr id="3" name="投影片編號版面配置區 2">
            <a:extLst>
              <a:ext uri="{FF2B5EF4-FFF2-40B4-BE49-F238E27FC236}">
                <a16:creationId xmlns:a16="http://schemas.microsoft.com/office/drawing/2014/main" id="{002DB8BE-E3E5-7F8A-8526-4DD452B621EF}"/>
              </a:ext>
            </a:extLst>
          </p:cNvPr>
          <p:cNvSpPr>
            <a:spLocks noGrp="1"/>
          </p:cNvSpPr>
          <p:nvPr>
            <p:ph type="sldNum" sz="quarter" idx="12"/>
          </p:nvPr>
        </p:nvSpPr>
        <p:spPr/>
        <p:txBody>
          <a:bodyPr/>
          <a:lstStyle/>
          <a:p>
            <a:fld id="{369E457D-EE12-4164-8E32-9DDD40A95892}" type="slidenum">
              <a:rPr lang="zh-TW" altLang="en-US" smtClean="0"/>
              <a:pPr/>
              <a:t>91</a:t>
            </a:fld>
            <a:endParaRPr lang="zh-TW" altLang="en-US"/>
          </a:p>
        </p:txBody>
      </p:sp>
      <p:pic>
        <p:nvPicPr>
          <p:cNvPr id="5" name="內容版面配置區 4">
            <a:extLst>
              <a:ext uri="{FF2B5EF4-FFF2-40B4-BE49-F238E27FC236}">
                <a16:creationId xmlns:a16="http://schemas.microsoft.com/office/drawing/2014/main" id="{FF5706B2-3908-56A4-D1C0-C410D822A729}"/>
              </a:ext>
            </a:extLst>
          </p:cNvPr>
          <p:cNvPicPr>
            <a:picLocks noGrp="1" noChangeAspect="1"/>
          </p:cNvPicPr>
          <p:nvPr>
            <p:ph sz="quarter" idx="1"/>
          </p:nvPr>
        </p:nvPicPr>
        <p:blipFill>
          <a:blip r:embed="rId2"/>
          <a:stretch>
            <a:fillRect/>
          </a:stretch>
        </p:blipFill>
        <p:spPr>
          <a:xfrm>
            <a:off x="899592" y="1467696"/>
            <a:ext cx="7085616" cy="5057647"/>
          </a:xfrm>
          <a:prstGeom prst="rect">
            <a:avLst/>
          </a:prstGeom>
        </p:spPr>
      </p:pic>
    </p:spTree>
    <p:extLst>
      <p:ext uri="{BB962C8B-B14F-4D97-AF65-F5344CB8AC3E}">
        <p14:creationId xmlns:p14="http://schemas.microsoft.com/office/powerpoint/2010/main" val="17316520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E8B921-71E5-4715-CD70-74D5FB363DB0}"/>
              </a:ext>
            </a:extLst>
          </p:cNvPr>
          <p:cNvSpPr>
            <a:spLocks noGrp="1"/>
          </p:cNvSpPr>
          <p:nvPr>
            <p:ph type="title"/>
          </p:nvPr>
        </p:nvSpPr>
        <p:spPr/>
        <p:txBody>
          <a:bodyPr/>
          <a:lstStyle/>
          <a:p>
            <a:r>
              <a:rPr lang="zh-TW" altLang="en-US"/>
              <a:t>安裝</a:t>
            </a:r>
            <a:r>
              <a:rPr lang="en-US" altLang="zh-TW"/>
              <a:t>Plotly</a:t>
            </a:r>
            <a:endParaRPr lang="zh-TW" altLang="en-US"/>
          </a:p>
        </p:txBody>
      </p:sp>
      <p:sp>
        <p:nvSpPr>
          <p:cNvPr id="3" name="投影片編號版面配置區 2">
            <a:extLst>
              <a:ext uri="{FF2B5EF4-FFF2-40B4-BE49-F238E27FC236}">
                <a16:creationId xmlns:a16="http://schemas.microsoft.com/office/drawing/2014/main" id="{AE4C06AE-0B2A-8692-7A41-B925E0C00E53}"/>
              </a:ext>
            </a:extLst>
          </p:cNvPr>
          <p:cNvSpPr>
            <a:spLocks noGrp="1"/>
          </p:cNvSpPr>
          <p:nvPr>
            <p:ph type="sldNum" sz="quarter" idx="12"/>
          </p:nvPr>
        </p:nvSpPr>
        <p:spPr/>
        <p:txBody>
          <a:bodyPr/>
          <a:lstStyle/>
          <a:p>
            <a:fld id="{369E457D-EE12-4164-8E32-9DDD40A95892}" type="slidenum">
              <a:rPr lang="zh-TW" altLang="en-US" smtClean="0"/>
              <a:pPr/>
              <a:t>92</a:t>
            </a:fld>
            <a:endParaRPr lang="zh-TW" altLang="en-US"/>
          </a:p>
        </p:txBody>
      </p:sp>
      <p:sp>
        <p:nvSpPr>
          <p:cNvPr id="4" name="內容版面配置區 3">
            <a:extLst>
              <a:ext uri="{FF2B5EF4-FFF2-40B4-BE49-F238E27FC236}">
                <a16:creationId xmlns:a16="http://schemas.microsoft.com/office/drawing/2014/main" id="{26948799-E967-EC93-07A6-206D82BC60B2}"/>
              </a:ext>
            </a:extLst>
          </p:cNvPr>
          <p:cNvSpPr>
            <a:spLocks noGrp="1"/>
          </p:cNvSpPr>
          <p:nvPr>
            <p:ph sz="quarter" idx="1"/>
          </p:nvPr>
        </p:nvSpPr>
        <p:spPr/>
        <p:txBody>
          <a:bodyPr/>
          <a:lstStyle/>
          <a:p>
            <a:pPr marL="0" indent="0">
              <a:buNone/>
            </a:pPr>
            <a:r>
              <a:rPr lang="en-US" altLang="zh-TW" sz="1800" kern="100" dirty="0">
                <a:effectLst/>
                <a:latin typeface="Courier New" panose="02070309020205020404" pitchFamily="49" charset="0"/>
                <a:ea typeface="標楷體" panose="03000509000000000000" pitchFamily="65" charset="-120"/>
              </a:rPr>
              <a:t>(dj4ch09) D:\dj4book\dj4ch09\dj4ch09&gt;</a:t>
            </a:r>
            <a:r>
              <a:rPr lang="en-US" altLang="zh-TW" sz="1800" kern="100" dirty="0">
                <a:solidFill>
                  <a:srgbClr val="FF0000"/>
                </a:solidFill>
                <a:effectLst/>
                <a:latin typeface="Courier New" panose="02070309020205020404" pitchFamily="49" charset="0"/>
                <a:ea typeface="標楷體" panose="03000509000000000000" pitchFamily="65" charset="-120"/>
              </a:rPr>
              <a:t>pip install </a:t>
            </a:r>
            <a:r>
              <a:rPr lang="en-US" altLang="zh-TW" sz="1800" kern="100" dirty="0" err="1">
                <a:solidFill>
                  <a:srgbClr val="FF0000"/>
                </a:solidFill>
                <a:effectLst/>
                <a:latin typeface="Courier New" panose="02070309020205020404" pitchFamily="49" charset="0"/>
                <a:ea typeface="標楷體" panose="03000509000000000000" pitchFamily="65" charset="-120"/>
              </a:rPr>
              <a:t>plotly</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Collecting </a:t>
            </a:r>
            <a:r>
              <a:rPr lang="en-US" altLang="zh-TW" sz="1800" kern="100" dirty="0" err="1">
                <a:effectLst/>
                <a:latin typeface="Courier New" panose="02070309020205020404" pitchFamily="49" charset="0"/>
                <a:ea typeface="標楷體" panose="03000509000000000000" pitchFamily="65" charset="-120"/>
              </a:rPr>
              <a:t>plotly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Downloading plotly-5.13.0-py2.py3-none-any.whl (15.2 MB)</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---------------------------------------- 15.2/15.2 MB 4.5 MB/s eta 0:00:00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Collecting tenacity&gt;=6.2.0</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Downloading tenacity-8.1.0-py3-none-any.whl (23 kB)</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Installing collected packages: tenacity, </a:t>
            </a:r>
            <a:r>
              <a:rPr lang="en-US" altLang="zh-TW" sz="1800" kern="100" dirty="0" err="1">
                <a:effectLst/>
                <a:latin typeface="Courier New" panose="02070309020205020404" pitchFamily="49" charset="0"/>
                <a:ea typeface="標楷體" panose="03000509000000000000" pitchFamily="65" charset="-120"/>
              </a:rPr>
              <a:t>plotly</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Successfully installed plotly-5.13.0 tenacity-8.1.0</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Tree>
    <p:extLst>
      <p:ext uri="{BB962C8B-B14F-4D97-AF65-F5344CB8AC3E}">
        <p14:creationId xmlns:p14="http://schemas.microsoft.com/office/powerpoint/2010/main" val="13960460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99405E-6F79-B75F-E648-ED9E21775CDF}"/>
              </a:ext>
            </a:extLst>
          </p:cNvPr>
          <p:cNvSpPr>
            <a:spLocks noGrp="1"/>
          </p:cNvSpPr>
          <p:nvPr>
            <p:ph type="title"/>
          </p:nvPr>
        </p:nvSpPr>
        <p:spPr/>
        <p:txBody>
          <a:bodyPr/>
          <a:lstStyle/>
          <a:p>
            <a:r>
              <a:rPr lang="zh-TW" altLang="en-US"/>
              <a:t>加入相關設定</a:t>
            </a:r>
          </a:p>
        </p:txBody>
      </p:sp>
      <p:sp>
        <p:nvSpPr>
          <p:cNvPr id="3" name="投影片編號版面配置區 2">
            <a:extLst>
              <a:ext uri="{FF2B5EF4-FFF2-40B4-BE49-F238E27FC236}">
                <a16:creationId xmlns:a16="http://schemas.microsoft.com/office/drawing/2014/main" id="{7D32A0F5-B3DE-BE5D-CF3B-898013F7FEC5}"/>
              </a:ext>
            </a:extLst>
          </p:cNvPr>
          <p:cNvSpPr>
            <a:spLocks noGrp="1"/>
          </p:cNvSpPr>
          <p:nvPr>
            <p:ph type="sldNum" sz="quarter" idx="12"/>
          </p:nvPr>
        </p:nvSpPr>
        <p:spPr/>
        <p:txBody>
          <a:bodyPr/>
          <a:lstStyle/>
          <a:p>
            <a:fld id="{369E457D-EE12-4164-8E32-9DDD40A95892}" type="slidenum">
              <a:rPr lang="zh-TW" altLang="en-US" smtClean="0"/>
              <a:pPr/>
              <a:t>93</a:t>
            </a:fld>
            <a:endParaRPr lang="zh-TW" altLang="en-US"/>
          </a:p>
        </p:txBody>
      </p:sp>
      <p:sp>
        <p:nvSpPr>
          <p:cNvPr id="4" name="內容版面配置區 3">
            <a:extLst>
              <a:ext uri="{FF2B5EF4-FFF2-40B4-BE49-F238E27FC236}">
                <a16:creationId xmlns:a16="http://schemas.microsoft.com/office/drawing/2014/main" id="{55F47346-395C-0C3B-1509-94436A755798}"/>
              </a:ext>
            </a:extLst>
          </p:cNvPr>
          <p:cNvSpPr>
            <a:spLocks noGrp="1"/>
          </p:cNvSpPr>
          <p:nvPr>
            <p:ph sz="quarter" idx="1"/>
          </p:nvPr>
        </p:nvSpPr>
        <p:spPr/>
        <p:txBody>
          <a:bodyPr/>
          <a:lstStyle/>
          <a:p>
            <a:r>
              <a:rPr lang="en-US" altLang="zh-TW" dirty="0"/>
              <a:t>urls.py</a:t>
            </a: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path('</a:t>
            </a:r>
            <a:r>
              <a:rPr lang="en-US" altLang="zh-TW" sz="1800" kern="100" dirty="0" err="1">
                <a:solidFill>
                  <a:srgbClr val="FF0000"/>
                </a:solidFill>
                <a:effectLst/>
                <a:latin typeface="Courier New" panose="02070309020205020404" pitchFamily="49" charset="0"/>
                <a:ea typeface="標楷體" panose="03000509000000000000" pitchFamily="65" charset="-120"/>
              </a:rPr>
              <a:t>plotly</a:t>
            </a: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views.plotly</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en-US" altLang="zh-TW" dirty="0">
              <a:solidFill>
                <a:srgbClr val="FF0000"/>
              </a:solidFill>
            </a:endParaRPr>
          </a:p>
          <a:p>
            <a:r>
              <a:rPr lang="en-US" altLang="zh-TW" dirty="0"/>
              <a:t>header.html</a:t>
            </a: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&lt;li class="nav-item"&gt;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      &lt;a class="nav-link" </a:t>
            </a:r>
            <a:r>
              <a:rPr lang="en-US" altLang="zh-TW" sz="1800" kern="100" dirty="0" err="1">
                <a:solidFill>
                  <a:srgbClr val="FF0000"/>
                </a:solidFill>
                <a:effectLst/>
                <a:latin typeface="Courier New" panose="02070309020205020404" pitchFamily="49" charset="0"/>
                <a:ea typeface="標楷體" panose="03000509000000000000" pitchFamily="65" charset="-120"/>
              </a:rPr>
              <a:t>href</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plotly</a:t>
            </a:r>
            <a:r>
              <a:rPr lang="en-US" altLang="zh-TW" sz="1800" kern="100" dirty="0">
                <a:solidFill>
                  <a:srgbClr val="FF0000"/>
                </a:solidFill>
                <a:effectLst/>
                <a:latin typeface="Courier New" panose="02070309020205020404" pitchFamily="49" charset="0"/>
                <a:ea typeface="標楷體" panose="03000509000000000000" pitchFamily="65" charset="-120"/>
              </a:rPr>
              <a:t>/"&gt;</a:t>
            </a:r>
            <a:r>
              <a:rPr lang="en-US" altLang="zh-TW" sz="1800" kern="100" dirty="0" err="1">
                <a:solidFill>
                  <a:srgbClr val="FF0000"/>
                </a:solidFill>
                <a:effectLst/>
                <a:latin typeface="Courier New" panose="02070309020205020404" pitchFamily="49" charset="0"/>
                <a:ea typeface="標楷體" panose="03000509000000000000" pitchFamily="65" charset="-120"/>
              </a:rPr>
              <a:t>Plotly</a:t>
            </a:r>
            <a:r>
              <a:rPr lang="zh-TW" altLang="zh-TW" sz="1800" kern="100" dirty="0">
                <a:solidFill>
                  <a:srgbClr val="FF0000"/>
                </a:solidFill>
                <a:effectLst/>
                <a:latin typeface="Courier New" panose="02070309020205020404" pitchFamily="49" charset="0"/>
                <a:ea typeface="標楷體" panose="03000509000000000000" pitchFamily="65" charset="-120"/>
              </a:rPr>
              <a:t>繪圖</a:t>
            </a:r>
            <a:r>
              <a:rPr lang="en-US" altLang="zh-TW" sz="1800" kern="100" dirty="0">
                <a:solidFill>
                  <a:srgbClr val="FF0000"/>
                </a:solidFill>
                <a:effectLst/>
                <a:latin typeface="Courier New" panose="02070309020205020404" pitchFamily="49" charset="0"/>
                <a:ea typeface="標楷體" panose="03000509000000000000" pitchFamily="65" charset="-120"/>
              </a:rPr>
              <a:t>&lt;/a&gt;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rPr>
              <a:t>&lt;/li&gt;</a:t>
            </a:r>
            <a:endParaRPr lang="zh-TW" altLang="en-US" dirty="0">
              <a:solidFill>
                <a:srgbClr val="FF0000"/>
              </a:solidFill>
            </a:endParaRPr>
          </a:p>
        </p:txBody>
      </p:sp>
    </p:spTree>
    <p:extLst>
      <p:ext uri="{BB962C8B-B14F-4D97-AF65-F5344CB8AC3E}">
        <p14:creationId xmlns:p14="http://schemas.microsoft.com/office/powerpoint/2010/main" val="38280222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4D6790-5DCE-3EFD-2DCE-1B54D62034C8}"/>
              </a:ext>
            </a:extLst>
          </p:cNvPr>
          <p:cNvSpPr>
            <a:spLocks noGrp="1"/>
          </p:cNvSpPr>
          <p:nvPr>
            <p:ph type="title"/>
          </p:nvPr>
        </p:nvSpPr>
        <p:spPr/>
        <p:txBody>
          <a:bodyPr/>
          <a:lstStyle/>
          <a:p>
            <a:r>
              <a:rPr lang="en-US" altLang="zh-TW"/>
              <a:t>views.py</a:t>
            </a:r>
            <a:r>
              <a:rPr lang="zh-TW" altLang="en-US"/>
              <a:t>中的</a:t>
            </a:r>
            <a:r>
              <a:rPr lang="en-US" altLang="zh-TW"/>
              <a:t>plotly</a:t>
            </a:r>
            <a:r>
              <a:rPr lang="zh-TW" altLang="en-US"/>
              <a:t>函式</a:t>
            </a:r>
          </a:p>
        </p:txBody>
      </p:sp>
      <p:sp>
        <p:nvSpPr>
          <p:cNvPr id="3" name="投影片編號版面配置區 2">
            <a:extLst>
              <a:ext uri="{FF2B5EF4-FFF2-40B4-BE49-F238E27FC236}">
                <a16:creationId xmlns:a16="http://schemas.microsoft.com/office/drawing/2014/main" id="{515350AD-8A83-FE40-140F-51FB705E983E}"/>
              </a:ext>
            </a:extLst>
          </p:cNvPr>
          <p:cNvSpPr>
            <a:spLocks noGrp="1"/>
          </p:cNvSpPr>
          <p:nvPr>
            <p:ph type="sldNum" sz="quarter" idx="12"/>
          </p:nvPr>
        </p:nvSpPr>
        <p:spPr/>
        <p:txBody>
          <a:bodyPr/>
          <a:lstStyle/>
          <a:p>
            <a:fld id="{369E457D-EE12-4164-8E32-9DDD40A95892}" type="slidenum">
              <a:rPr lang="zh-TW" altLang="en-US" smtClean="0"/>
              <a:pPr/>
              <a:t>94</a:t>
            </a:fld>
            <a:endParaRPr lang="zh-TW" altLang="en-US"/>
          </a:p>
        </p:txBody>
      </p:sp>
      <p:sp>
        <p:nvSpPr>
          <p:cNvPr id="4" name="內容版面配置區 3">
            <a:extLst>
              <a:ext uri="{FF2B5EF4-FFF2-40B4-BE49-F238E27FC236}">
                <a16:creationId xmlns:a16="http://schemas.microsoft.com/office/drawing/2014/main" id="{0FB9AFA3-0FEF-8D5B-2A03-E4DDBD6E3B61}"/>
              </a:ext>
            </a:extLst>
          </p:cNvPr>
          <p:cNvSpPr>
            <a:spLocks noGrp="1"/>
          </p:cNvSpPr>
          <p:nvPr>
            <p:ph sz="quarter" idx="1"/>
          </p:nvPr>
        </p:nvSpPr>
        <p:spPr>
          <a:xfrm>
            <a:off x="0" y="1527048"/>
            <a:ext cx="9036496" cy="4572000"/>
          </a:xfrm>
        </p:spPr>
        <p:txBody>
          <a:bodyPr>
            <a:normAutofit fontScale="77500" lnSpcReduction="20000"/>
          </a:bodyPr>
          <a:lstStyle/>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from </a:t>
            </a:r>
            <a:r>
              <a:rPr lang="en-US" altLang="zh-TW" sz="1800" kern="100" dirty="0" err="1">
                <a:solidFill>
                  <a:srgbClr val="FF0000"/>
                </a:solidFill>
                <a:effectLst/>
                <a:latin typeface="Courier New" panose="02070309020205020404" pitchFamily="49" charset="0"/>
                <a:ea typeface="標楷體" panose="03000509000000000000" pitchFamily="65" charset="-120"/>
              </a:rPr>
              <a:t>plotly.offline</a:t>
            </a:r>
            <a:r>
              <a:rPr lang="en-US" altLang="zh-TW" sz="1800" kern="100" dirty="0">
                <a:solidFill>
                  <a:srgbClr val="FF0000"/>
                </a:solidFill>
                <a:effectLst/>
                <a:latin typeface="Courier New" panose="02070309020205020404" pitchFamily="49" charset="0"/>
                <a:ea typeface="標楷體" panose="03000509000000000000" pitchFamily="65" charset="-120"/>
              </a:rPr>
              <a:t> import plot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import </a:t>
            </a:r>
            <a:r>
              <a:rPr lang="en-US" altLang="zh-TW" sz="1800" kern="100" dirty="0" err="1">
                <a:solidFill>
                  <a:srgbClr val="FF0000"/>
                </a:solidFill>
                <a:effectLst/>
                <a:latin typeface="Courier New" panose="02070309020205020404" pitchFamily="49" charset="0"/>
                <a:ea typeface="標楷體" panose="03000509000000000000" pitchFamily="65" charset="-120"/>
              </a:rPr>
              <a:t>plotly.graph_objs</a:t>
            </a:r>
            <a:r>
              <a:rPr lang="en-US" altLang="zh-TW" sz="1800" kern="100" dirty="0">
                <a:solidFill>
                  <a:srgbClr val="FF0000"/>
                </a:solidFill>
                <a:effectLst/>
                <a:latin typeface="Courier New" panose="02070309020205020404" pitchFamily="49" charset="0"/>
                <a:ea typeface="標楷體" panose="03000509000000000000" pitchFamily="65" charset="-120"/>
              </a:rPr>
              <a:t> as go</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solidFill>
                  <a:srgbClr val="FF0000"/>
                </a:solidFill>
                <a:effectLst/>
                <a:latin typeface="Courier New" panose="02070309020205020404" pitchFamily="49" charset="0"/>
                <a:ea typeface="標楷體" panose="03000509000000000000" pitchFamily="65" charset="-120"/>
              </a:rPr>
              <a:t>import </a:t>
            </a:r>
            <a:r>
              <a:rPr lang="en-US" altLang="zh-TW" sz="1800" kern="100" dirty="0" err="1">
                <a:solidFill>
                  <a:srgbClr val="FF0000"/>
                </a:solidFill>
                <a:effectLst/>
                <a:latin typeface="Courier New" panose="02070309020205020404" pitchFamily="49" charset="0"/>
                <a:ea typeface="標楷體" panose="03000509000000000000" pitchFamily="65" charset="-120"/>
              </a:rPr>
              <a:t>numpy</a:t>
            </a:r>
            <a:r>
              <a:rPr lang="en-US" altLang="zh-TW" sz="1800" kern="100" dirty="0">
                <a:solidFill>
                  <a:srgbClr val="FF0000"/>
                </a:solidFill>
                <a:effectLst/>
                <a:latin typeface="Courier New" panose="02070309020205020404" pitchFamily="49" charset="0"/>
                <a:ea typeface="標楷體" panose="03000509000000000000" pitchFamily="65" charset="-120"/>
              </a:rPr>
              <a:t> as np</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def </a:t>
            </a:r>
            <a:r>
              <a:rPr lang="en-US" altLang="zh-TW" sz="1800" kern="100" dirty="0" err="1">
                <a:effectLst/>
                <a:latin typeface="Courier New" panose="02070309020205020404" pitchFamily="49" charset="0"/>
                <a:ea typeface="標楷體" panose="03000509000000000000" pitchFamily="65" charset="-120"/>
              </a:rPr>
              <a:t>plotly</a:t>
            </a:r>
            <a:r>
              <a:rPr lang="en-US" altLang="zh-TW" sz="1800" kern="100" dirty="0">
                <a:effectLst/>
                <a:latin typeface="Courier New" panose="02070309020205020404" pitchFamily="49" charset="0"/>
                <a:ea typeface="標楷體" panose="03000509000000000000" pitchFamily="65" charset="-120"/>
              </a:rPr>
              <a:t>(request):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data = </a:t>
            </a:r>
            <a:r>
              <a:rPr lang="en-US" altLang="zh-TW" sz="1800" kern="100" dirty="0" err="1">
                <a:effectLst/>
                <a:latin typeface="Courier New" panose="02070309020205020404" pitchFamily="49" charset="0"/>
                <a:ea typeface="標楷體" panose="03000509000000000000" pitchFamily="65" charset="-120"/>
              </a:rPr>
              <a:t>models.Vote.objects.all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dirty="0"/>
              <a:t>    </a:t>
            </a:r>
            <a:r>
              <a:rPr lang="en-US" altLang="zh-TW" dirty="0">
                <a:solidFill>
                  <a:srgbClr val="FF0000"/>
                </a:solidFill>
              </a:rPr>
              <a:t>x = [</a:t>
            </a:r>
            <a:r>
              <a:rPr lang="en-US" altLang="zh-TW" dirty="0" err="1">
                <a:solidFill>
                  <a:srgbClr val="FF0000"/>
                </a:solidFill>
              </a:rPr>
              <a:t>d.votes</a:t>
            </a:r>
            <a:r>
              <a:rPr lang="en-US" altLang="zh-TW" dirty="0">
                <a:solidFill>
                  <a:srgbClr val="FF0000"/>
                </a:solidFill>
              </a:rPr>
              <a:t> for d in data]</a:t>
            </a:r>
          </a:p>
          <a:p>
            <a:pPr marL="0" indent="0">
              <a:buNone/>
            </a:pPr>
            <a:r>
              <a:rPr lang="en-US" altLang="zh-TW" dirty="0">
                <a:solidFill>
                  <a:srgbClr val="FF0000"/>
                </a:solidFill>
              </a:rPr>
              <a:t>    y = [d.name for d in data]</a:t>
            </a:r>
            <a:r>
              <a:rPr lang="zh-TW" altLang="en-US" dirty="0"/>
              <a:t> </a:t>
            </a:r>
            <a:r>
              <a:rPr lang="en-US" altLang="zh-TW" dirty="0"/>
              <a:t>[::-1]</a:t>
            </a:r>
            <a:endParaRPr lang="en-US" altLang="zh-TW" dirty="0">
              <a:solidFill>
                <a:srgbClr val="FF0000"/>
              </a:solidFill>
            </a:endParaRPr>
          </a:p>
          <a:p>
            <a:pPr marL="0" indent="0">
              <a:buNone/>
            </a:pPr>
            <a:r>
              <a:rPr lang="en-US" altLang="zh-TW" dirty="0">
                <a:solidFill>
                  <a:srgbClr val="FF0000"/>
                </a:solidFill>
              </a:rPr>
              <a:t>    trace = </a:t>
            </a:r>
            <a:r>
              <a:rPr lang="en-US" altLang="zh-TW" dirty="0" err="1">
                <a:solidFill>
                  <a:srgbClr val="FF0000"/>
                </a:solidFill>
              </a:rPr>
              <a:t>go.Bar</a:t>
            </a:r>
            <a:r>
              <a:rPr lang="en-US" altLang="zh-TW" dirty="0">
                <a:solidFill>
                  <a:srgbClr val="FF0000"/>
                </a:solidFill>
              </a:rPr>
              <a:t>(x=x, y=y, name='2022', orientation='h')</a:t>
            </a:r>
          </a:p>
          <a:p>
            <a:pPr marL="0" indent="0">
              <a:buNone/>
            </a:pPr>
            <a:r>
              <a:rPr lang="en-US" altLang="zh-TW" dirty="0">
                <a:solidFill>
                  <a:srgbClr val="FF0000"/>
                </a:solidFill>
              </a:rPr>
              <a:t>    layout = </a:t>
            </a:r>
            <a:r>
              <a:rPr lang="en-US" altLang="zh-TW" dirty="0" err="1">
                <a:solidFill>
                  <a:srgbClr val="FF0000"/>
                </a:solidFill>
              </a:rPr>
              <a:t>go.Layout</a:t>
            </a:r>
            <a:r>
              <a:rPr lang="en-US" altLang="zh-TW" dirty="0">
                <a:solidFill>
                  <a:srgbClr val="FF0000"/>
                </a:solidFill>
              </a:rPr>
              <a:t>(title='2022</a:t>
            </a:r>
            <a:r>
              <a:rPr lang="zh-TW" altLang="en-US" dirty="0">
                <a:solidFill>
                  <a:srgbClr val="FF0000"/>
                </a:solidFill>
              </a:rPr>
              <a:t>年高雄市左楠區市議員選舉得票數</a:t>
            </a:r>
            <a:r>
              <a:rPr lang="en-US" altLang="zh-TW" dirty="0">
                <a:solidFill>
                  <a:srgbClr val="FF0000"/>
                </a:solidFill>
              </a:rPr>
              <a:t>',</a:t>
            </a:r>
          </a:p>
          <a:p>
            <a:pPr marL="0" indent="0">
              <a:buNone/>
            </a:pPr>
            <a:r>
              <a:rPr lang="en-US" altLang="zh-TW" dirty="0">
                <a:solidFill>
                  <a:srgbClr val="FF0000"/>
                </a:solidFill>
              </a:rPr>
              <a:t>                       height=600)</a:t>
            </a:r>
          </a:p>
          <a:p>
            <a:pPr marL="0" indent="0">
              <a:buNone/>
            </a:pPr>
            <a:r>
              <a:rPr lang="en-US" altLang="zh-TW" dirty="0">
                <a:solidFill>
                  <a:srgbClr val="FF0000"/>
                </a:solidFill>
              </a:rPr>
              <a:t>    fig = </a:t>
            </a:r>
            <a:r>
              <a:rPr lang="en-US" altLang="zh-TW" dirty="0" err="1">
                <a:solidFill>
                  <a:srgbClr val="FF0000"/>
                </a:solidFill>
              </a:rPr>
              <a:t>go.Figure</a:t>
            </a:r>
            <a:r>
              <a:rPr lang="en-US" altLang="zh-TW" dirty="0">
                <a:solidFill>
                  <a:srgbClr val="FF0000"/>
                </a:solidFill>
              </a:rPr>
              <a:t>(data=[trace], layout=layout)</a:t>
            </a:r>
          </a:p>
          <a:p>
            <a:pPr marL="0" indent="0">
              <a:buNone/>
            </a:pPr>
            <a:r>
              <a:rPr lang="en-US" altLang="zh-TW" dirty="0">
                <a:solidFill>
                  <a:srgbClr val="FF0000"/>
                </a:solidFill>
              </a:rPr>
              <a:t>    </a:t>
            </a:r>
            <a:r>
              <a:rPr lang="en-US" altLang="zh-TW" dirty="0" err="1">
                <a:solidFill>
                  <a:srgbClr val="FF0000"/>
                </a:solidFill>
              </a:rPr>
              <a:t>plot_div</a:t>
            </a:r>
            <a:r>
              <a:rPr lang="en-US" altLang="zh-TW" dirty="0">
                <a:solidFill>
                  <a:srgbClr val="FF0000"/>
                </a:solidFill>
              </a:rPr>
              <a:t> = plot(fig, </a:t>
            </a:r>
            <a:r>
              <a:rPr lang="en-US" altLang="zh-TW" dirty="0" err="1">
                <a:solidFill>
                  <a:srgbClr val="FF0000"/>
                </a:solidFill>
              </a:rPr>
              <a:t>output_type</a:t>
            </a:r>
            <a:r>
              <a:rPr lang="en-US" altLang="zh-TW" dirty="0">
                <a:solidFill>
                  <a:srgbClr val="FF0000"/>
                </a:solidFill>
              </a:rPr>
              <a:t>='div')</a:t>
            </a:r>
          </a:p>
          <a:p>
            <a:pPr marL="0" indent="0">
              <a:buNone/>
            </a:pPr>
            <a:endParaRPr lang="en-US"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return render(request, "plotly.html", locals())</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Tree>
    <p:extLst>
      <p:ext uri="{BB962C8B-B14F-4D97-AF65-F5344CB8AC3E}">
        <p14:creationId xmlns:p14="http://schemas.microsoft.com/office/powerpoint/2010/main" val="434669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0A1019-8FED-7FD2-D4FF-A3826BC159EB}"/>
              </a:ext>
            </a:extLst>
          </p:cNvPr>
          <p:cNvSpPr>
            <a:spLocks noGrp="1"/>
          </p:cNvSpPr>
          <p:nvPr>
            <p:ph type="title"/>
          </p:nvPr>
        </p:nvSpPr>
        <p:spPr/>
        <p:txBody>
          <a:bodyPr/>
          <a:lstStyle/>
          <a:p>
            <a:r>
              <a:rPr lang="en-US" altLang="zh-TW"/>
              <a:t>plotly.html</a:t>
            </a:r>
            <a:endParaRPr lang="zh-TW" altLang="en-US"/>
          </a:p>
        </p:txBody>
      </p:sp>
      <p:sp>
        <p:nvSpPr>
          <p:cNvPr id="3" name="投影片編號版面配置區 2">
            <a:extLst>
              <a:ext uri="{FF2B5EF4-FFF2-40B4-BE49-F238E27FC236}">
                <a16:creationId xmlns:a16="http://schemas.microsoft.com/office/drawing/2014/main" id="{8CA0D0EC-D195-8C3C-CCE1-6C5D856DFE9A}"/>
              </a:ext>
            </a:extLst>
          </p:cNvPr>
          <p:cNvSpPr>
            <a:spLocks noGrp="1"/>
          </p:cNvSpPr>
          <p:nvPr>
            <p:ph type="sldNum" sz="quarter" idx="12"/>
          </p:nvPr>
        </p:nvSpPr>
        <p:spPr/>
        <p:txBody>
          <a:bodyPr/>
          <a:lstStyle/>
          <a:p>
            <a:fld id="{369E457D-EE12-4164-8E32-9DDD40A95892}" type="slidenum">
              <a:rPr lang="zh-TW" altLang="en-US" smtClean="0"/>
              <a:pPr/>
              <a:t>95</a:t>
            </a:fld>
            <a:endParaRPr lang="zh-TW" altLang="en-US"/>
          </a:p>
        </p:txBody>
      </p:sp>
      <p:sp>
        <p:nvSpPr>
          <p:cNvPr id="4" name="內容版面配置區 3">
            <a:extLst>
              <a:ext uri="{FF2B5EF4-FFF2-40B4-BE49-F238E27FC236}">
                <a16:creationId xmlns:a16="http://schemas.microsoft.com/office/drawing/2014/main" id="{19D52CE4-E1D5-638D-41BD-557DFA206310}"/>
              </a:ext>
            </a:extLst>
          </p:cNvPr>
          <p:cNvSpPr>
            <a:spLocks noGrp="1"/>
          </p:cNvSpPr>
          <p:nvPr>
            <p:ph sz="quarter" idx="1"/>
          </p:nvPr>
        </p:nvSpPr>
        <p:spPr/>
        <p:txBody>
          <a:bodyPr/>
          <a:lstStyle/>
          <a:p>
            <a:r>
              <a:rPr lang="en-US" altLang="zh-TW" dirty="0"/>
              <a:t> </a:t>
            </a:r>
            <a:r>
              <a:rPr lang="zh-TW" altLang="en-US" dirty="0"/>
              <a:t>沿用</a:t>
            </a:r>
            <a:r>
              <a:rPr lang="en-US" altLang="zh-TW" dirty="0"/>
              <a:t>votes.html</a:t>
            </a:r>
            <a:r>
              <a:rPr lang="zh-TW" altLang="en-US" dirty="0"/>
              <a:t>，加入以下的修改即可：</a:t>
            </a:r>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&lt;div class="col-md-6"&gt;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b="1" kern="100" dirty="0">
                <a:effectLst/>
                <a:latin typeface="Courier New" panose="02070309020205020404" pitchFamily="49" charset="0"/>
                <a:ea typeface="標楷體" panose="03000509000000000000" pitchFamily="65" charset="-120"/>
              </a:rPr>
              <a:t>  </a:t>
            </a:r>
            <a:r>
              <a:rPr lang="en-US" altLang="zh-TW" sz="1800" b="1" kern="100" dirty="0">
                <a:solidFill>
                  <a:srgbClr val="FF0000"/>
                </a:solidFill>
                <a:effectLst/>
                <a:latin typeface="Courier New" panose="02070309020205020404" pitchFamily="49" charset="0"/>
                <a:ea typeface="標楷體" panose="03000509000000000000" pitchFamily="65" charset="-120"/>
              </a:rPr>
              <a:t>{% </a:t>
            </a:r>
            <a:r>
              <a:rPr lang="en-US" altLang="zh-TW" sz="1800" b="1" kern="100" dirty="0" err="1">
                <a:solidFill>
                  <a:srgbClr val="FF0000"/>
                </a:solidFill>
                <a:effectLst/>
                <a:latin typeface="Courier New" panose="02070309020205020404" pitchFamily="49" charset="0"/>
                <a:ea typeface="標楷體" panose="03000509000000000000" pitchFamily="65" charset="-120"/>
              </a:rPr>
              <a:t>autoescape</a:t>
            </a:r>
            <a:r>
              <a:rPr lang="en-US" altLang="zh-TW" sz="1800" b="1" kern="100" dirty="0">
                <a:solidFill>
                  <a:srgbClr val="FF0000"/>
                </a:solidFill>
                <a:effectLst/>
                <a:latin typeface="Courier New" panose="02070309020205020404" pitchFamily="49" charset="0"/>
                <a:ea typeface="標楷體" panose="03000509000000000000" pitchFamily="65" charset="-120"/>
              </a:rPr>
              <a:t> off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b="1" kern="100" dirty="0">
                <a:solidFill>
                  <a:srgbClr val="FF0000"/>
                </a:solidFill>
                <a:effectLst/>
                <a:latin typeface="Courier New" panose="02070309020205020404" pitchFamily="49" charset="0"/>
                <a:ea typeface="標楷體" panose="03000509000000000000" pitchFamily="65" charset="-120"/>
              </a:rPr>
              <a:t>  {{ </a:t>
            </a:r>
            <a:r>
              <a:rPr lang="en-US" altLang="zh-TW" sz="1800" b="1" kern="100" dirty="0" err="1">
                <a:solidFill>
                  <a:srgbClr val="FF0000"/>
                </a:solidFill>
                <a:effectLst/>
                <a:latin typeface="Courier New" panose="02070309020205020404" pitchFamily="49" charset="0"/>
                <a:ea typeface="標楷體" panose="03000509000000000000" pitchFamily="65" charset="-120"/>
              </a:rPr>
              <a:t>plot_div</a:t>
            </a:r>
            <a:r>
              <a:rPr lang="en-US" altLang="zh-TW" sz="1800" b="1" kern="100" dirty="0">
                <a:solidFill>
                  <a:srgbClr val="FF0000"/>
                </a:solidFill>
                <a:effectLst/>
                <a:latin typeface="Courier New" panose="02070309020205020404" pitchFamily="49" charset="0"/>
                <a:ea typeface="標楷體" panose="03000509000000000000" pitchFamily="65" charset="-120"/>
              </a:rPr>
              <a:t>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b="1" kern="100" dirty="0">
                <a:solidFill>
                  <a:srgbClr val="FF0000"/>
                </a:solidFill>
                <a:effectLst/>
                <a:latin typeface="Courier New" panose="02070309020205020404" pitchFamily="49" charset="0"/>
                <a:ea typeface="標楷體" panose="03000509000000000000" pitchFamily="65" charset="-120"/>
              </a:rPr>
              <a:t>  {% </a:t>
            </a:r>
            <a:r>
              <a:rPr lang="en-US" altLang="zh-TW" sz="1800" b="1" kern="100" dirty="0" err="1">
                <a:solidFill>
                  <a:srgbClr val="FF0000"/>
                </a:solidFill>
                <a:effectLst/>
                <a:latin typeface="Courier New" panose="02070309020205020404" pitchFamily="49" charset="0"/>
                <a:ea typeface="標楷體" panose="03000509000000000000" pitchFamily="65" charset="-120"/>
              </a:rPr>
              <a:t>endautoescape</a:t>
            </a:r>
            <a:r>
              <a:rPr lang="en-US" altLang="zh-TW" sz="1800" b="1" kern="100" dirty="0">
                <a:solidFill>
                  <a:srgbClr val="FF0000"/>
                </a:solidFill>
                <a:effectLst/>
                <a:latin typeface="Courier New" panose="02070309020205020404" pitchFamily="49" charset="0"/>
                <a:ea typeface="標楷體" panose="03000509000000000000" pitchFamily="65" charset="-120"/>
              </a:rPr>
              <a:t> %}</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&lt;/div&gt;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pic>
        <p:nvPicPr>
          <p:cNvPr id="7" name="圖片 6">
            <a:extLst>
              <a:ext uri="{FF2B5EF4-FFF2-40B4-BE49-F238E27FC236}">
                <a16:creationId xmlns:a16="http://schemas.microsoft.com/office/drawing/2014/main" id="{9E20FF76-5071-35A3-B1EA-048237C842FB}"/>
              </a:ext>
            </a:extLst>
          </p:cNvPr>
          <p:cNvPicPr>
            <a:picLocks noChangeAspect="1"/>
          </p:cNvPicPr>
          <p:nvPr/>
        </p:nvPicPr>
        <p:blipFill>
          <a:blip r:embed="rId3"/>
          <a:stretch>
            <a:fillRect/>
          </a:stretch>
        </p:blipFill>
        <p:spPr>
          <a:xfrm>
            <a:off x="4211960" y="2564904"/>
            <a:ext cx="4279285" cy="3760042"/>
          </a:xfrm>
          <a:prstGeom prst="rect">
            <a:avLst/>
          </a:prstGeom>
        </p:spPr>
      </p:pic>
    </p:spTree>
    <p:extLst>
      <p:ext uri="{BB962C8B-B14F-4D97-AF65-F5344CB8AC3E}">
        <p14:creationId xmlns:p14="http://schemas.microsoft.com/office/powerpoint/2010/main" val="30199342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9BB034-CB90-2AFF-6271-72AAFCF1F9C6}"/>
              </a:ext>
            </a:extLst>
          </p:cNvPr>
          <p:cNvSpPr>
            <a:spLocks noGrp="1"/>
          </p:cNvSpPr>
          <p:nvPr>
            <p:ph type="title"/>
          </p:nvPr>
        </p:nvSpPr>
        <p:spPr/>
        <p:txBody>
          <a:bodyPr/>
          <a:lstStyle/>
          <a:p>
            <a:r>
              <a:rPr lang="en-US" altLang="zh-TW"/>
              <a:t>views.chart3d</a:t>
            </a:r>
            <a:endParaRPr lang="zh-TW" altLang="en-US"/>
          </a:p>
        </p:txBody>
      </p:sp>
      <p:sp>
        <p:nvSpPr>
          <p:cNvPr id="3" name="投影片編號版面配置區 2">
            <a:extLst>
              <a:ext uri="{FF2B5EF4-FFF2-40B4-BE49-F238E27FC236}">
                <a16:creationId xmlns:a16="http://schemas.microsoft.com/office/drawing/2014/main" id="{B4C6B090-FC04-1EF4-E5E7-05FBA82FC770}"/>
              </a:ext>
            </a:extLst>
          </p:cNvPr>
          <p:cNvSpPr>
            <a:spLocks noGrp="1"/>
          </p:cNvSpPr>
          <p:nvPr>
            <p:ph type="sldNum" sz="quarter" idx="12"/>
          </p:nvPr>
        </p:nvSpPr>
        <p:spPr/>
        <p:txBody>
          <a:bodyPr/>
          <a:lstStyle/>
          <a:p>
            <a:fld id="{369E457D-EE12-4164-8E32-9DDD40A95892}" type="slidenum">
              <a:rPr lang="zh-TW" altLang="en-US" smtClean="0"/>
              <a:pPr/>
              <a:t>96</a:t>
            </a:fld>
            <a:endParaRPr lang="zh-TW" altLang="en-US"/>
          </a:p>
        </p:txBody>
      </p:sp>
      <p:sp>
        <p:nvSpPr>
          <p:cNvPr id="4" name="內容版面配置區 3">
            <a:extLst>
              <a:ext uri="{FF2B5EF4-FFF2-40B4-BE49-F238E27FC236}">
                <a16:creationId xmlns:a16="http://schemas.microsoft.com/office/drawing/2014/main" id="{DF329757-FCB2-C78B-1048-0C1046D7E30E}"/>
              </a:ext>
            </a:extLst>
          </p:cNvPr>
          <p:cNvSpPr>
            <a:spLocks noGrp="1"/>
          </p:cNvSpPr>
          <p:nvPr>
            <p:ph sz="quarter" idx="1"/>
          </p:nvPr>
        </p:nvSpPr>
        <p:spPr/>
        <p:txBody>
          <a:bodyPr>
            <a:normAutofit fontScale="92500" lnSpcReduction="10000"/>
          </a:bodyPr>
          <a:lstStyle/>
          <a:p>
            <a:pPr marL="0" indent="0">
              <a:buNone/>
            </a:pPr>
            <a:r>
              <a:rPr lang="en-US" altLang="zh-TW" sz="1800" kern="100">
                <a:effectLst/>
                <a:latin typeface="Courier New" panose="02070309020205020404" pitchFamily="49" charset="0"/>
                <a:ea typeface="標楷體" panose="03000509000000000000" pitchFamily="65" charset="-120"/>
              </a:rPr>
              <a:t>def chart3d(request):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filename = os.path.join(settings.BASE_DIR, "3d.csv")</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with open(filename, "r", encoding="utf-8") as fp:</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rawdata = fp.readlines()</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rawdata = [(float(d.split(",")[0]),float(d.split(",")[1]), float(d.split(",")[2]),</a:t>
            </a:r>
            <a:endParaRPr lang="zh-TW" altLang="zh-TW" sz="1800" kern="100">
              <a:effectLst/>
              <a:latin typeface="Courier New" panose="02070309020205020404" pitchFamily="49" charset="0"/>
              <a:ea typeface="標楷體" panose="03000509000000000000" pitchFamily="65" charset="-120"/>
            </a:endParaRPr>
          </a:p>
          <a:p>
            <a:pPr indent="0">
              <a:buNone/>
            </a:pPr>
            <a:r>
              <a:rPr lang="en-US" altLang="zh-TW" sz="1800" kern="100">
                <a:effectLst/>
                <a:latin typeface="Courier New" panose="02070309020205020404" pitchFamily="49" charset="0"/>
                <a:ea typeface="標楷體" panose="03000509000000000000" pitchFamily="65" charset="-120"/>
              </a:rPr>
              <a:t> float(d.split(",")[3]))  for d in rawdata]</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chart_data = np.array(rawdata).T</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plot_div = plot([go.Scatter3d(x=chart_data[0],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y=chart_data[1],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z=chart_data[3],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mode="markers",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marker=dict(size=2, symbol='circle'))], </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output_type='div')</a:t>
            </a:r>
            <a:endParaRPr lang="zh-TW" altLang="zh-TW" sz="1800" kern="100">
              <a:effectLst/>
              <a:latin typeface="Courier New" panose="02070309020205020404" pitchFamily="49" charset="0"/>
              <a:ea typeface="標楷體" panose="03000509000000000000" pitchFamily="65" charset="-120"/>
            </a:endParaRPr>
          </a:p>
          <a:p>
            <a:pPr marL="0" indent="0">
              <a:buNone/>
            </a:pPr>
            <a:r>
              <a:rPr lang="en-US" altLang="zh-TW" sz="1800" kern="100">
                <a:effectLst/>
                <a:latin typeface="Courier New" panose="02070309020205020404" pitchFamily="49" charset="0"/>
                <a:ea typeface="標楷體" panose="03000509000000000000" pitchFamily="65" charset="-120"/>
              </a:rPr>
              <a:t>    return render(request, "chart3d.html", locals())</a:t>
            </a:r>
            <a:endParaRPr lang="zh-TW" altLang="zh-TW" sz="1800" kern="100">
              <a:effectLst/>
              <a:latin typeface="Courier New" panose="02070309020205020404" pitchFamily="49" charset="0"/>
              <a:ea typeface="標楷體" panose="03000509000000000000" pitchFamily="65" charset="-120"/>
            </a:endParaRPr>
          </a:p>
          <a:p>
            <a:pPr marL="0" indent="0">
              <a:buNone/>
            </a:pPr>
            <a:endParaRPr lang="zh-TW" altLang="en-US"/>
          </a:p>
        </p:txBody>
      </p:sp>
    </p:spTree>
    <p:extLst>
      <p:ext uri="{BB962C8B-B14F-4D97-AF65-F5344CB8AC3E}">
        <p14:creationId xmlns:p14="http://schemas.microsoft.com/office/powerpoint/2010/main" val="32481173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2AEAD8-87BE-293D-744B-2C1B87187F52}"/>
              </a:ext>
            </a:extLst>
          </p:cNvPr>
          <p:cNvSpPr>
            <a:spLocks noGrp="1"/>
          </p:cNvSpPr>
          <p:nvPr>
            <p:ph type="title"/>
          </p:nvPr>
        </p:nvSpPr>
        <p:spPr/>
        <p:txBody>
          <a:bodyPr/>
          <a:lstStyle/>
          <a:p>
            <a:r>
              <a:rPr lang="en-US" altLang="zh-TW"/>
              <a:t>3D</a:t>
            </a:r>
            <a:r>
              <a:rPr lang="zh-TW" altLang="en-US"/>
              <a:t>圖形的呈現結果</a:t>
            </a:r>
          </a:p>
        </p:txBody>
      </p:sp>
      <p:sp>
        <p:nvSpPr>
          <p:cNvPr id="3" name="投影片編號版面配置區 2">
            <a:extLst>
              <a:ext uri="{FF2B5EF4-FFF2-40B4-BE49-F238E27FC236}">
                <a16:creationId xmlns:a16="http://schemas.microsoft.com/office/drawing/2014/main" id="{97C48094-3EF2-0A9D-996C-FE234D0FE1F5}"/>
              </a:ext>
            </a:extLst>
          </p:cNvPr>
          <p:cNvSpPr>
            <a:spLocks noGrp="1"/>
          </p:cNvSpPr>
          <p:nvPr>
            <p:ph type="sldNum" sz="quarter" idx="12"/>
          </p:nvPr>
        </p:nvSpPr>
        <p:spPr/>
        <p:txBody>
          <a:bodyPr/>
          <a:lstStyle/>
          <a:p>
            <a:fld id="{369E457D-EE12-4164-8E32-9DDD40A95892}" type="slidenum">
              <a:rPr lang="zh-TW" altLang="en-US" smtClean="0"/>
              <a:pPr/>
              <a:t>97</a:t>
            </a:fld>
            <a:endParaRPr lang="zh-TW" altLang="en-US"/>
          </a:p>
        </p:txBody>
      </p:sp>
      <p:pic>
        <p:nvPicPr>
          <p:cNvPr id="5" name="內容版面配置區 4">
            <a:extLst>
              <a:ext uri="{FF2B5EF4-FFF2-40B4-BE49-F238E27FC236}">
                <a16:creationId xmlns:a16="http://schemas.microsoft.com/office/drawing/2014/main" id="{37838216-EA21-FE8C-BA82-DBFFD6908536}"/>
              </a:ext>
            </a:extLst>
          </p:cNvPr>
          <p:cNvPicPr>
            <a:picLocks noGrp="1" noChangeAspect="1"/>
          </p:cNvPicPr>
          <p:nvPr>
            <p:ph sz="quarter" idx="1"/>
          </p:nvPr>
        </p:nvPicPr>
        <p:blipFill>
          <a:blip r:embed="rId2"/>
          <a:stretch>
            <a:fillRect/>
          </a:stretch>
        </p:blipFill>
        <p:spPr>
          <a:xfrm>
            <a:off x="691100" y="1527175"/>
            <a:ext cx="7725288" cy="4572000"/>
          </a:xfrm>
          <a:prstGeom prst="rect">
            <a:avLst/>
          </a:prstGeom>
        </p:spPr>
      </p:pic>
    </p:spTree>
    <p:extLst>
      <p:ext uri="{BB962C8B-B14F-4D97-AF65-F5344CB8AC3E}">
        <p14:creationId xmlns:p14="http://schemas.microsoft.com/office/powerpoint/2010/main" val="13064610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B5CF0D-828E-26C4-FAE5-98C7A5EF2EBC}"/>
              </a:ext>
            </a:extLst>
          </p:cNvPr>
          <p:cNvSpPr>
            <a:spLocks noGrp="1"/>
          </p:cNvSpPr>
          <p:nvPr>
            <p:ph type="title"/>
          </p:nvPr>
        </p:nvSpPr>
        <p:spPr/>
        <p:txBody>
          <a:bodyPr/>
          <a:lstStyle/>
          <a:p>
            <a:r>
              <a:rPr lang="en-US" altLang="zh-TW"/>
              <a:t>Plotly</a:t>
            </a:r>
            <a:r>
              <a:rPr lang="zh-TW" altLang="en-US"/>
              <a:t>的橫條圖程式</a:t>
            </a:r>
          </a:p>
        </p:txBody>
      </p:sp>
      <p:sp>
        <p:nvSpPr>
          <p:cNvPr id="3" name="投影片編號版面配置區 2">
            <a:extLst>
              <a:ext uri="{FF2B5EF4-FFF2-40B4-BE49-F238E27FC236}">
                <a16:creationId xmlns:a16="http://schemas.microsoft.com/office/drawing/2014/main" id="{532288A1-A86B-351C-DF4E-79AAC8D19F1F}"/>
              </a:ext>
            </a:extLst>
          </p:cNvPr>
          <p:cNvSpPr>
            <a:spLocks noGrp="1"/>
          </p:cNvSpPr>
          <p:nvPr>
            <p:ph type="sldNum" sz="quarter" idx="12"/>
          </p:nvPr>
        </p:nvSpPr>
        <p:spPr/>
        <p:txBody>
          <a:bodyPr/>
          <a:lstStyle/>
          <a:p>
            <a:fld id="{369E457D-EE12-4164-8E32-9DDD40A95892}" type="slidenum">
              <a:rPr lang="zh-TW" altLang="en-US" smtClean="0"/>
              <a:pPr/>
              <a:t>98</a:t>
            </a:fld>
            <a:endParaRPr lang="zh-TW" altLang="en-US"/>
          </a:p>
        </p:txBody>
      </p:sp>
      <p:sp>
        <p:nvSpPr>
          <p:cNvPr id="4" name="內容版面配置區 3">
            <a:extLst>
              <a:ext uri="{FF2B5EF4-FFF2-40B4-BE49-F238E27FC236}">
                <a16:creationId xmlns:a16="http://schemas.microsoft.com/office/drawing/2014/main" id="{91B62534-4693-D991-EF4F-0A191CF83E55}"/>
              </a:ext>
            </a:extLst>
          </p:cNvPr>
          <p:cNvSpPr>
            <a:spLocks noGrp="1"/>
          </p:cNvSpPr>
          <p:nvPr>
            <p:ph sz="quarter" idx="1"/>
          </p:nvPr>
        </p:nvSpPr>
        <p:spPr/>
        <p:txBody>
          <a:bodyPr/>
          <a:lstStyle/>
          <a:p>
            <a:pPr marL="0" indent="0">
              <a:buNone/>
            </a:pPr>
            <a:r>
              <a:rPr lang="en-US" altLang="zh-TW" sz="1800" kern="100" dirty="0">
                <a:effectLst/>
                <a:latin typeface="Courier New" panose="02070309020205020404" pitchFamily="49" charset="0"/>
                <a:ea typeface="標楷體" panose="03000509000000000000" pitchFamily="65" charset="-120"/>
              </a:rPr>
              <a:t>def </a:t>
            </a:r>
            <a:r>
              <a:rPr lang="en-US" altLang="zh-TW" sz="1800" kern="100" dirty="0" err="1">
                <a:effectLst/>
                <a:latin typeface="Courier New" panose="02070309020205020404" pitchFamily="49" charset="0"/>
                <a:ea typeface="標楷體" panose="03000509000000000000" pitchFamily="65" charset="-120"/>
              </a:rPr>
              <a:t>plotly</a:t>
            </a:r>
            <a:r>
              <a:rPr lang="en-US" altLang="zh-TW" sz="1800" kern="100" dirty="0">
                <a:effectLst/>
                <a:latin typeface="Courier New" panose="02070309020205020404" pitchFamily="49" charset="0"/>
                <a:ea typeface="標楷體" panose="03000509000000000000" pitchFamily="65" charset="-120"/>
              </a:rPr>
              <a:t>(request):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data = </a:t>
            </a:r>
            <a:r>
              <a:rPr lang="en-US" altLang="zh-TW" sz="1800" kern="100" dirty="0" err="1">
                <a:effectLst/>
                <a:latin typeface="Courier New" panose="02070309020205020404" pitchFamily="49" charset="0"/>
                <a:ea typeface="標楷體" panose="03000509000000000000" pitchFamily="65" charset="-120"/>
              </a:rPr>
              <a:t>models.Vote.objects.all</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labels = [d.name for d in data]</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values = [</a:t>
            </a:r>
            <a:r>
              <a:rPr lang="en-US" altLang="zh-TW" sz="1800" kern="100" dirty="0" err="1">
                <a:effectLst/>
                <a:latin typeface="Courier New" panose="02070309020205020404" pitchFamily="49" charset="0"/>
                <a:ea typeface="標楷體" panose="03000509000000000000" pitchFamily="65" charset="-120"/>
              </a:rPr>
              <a:t>d.votes</a:t>
            </a:r>
            <a:r>
              <a:rPr lang="en-US" altLang="zh-TW" sz="1800" kern="100" dirty="0">
                <a:effectLst/>
                <a:latin typeface="Courier New" panose="02070309020205020404" pitchFamily="49" charset="0"/>
                <a:ea typeface="標楷體" panose="03000509000000000000" pitchFamily="65" charset="-120"/>
              </a:rPr>
              <a:t> for d in data]</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plot_div</a:t>
            </a:r>
            <a:r>
              <a:rPr lang="en-US" altLang="zh-TW" sz="1800" kern="100" dirty="0">
                <a:effectLst/>
                <a:latin typeface="Courier New" panose="02070309020205020404" pitchFamily="49" charset="0"/>
                <a:ea typeface="標楷體" panose="03000509000000000000" pitchFamily="65" charset="-120"/>
              </a:rPr>
              <a:t> = plot([</a:t>
            </a:r>
            <a:r>
              <a:rPr lang="en-US" altLang="zh-TW" sz="1800" kern="100" dirty="0" err="1">
                <a:effectLst/>
                <a:latin typeface="Courier New" panose="02070309020205020404" pitchFamily="49" charset="0"/>
                <a:ea typeface="標楷體" panose="03000509000000000000" pitchFamily="65" charset="-120"/>
              </a:rPr>
              <a:t>go.Bar</a:t>
            </a:r>
            <a:r>
              <a:rPr lang="en-US" altLang="zh-TW" sz="1800" kern="100" dirty="0">
                <a:effectLst/>
                <a:latin typeface="Courier New" panose="02070309020205020404" pitchFamily="49" charset="0"/>
                <a:ea typeface="標楷體" panose="03000509000000000000" pitchFamily="65" charset="-120"/>
              </a:rPr>
              <a:t>(y=labels, x=values, </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orientation='h')], </a:t>
            </a:r>
            <a:r>
              <a:rPr lang="en-US" altLang="zh-TW" sz="1800" kern="100" dirty="0" err="1">
                <a:effectLst/>
                <a:latin typeface="Courier New" panose="02070309020205020404" pitchFamily="49" charset="0"/>
                <a:ea typeface="標楷體" panose="03000509000000000000" pitchFamily="65" charset="-120"/>
              </a:rPr>
              <a:t>output_type</a:t>
            </a:r>
            <a:r>
              <a:rPr lang="en-US" altLang="zh-TW" sz="1800" kern="100" dirty="0">
                <a:effectLst/>
                <a:latin typeface="Courier New" panose="02070309020205020404" pitchFamily="49" charset="0"/>
                <a:ea typeface="標楷體" panose="03000509000000000000" pitchFamily="65" charset="-120"/>
              </a:rPr>
              <a:t>='div')</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return render(request, "plotly.html", locals())</a:t>
            </a:r>
            <a:endParaRPr lang="zh-TW" altLang="zh-TW" sz="1800" kern="100" dirty="0">
              <a:effectLst/>
              <a:latin typeface="Courier New" panose="02070309020205020404" pitchFamily="49" charset="0"/>
              <a:ea typeface="標楷體" panose="03000509000000000000" pitchFamily="65" charset="-120"/>
            </a:endParaRPr>
          </a:p>
          <a:p>
            <a:pPr marL="0" indent="0">
              <a:buNone/>
            </a:pPr>
            <a:endParaRPr lang="zh-TW" altLang="en-US" dirty="0"/>
          </a:p>
        </p:txBody>
      </p:sp>
    </p:spTree>
    <p:extLst>
      <p:ext uri="{BB962C8B-B14F-4D97-AF65-F5344CB8AC3E}">
        <p14:creationId xmlns:p14="http://schemas.microsoft.com/office/powerpoint/2010/main" val="107922755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67FF68-B947-4AA6-EEA0-008E2DDDBF4B}"/>
              </a:ext>
            </a:extLst>
          </p:cNvPr>
          <p:cNvSpPr>
            <a:spLocks noGrp="1"/>
          </p:cNvSpPr>
          <p:nvPr>
            <p:ph type="title"/>
          </p:nvPr>
        </p:nvSpPr>
        <p:spPr/>
        <p:txBody>
          <a:bodyPr/>
          <a:lstStyle/>
          <a:p>
            <a:r>
              <a:rPr lang="zh-TW" altLang="en-US"/>
              <a:t>使用</a:t>
            </a:r>
            <a:r>
              <a:rPr lang="en-US" altLang="zh-TW"/>
              <a:t>Plotly</a:t>
            </a:r>
            <a:r>
              <a:rPr lang="zh-TW" altLang="en-US"/>
              <a:t>展示橫條圖的呈現結果</a:t>
            </a:r>
          </a:p>
        </p:txBody>
      </p:sp>
      <p:sp>
        <p:nvSpPr>
          <p:cNvPr id="3" name="投影片編號版面配置區 2">
            <a:extLst>
              <a:ext uri="{FF2B5EF4-FFF2-40B4-BE49-F238E27FC236}">
                <a16:creationId xmlns:a16="http://schemas.microsoft.com/office/drawing/2014/main" id="{27338BB4-346C-2934-761A-D97EB7C8E705}"/>
              </a:ext>
            </a:extLst>
          </p:cNvPr>
          <p:cNvSpPr>
            <a:spLocks noGrp="1"/>
          </p:cNvSpPr>
          <p:nvPr>
            <p:ph type="sldNum" sz="quarter" idx="12"/>
          </p:nvPr>
        </p:nvSpPr>
        <p:spPr/>
        <p:txBody>
          <a:bodyPr/>
          <a:lstStyle/>
          <a:p>
            <a:fld id="{369E457D-EE12-4164-8E32-9DDD40A95892}" type="slidenum">
              <a:rPr lang="zh-TW" altLang="en-US" smtClean="0"/>
              <a:pPr/>
              <a:t>99</a:t>
            </a:fld>
            <a:endParaRPr lang="zh-TW" altLang="en-US"/>
          </a:p>
        </p:txBody>
      </p:sp>
      <p:pic>
        <p:nvPicPr>
          <p:cNvPr id="5" name="內容版面配置區 4">
            <a:extLst>
              <a:ext uri="{FF2B5EF4-FFF2-40B4-BE49-F238E27FC236}">
                <a16:creationId xmlns:a16="http://schemas.microsoft.com/office/drawing/2014/main" id="{7AD36558-C70C-E047-3076-EA0E30BE7400}"/>
              </a:ext>
            </a:extLst>
          </p:cNvPr>
          <p:cNvPicPr>
            <a:picLocks noGrp="1" noChangeAspect="1"/>
          </p:cNvPicPr>
          <p:nvPr>
            <p:ph sz="quarter" idx="1"/>
          </p:nvPr>
        </p:nvPicPr>
        <p:blipFill>
          <a:blip r:embed="rId2"/>
          <a:stretch>
            <a:fillRect/>
          </a:stretch>
        </p:blipFill>
        <p:spPr>
          <a:xfrm>
            <a:off x="691100" y="1527175"/>
            <a:ext cx="7725288" cy="4572000"/>
          </a:xfrm>
          <a:prstGeom prst="rect">
            <a:avLst/>
          </a:prstGeom>
        </p:spPr>
      </p:pic>
    </p:spTree>
    <p:extLst>
      <p:ext uri="{BB962C8B-B14F-4D97-AF65-F5344CB8AC3E}">
        <p14:creationId xmlns:p14="http://schemas.microsoft.com/office/powerpoint/2010/main" val="356142591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使用</a:t>
            </a:r>
            <a:r>
              <a:rPr lang="en-US" altLang="zh-TW" dirty="0"/>
              <a:t>AJAX</a:t>
            </a:r>
            <a:r>
              <a:rPr lang="zh-TW" altLang="zh-TW" dirty="0"/>
              <a:t>和</a:t>
            </a:r>
            <a:r>
              <a:rPr lang="en-US" altLang="zh-TW" dirty="0"/>
              <a:t>jQuery</a:t>
            </a:r>
            <a:r>
              <a:rPr lang="zh-TW" altLang="en-US" dirty="0"/>
              <a:t>將</a:t>
            </a:r>
            <a:r>
              <a:rPr lang="en-US" altLang="zh-TW" dirty="0"/>
              <a:t>MQTT</a:t>
            </a:r>
            <a:r>
              <a:rPr lang="zh-TW" altLang="en-US" dirty="0"/>
              <a:t>資料送到資料庫儲存</a:t>
            </a:r>
          </a:p>
        </p:txBody>
      </p:sp>
      <p:sp>
        <p:nvSpPr>
          <p:cNvPr id="3" name="投影片編號版面配置區 2"/>
          <p:cNvSpPr>
            <a:spLocks noGrp="1"/>
          </p:cNvSpPr>
          <p:nvPr>
            <p:ph type="sldNum" sz="quarter" idx="12"/>
          </p:nvPr>
        </p:nvSpPr>
        <p:spPr/>
        <p:txBody>
          <a:bodyPr>
            <a:normAutofit fontScale="92500"/>
          </a:bodyPr>
          <a:lstStyle/>
          <a:p>
            <a:fld id="{369E457D-EE12-4164-8E32-9DDD40A95892}" type="slidenum">
              <a:rPr lang="zh-TW" altLang="en-US" smtClean="0"/>
              <a:pPr/>
              <a:t>100</a:t>
            </a:fld>
            <a:endParaRPr lang="zh-TW" altLang="en-US"/>
          </a:p>
        </p:txBody>
      </p:sp>
      <p:sp>
        <p:nvSpPr>
          <p:cNvPr id="4" name="內容版面配置區 3"/>
          <p:cNvSpPr>
            <a:spLocks noGrp="1"/>
          </p:cNvSpPr>
          <p:nvPr>
            <p:ph sz="quarter" idx="1"/>
          </p:nvPr>
        </p:nvSpPr>
        <p:spPr/>
        <p:txBody>
          <a:bodyPr/>
          <a:lstStyle/>
          <a:p>
            <a:r>
              <a:rPr lang="en-US" altLang="zh-TW" dirty="0"/>
              <a:t>AJAX(Asynchronous JavaScript </a:t>
            </a:r>
            <a:r>
              <a:rPr lang="en-US" altLang="zh-TW"/>
              <a:t>and XML)</a:t>
            </a:r>
            <a:endParaRPr lang="en-US" altLang="zh-TW" dirty="0"/>
          </a:p>
          <a:p>
            <a:pPr lvl="1"/>
            <a:r>
              <a:rPr lang="zh-TW" altLang="zh-TW" dirty="0"/>
              <a:t>在非同步的情況下去伺服器擷取資料</a:t>
            </a:r>
            <a:endParaRPr lang="en-US" altLang="zh-TW" dirty="0"/>
          </a:p>
          <a:p>
            <a:pPr lvl="1"/>
            <a:r>
              <a:rPr lang="zh-TW" altLang="zh-TW" dirty="0"/>
              <a:t>更新部份網頁內容的技術</a:t>
            </a:r>
            <a:endParaRPr lang="en-US" altLang="zh-TW" dirty="0"/>
          </a:p>
          <a:p>
            <a:pPr lvl="1"/>
            <a:r>
              <a:rPr lang="zh-TW" altLang="zh-TW" dirty="0"/>
              <a:t>在背景運作，不需要</a:t>
            </a:r>
            <a:r>
              <a:rPr lang="zh-TW" altLang="zh-TW"/>
              <a:t>重刷</a:t>
            </a:r>
            <a:r>
              <a:rPr lang="zh-TW" altLang="en-US"/>
              <a:t>整個</a:t>
            </a:r>
            <a:r>
              <a:rPr lang="zh-TW" altLang="zh-TW"/>
              <a:t>頁</a:t>
            </a:r>
            <a:r>
              <a:rPr lang="zh-TW" altLang="zh-TW" dirty="0"/>
              <a:t>面</a:t>
            </a:r>
            <a:endParaRPr lang="en-US" altLang="zh-TW" dirty="0"/>
          </a:p>
          <a:p>
            <a:pPr lvl="1"/>
            <a:endParaRPr lang="zh-TW" altLang="en-US" dirty="0"/>
          </a:p>
        </p:txBody>
      </p:sp>
    </p:spTree>
    <p:extLst>
      <p:ext uri="{BB962C8B-B14F-4D97-AF65-F5344CB8AC3E}">
        <p14:creationId xmlns:p14="http://schemas.microsoft.com/office/powerpoint/2010/main" val="5854518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AJAX</a:t>
            </a:r>
            <a:r>
              <a:rPr lang="zh-TW" altLang="zh-TW" dirty="0"/>
              <a:t>和</a:t>
            </a:r>
            <a:r>
              <a:rPr lang="en-US" altLang="zh-TW" dirty="0"/>
              <a:t>jQuery</a:t>
            </a:r>
            <a:endParaRPr lang="zh-TW" altLang="en-US" dirty="0"/>
          </a:p>
        </p:txBody>
      </p:sp>
      <p:sp>
        <p:nvSpPr>
          <p:cNvPr id="3" name="投影片編號版面配置區 2"/>
          <p:cNvSpPr>
            <a:spLocks noGrp="1"/>
          </p:cNvSpPr>
          <p:nvPr>
            <p:ph type="sldNum" sz="quarter" idx="12"/>
          </p:nvPr>
        </p:nvSpPr>
        <p:spPr/>
        <p:txBody>
          <a:bodyPr>
            <a:normAutofit fontScale="92500"/>
          </a:bodyPr>
          <a:lstStyle/>
          <a:p>
            <a:fld id="{369E457D-EE12-4164-8E32-9DDD40A95892}" type="slidenum">
              <a:rPr lang="zh-TW" altLang="en-US" smtClean="0"/>
              <a:pPr/>
              <a:t>101</a:t>
            </a:fld>
            <a:endParaRPr lang="zh-TW" altLang="en-US"/>
          </a:p>
        </p:txBody>
      </p:sp>
      <p:sp>
        <p:nvSpPr>
          <p:cNvPr id="4" name="內容版面配置區 3"/>
          <p:cNvSpPr>
            <a:spLocks noGrp="1"/>
          </p:cNvSpPr>
          <p:nvPr>
            <p:ph sz="quarter" idx="1"/>
          </p:nvPr>
        </p:nvSpPr>
        <p:spPr/>
        <p:txBody>
          <a:bodyPr/>
          <a:lstStyle/>
          <a:p>
            <a:r>
              <a:rPr lang="zh-TW" altLang="zh-TW" dirty="0"/>
              <a:t>使用</a:t>
            </a:r>
            <a:r>
              <a:rPr lang="en-US" altLang="zh-TW" dirty="0"/>
              <a:t>AJAX</a:t>
            </a:r>
            <a:r>
              <a:rPr lang="zh-TW" altLang="zh-TW" dirty="0"/>
              <a:t>技術進行的流程</a:t>
            </a:r>
            <a:endParaRPr lang="zh-TW" altLang="en-US" dirty="0"/>
          </a:p>
        </p:txBody>
      </p:sp>
      <p:pic>
        <p:nvPicPr>
          <p:cNvPr id="5" name="圖片 4"/>
          <p:cNvPicPr/>
          <p:nvPr/>
        </p:nvPicPr>
        <p:blipFill>
          <a:blip r:embed="rId2">
            <a:extLst>
              <a:ext uri="{28A0092B-C50C-407E-A947-70E740481C1C}">
                <a14:useLocalDpi xmlns:a14="http://schemas.microsoft.com/office/drawing/2010/main" val="0"/>
              </a:ext>
            </a:extLst>
          </a:blip>
          <a:stretch>
            <a:fillRect/>
          </a:stretch>
        </p:blipFill>
        <p:spPr>
          <a:xfrm>
            <a:off x="1871700" y="1967420"/>
            <a:ext cx="5400600" cy="4485916"/>
          </a:xfrm>
          <a:prstGeom prst="rect">
            <a:avLst/>
          </a:prstGeom>
        </p:spPr>
      </p:pic>
      <p:pic>
        <p:nvPicPr>
          <p:cNvPr id="7" name="圖片 6">
            <a:extLst>
              <a:ext uri="{FF2B5EF4-FFF2-40B4-BE49-F238E27FC236}">
                <a16:creationId xmlns:a16="http://schemas.microsoft.com/office/drawing/2014/main" id="{926E4CBF-86F1-1303-F77E-79FDBC32410E}"/>
              </a:ext>
            </a:extLst>
          </p:cNvPr>
          <p:cNvPicPr>
            <a:picLocks noChangeAspect="1"/>
          </p:cNvPicPr>
          <p:nvPr/>
        </p:nvPicPr>
        <p:blipFill>
          <a:blip r:embed="rId3"/>
          <a:stretch>
            <a:fillRect/>
          </a:stretch>
        </p:blipFill>
        <p:spPr>
          <a:xfrm>
            <a:off x="0" y="2060848"/>
            <a:ext cx="9144000" cy="2736304"/>
          </a:xfrm>
          <a:prstGeom prst="rect">
            <a:avLst/>
          </a:prstGeom>
        </p:spPr>
      </p:pic>
    </p:spTree>
    <p:extLst>
      <p:ext uri="{BB962C8B-B14F-4D97-AF65-F5344CB8AC3E}">
        <p14:creationId xmlns:p14="http://schemas.microsoft.com/office/powerpoint/2010/main" val="13943075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AJAX</a:t>
            </a:r>
            <a:r>
              <a:rPr lang="zh-TW" altLang="zh-TW" dirty="0"/>
              <a:t>和</a:t>
            </a:r>
            <a:r>
              <a:rPr lang="en-US" altLang="zh-TW" dirty="0"/>
              <a:t>jQuery</a:t>
            </a:r>
            <a:endParaRPr lang="zh-TW" altLang="en-US" dirty="0"/>
          </a:p>
        </p:txBody>
      </p:sp>
      <p:sp>
        <p:nvSpPr>
          <p:cNvPr id="3" name="投影片編號版面配置區 2"/>
          <p:cNvSpPr>
            <a:spLocks noGrp="1"/>
          </p:cNvSpPr>
          <p:nvPr>
            <p:ph type="sldNum" sz="quarter" idx="12"/>
          </p:nvPr>
        </p:nvSpPr>
        <p:spPr/>
        <p:txBody>
          <a:bodyPr>
            <a:normAutofit fontScale="92500"/>
          </a:bodyPr>
          <a:lstStyle/>
          <a:p>
            <a:fld id="{369E457D-EE12-4164-8E32-9DDD40A95892}" type="slidenum">
              <a:rPr lang="zh-TW" altLang="en-US" smtClean="0"/>
              <a:pPr/>
              <a:t>102</a:t>
            </a:fld>
            <a:endParaRPr lang="zh-TW" altLang="en-US"/>
          </a:p>
        </p:txBody>
      </p:sp>
      <p:sp>
        <p:nvSpPr>
          <p:cNvPr id="4" name="內容版面配置區 3"/>
          <p:cNvSpPr>
            <a:spLocks noGrp="1"/>
          </p:cNvSpPr>
          <p:nvPr>
            <p:ph sz="quarter" idx="1"/>
          </p:nvPr>
        </p:nvSpPr>
        <p:spPr>
          <a:xfrm>
            <a:off x="301752" y="1527048"/>
            <a:ext cx="8534400" cy="5142312"/>
          </a:xfrm>
        </p:spPr>
        <p:txBody>
          <a:bodyPr>
            <a:normAutofit/>
          </a:bodyPr>
          <a:lstStyle/>
          <a:p>
            <a:r>
              <a:rPr lang="zh-TW" altLang="en-US" dirty="0"/>
              <a:t>首先</a:t>
            </a:r>
            <a:r>
              <a:rPr lang="zh-TW" altLang="zh-TW" dirty="0"/>
              <a:t>在</a:t>
            </a:r>
            <a:r>
              <a:rPr lang="en-US" altLang="zh-TW" dirty="0"/>
              <a:t>mqtt.html</a:t>
            </a:r>
            <a:r>
              <a:rPr lang="zh-TW" altLang="zh-TW" dirty="0"/>
              <a:t>中加上</a:t>
            </a:r>
            <a:r>
              <a:rPr lang="en-US" altLang="zh-TW" dirty="0"/>
              <a:t>AJAX</a:t>
            </a:r>
            <a:r>
              <a:rPr lang="zh-TW" altLang="zh-TW" dirty="0"/>
              <a:t>程式</a:t>
            </a:r>
            <a:endParaRPr lang="en-US" altLang="zh-TW" dirty="0"/>
          </a:p>
          <a:p>
            <a:r>
              <a:rPr lang="zh-TW" altLang="en-US" sz="2000" dirty="0"/>
              <a:t>原檔案：</a:t>
            </a:r>
            <a:r>
              <a:rPr lang="en-US" altLang="zh-TW" sz="2000" dirty="0"/>
              <a:t> mqtt-dashboard-temp-json.html</a:t>
            </a:r>
            <a:r>
              <a:rPr lang="zh-TW" altLang="en-US" sz="2000" dirty="0"/>
              <a:t>改名</a:t>
            </a:r>
            <a:r>
              <a:rPr lang="en-US" altLang="zh-TW" sz="2000" dirty="0"/>
              <a:t>mqtt.html</a:t>
            </a:r>
          </a:p>
          <a:p>
            <a:r>
              <a:rPr lang="zh-TW" altLang="zh-TW" dirty="0"/>
              <a:t>在進行此功能之</a:t>
            </a:r>
            <a:r>
              <a:rPr lang="zh-TW" altLang="en-US" dirty="0"/>
              <a:t>前</a:t>
            </a:r>
            <a:r>
              <a:rPr lang="zh-TW" altLang="zh-TW" dirty="0"/>
              <a:t>要確認在</a:t>
            </a:r>
            <a:r>
              <a:rPr lang="en-US" altLang="zh-TW" dirty="0"/>
              <a:t>base.html</a:t>
            </a:r>
            <a:r>
              <a:rPr lang="zh-TW" altLang="zh-TW" dirty="0"/>
              <a:t>中最否已有把</a:t>
            </a:r>
            <a:r>
              <a:rPr lang="en-US" altLang="zh-TW" dirty="0" err="1"/>
              <a:t>jquery</a:t>
            </a:r>
            <a:r>
              <a:rPr lang="zh-TW" altLang="zh-TW" dirty="0"/>
              <a:t>的連結放在</a:t>
            </a:r>
            <a:r>
              <a:rPr lang="en-US" altLang="zh-TW" dirty="0"/>
              <a:t>base.html</a:t>
            </a:r>
            <a:r>
              <a:rPr lang="zh-TW" altLang="zh-TW" dirty="0"/>
              <a:t>的最前面</a:t>
            </a:r>
            <a:r>
              <a:rPr lang="en-US" altLang="zh-TW" dirty="0">
                <a:solidFill>
                  <a:srgbClr val="FF0000"/>
                </a:solidFill>
              </a:rPr>
              <a:t>&lt;head&gt;</a:t>
            </a:r>
            <a:r>
              <a:rPr lang="zh-TW" altLang="en-US" dirty="0">
                <a:solidFill>
                  <a:srgbClr val="FF0000"/>
                </a:solidFill>
              </a:rPr>
              <a:t>之後</a:t>
            </a:r>
            <a:r>
              <a:rPr lang="zh-TW" altLang="zh-TW" dirty="0"/>
              <a:t>，如下所示：</a:t>
            </a:r>
            <a:endParaRPr lang="en-US" altLang="zh-TW" dirty="0"/>
          </a:p>
          <a:p>
            <a:pPr marL="0" indent="0">
              <a:buNone/>
            </a:pPr>
            <a:endParaRPr lang="en-US"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&lt;script </a:t>
            </a:r>
            <a:r>
              <a:rPr lang="en-US" altLang="zh-TW" sz="1800" kern="100" dirty="0" err="1">
                <a:effectLst/>
                <a:latin typeface="Courier New" panose="02070309020205020404" pitchFamily="49" charset="0"/>
                <a:ea typeface="標楷體" panose="03000509000000000000" pitchFamily="65" charset="-120"/>
              </a:rPr>
              <a:t>src</a:t>
            </a:r>
            <a:r>
              <a:rPr lang="en-US" altLang="zh-TW" sz="1800" kern="100" dirty="0">
                <a:effectLst/>
                <a:latin typeface="Courier New" panose="02070309020205020404" pitchFamily="49" charset="0"/>
                <a:ea typeface="標楷體" panose="03000509000000000000" pitchFamily="65" charset="-120"/>
              </a:rPr>
              <a:t>="https://code.jquery.com/jquery-3.6.3.js" integrity="sha256-nQLuAZGRRcILA+6dMBOvcRh5Pe310sBpanc6+QBmyVM=" </a:t>
            </a:r>
            <a:r>
              <a:rPr lang="en-US" altLang="zh-TW" sz="1800" kern="100" dirty="0" err="1">
                <a:effectLst/>
                <a:latin typeface="Courier New" panose="02070309020205020404" pitchFamily="49" charset="0"/>
                <a:ea typeface="標楷體" panose="03000509000000000000" pitchFamily="65" charset="-120"/>
              </a:rPr>
              <a:t>crossorigin</a:t>
            </a:r>
            <a:r>
              <a:rPr lang="en-US" altLang="zh-TW" sz="1800" kern="100" dirty="0">
                <a:effectLst/>
                <a:latin typeface="Courier New" panose="02070309020205020404" pitchFamily="49" charset="0"/>
                <a:ea typeface="標楷體" panose="03000509000000000000" pitchFamily="65" charset="-120"/>
              </a:rPr>
              <a:t>="anonymous"&gt;&lt;/script&gt;</a:t>
            </a:r>
            <a:endParaRPr lang="zh-TW" altLang="zh-TW" sz="1800" kern="100" dirty="0">
              <a:effectLst/>
              <a:latin typeface="Courier New" panose="02070309020205020404" pitchFamily="49" charset="0"/>
              <a:ea typeface="標楷體" panose="03000509000000000000" pitchFamily="65" charset="-120"/>
            </a:endParaRPr>
          </a:p>
          <a:p>
            <a:endParaRPr lang="zh-TW" altLang="en-US" dirty="0"/>
          </a:p>
        </p:txBody>
      </p:sp>
    </p:spTree>
    <p:extLst>
      <p:ext uri="{BB962C8B-B14F-4D97-AF65-F5344CB8AC3E}">
        <p14:creationId xmlns:p14="http://schemas.microsoft.com/office/powerpoint/2010/main" val="38991656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使用</a:t>
            </a:r>
            <a:r>
              <a:rPr lang="en-US" altLang="zh-TW" dirty="0"/>
              <a:t>AJAX</a:t>
            </a:r>
            <a:r>
              <a:rPr lang="zh-TW" altLang="zh-TW" dirty="0"/>
              <a:t>和</a:t>
            </a:r>
            <a:r>
              <a:rPr lang="en-US" altLang="zh-TW" dirty="0"/>
              <a:t>jQuery</a:t>
            </a:r>
            <a:endParaRPr lang="zh-TW" altLang="en-US" dirty="0"/>
          </a:p>
        </p:txBody>
      </p:sp>
      <p:sp>
        <p:nvSpPr>
          <p:cNvPr id="3" name="投影片編號版面配置區 2"/>
          <p:cNvSpPr>
            <a:spLocks noGrp="1"/>
          </p:cNvSpPr>
          <p:nvPr>
            <p:ph type="sldNum" sz="quarter" idx="12"/>
          </p:nvPr>
        </p:nvSpPr>
        <p:spPr/>
        <p:txBody>
          <a:bodyPr>
            <a:normAutofit fontScale="92500"/>
          </a:bodyPr>
          <a:lstStyle/>
          <a:p>
            <a:fld id="{369E457D-EE12-4164-8E32-9DDD40A95892}" type="slidenum">
              <a:rPr lang="zh-TW" altLang="en-US" smtClean="0"/>
              <a:pPr/>
              <a:t>103</a:t>
            </a:fld>
            <a:endParaRPr lang="zh-TW" altLang="en-US"/>
          </a:p>
        </p:txBody>
      </p:sp>
      <p:sp>
        <p:nvSpPr>
          <p:cNvPr id="4" name="內容版面配置區 3"/>
          <p:cNvSpPr>
            <a:spLocks noGrp="1"/>
          </p:cNvSpPr>
          <p:nvPr>
            <p:ph sz="quarter" idx="1"/>
          </p:nvPr>
        </p:nvSpPr>
        <p:spPr>
          <a:xfrm>
            <a:off x="301752" y="1239016"/>
            <a:ext cx="8662736" cy="5574360"/>
          </a:xfrm>
        </p:spPr>
        <p:txBody>
          <a:bodyPr>
            <a:normAutofit fontScale="85000" lnSpcReduction="20000"/>
          </a:bodyPr>
          <a:lstStyle/>
          <a:p>
            <a:pPr marL="0" indent="0">
              <a:buNone/>
            </a:pPr>
            <a:r>
              <a:rPr lang="en-US" altLang="zh-TW" dirty="0"/>
              <a:t>function </a:t>
            </a:r>
            <a:r>
              <a:rPr lang="en-US" altLang="zh-TW" dirty="0" err="1"/>
              <a:t>updateTemperatureDisplay</a:t>
            </a:r>
            <a:r>
              <a:rPr lang="en-US" altLang="zh-TW" dirty="0"/>
              <a:t>(temperature)</a:t>
            </a:r>
          </a:p>
          <a:p>
            <a:pPr marL="0" indent="0">
              <a:buNone/>
            </a:pPr>
            <a:r>
              <a:rPr lang="zh-TW" altLang="en-US" sz="1800" kern="100" dirty="0">
                <a:latin typeface="Courier New" panose="02070309020205020404" pitchFamily="49" charset="0"/>
                <a:ea typeface="標楷體" panose="03000509000000000000" pitchFamily="65" charset="-120"/>
              </a:rPr>
              <a:t>裏面，</a:t>
            </a:r>
            <a:r>
              <a:rPr lang="en-US" altLang="zh-TW" sz="2800" kern="100" dirty="0">
                <a:solidFill>
                  <a:srgbClr val="FF0000"/>
                </a:solidFill>
                <a:latin typeface="Courier New" panose="02070309020205020404" pitchFamily="49" charset="0"/>
                <a:ea typeface="標楷體" panose="03000509000000000000" pitchFamily="65" charset="-120"/>
              </a:rPr>
              <a:t>Line 520 </a:t>
            </a:r>
            <a:r>
              <a:rPr lang="en-US" altLang="zh-TW" dirty="0" err="1">
                <a:solidFill>
                  <a:srgbClr val="FF0000"/>
                </a:solidFill>
              </a:rPr>
              <a:t>updateChart</a:t>
            </a:r>
            <a:r>
              <a:rPr lang="en-US" altLang="zh-TW" dirty="0">
                <a:solidFill>
                  <a:srgbClr val="FF0000"/>
                </a:solidFill>
              </a:rPr>
              <a:t>();</a:t>
            </a:r>
            <a:r>
              <a:rPr lang="zh-TW" altLang="en-US" sz="1800" kern="100" dirty="0">
                <a:latin typeface="Courier New" panose="02070309020205020404" pitchFamily="49" charset="0"/>
                <a:ea typeface="標楷體" panose="03000509000000000000" pitchFamily="65" charset="-120"/>
              </a:rPr>
              <a:t>的後面加</a:t>
            </a:r>
            <a:endParaRPr lang="en-US" altLang="zh-TW" sz="1800" kern="100" dirty="0">
              <a:latin typeface="Courier New" panose="02070309020205020404" pitchFamily="49" charset="0"/>
              <a:ea typeface="標楷體" panose="03000509000000000000" pitchFamily="65" charset="-120"/>
            </a:endParaRPr>
          </a:p>
          <a:p>
            <a:pPr marL="0" indent="0">
              <a:buNone/>
            </a:pPr>
            <a:r>
              <a:rPr lang="en-US" altLang="zh-TW" dirty="0"/>
              <a:t>// Send temperature data to backend using jQuery</a:t>
            </a:r>
            <a:endParaRPr lang="en-US" altLang="zh-TW" sz="1800" kern="100" dirty="0">
              <a:latin typeface="Courier New" panose="02070309020205020404" pitchFamily="49" charset="0"/>
              <a:ea typeface="標楷體" panose="03000509000000000000" pitchFamily="65" charset="-120"/>
            </a:endParaRPr>
          </a:p>
          <a:p>
            <a:pPr marL="0" indent="0">
              <a:buNone/>
            </a:pPr>
            <a:r>
              <a:rPr lang="en-US" altLang="zh-TW" dirty="0" err="1"/>
              <a:t>sendTemperatureToBackendJquery</a:t>
            </a:r>
            <a:r>
              <a:rPr lang="en-US" altLang="zh-TW" dirty="0"/>
              <a:t>(temperature);</a:t>
            </a:r>
          </a:p>
          <a:p>
            <a:pPr marL="0" indent="0">
              <a:buNone/>
            </a:pPr>
            <a:endParaRPr lang="en-US" altLang="zh-TW" sz="1800" kern="100" dirty="0">
              <a:effectLst/>
              <a:latin typeface="Courier New" panose="02070309020205020404" pitchFamily="49" charset="0"/>
              <a:ea typeface="標楷體" panose="03000509000000000000" pitchFamily="65" charset="-120"/>
            </a:endParaRPr>
          </a:p>
          <a:p>
            <a:pPr marL="0" indent="0">
              <a:buNone/>
            </a:pPr>
            <a:r>
              <a:rPr lang="zh-TW" altLang="en-US" sz="1800" kern="100" dirty="0">
                <a:effectLst/>
                <a:latin typeface="Courier New" panose="02070309020205020404" pitchFamily="49" charset="0"/>
                <a:ea typeface="標楷體" panose="03000509000000000000" pitchFamily="65" charset="-120"/>
              </a:rPr>
              <a:t>括號外面後面加一個</a:t>
            </a:r>
            <a:r>
              <a:rPr lang="en-US" altLang="zh-TW" sz="1800" kern="100" dirty="0">
                <a:effectLst/>
                <a:latin typeface="Courier New" panose="02070309020205020404" pitchFamily="49" charset="0"/>
                <a:ea typeface="標楷體" panose="03000509000000000000" pitchFamily="65" charset="-120"/>
              </a:rPr>
              <a:t>function</a:t>
            </a:r>
          </a:p>
          <a:p>
            <a:pPr marL="0" indent="0">
              <a:buNone/>
            </a:pPr>
            <a:r>
              <a:rPr lang="zh-TW" altLang="en-US" sz="1800" kern="100" dirty="0">
                <a:effectLst/>
                <a:latin typeface="Courier New" panose="02070309020205020404" pitchFamily="49" charset="0"/>
                <a:ea typeface="標楷體" panose="03000509000000000000" pitchFamily="65" charset="-120"/>
              </a:rPr>
              <a:t> </a:t>
            </a:r>
            <a:r>
              <a:rPr lang="en-US" altLang="zh-TW" sz="1800" kern="100" dirty="0">
                <a:effectLst/>
                <a:latin typeface="Courier New" panose="02070309020205020404" pitchFamily="49" charset="0"/>
                <a:ea typeface="標楷體" panose="03000509000000000000" pitchFamily="65" charset="-120"/>
              </a:rPr>
              <a:t>//</a:t>
            </a:r>
            <a:r>
              <a:rPr lang="zh-TW" altLang="en-US" sz="1800" kern="100" dirty="0">
                <a:effectLst/>
                <a:latin typeface="Courier New" panose="02070309020205020404" pitchFamily="49" charset="0"/>
                <a:ea typeface="標楷體" panose="03000509000000000000" pitchFamily="65" charset="-120"/>
              </a:rPr>
              <a:t>增加一個</a:t>
            </a:r>
            <a:r>
              <a:rPr lang="en-US" altLang="zh-TW" sz="1800" kern="100" dirty="0" err="1">
                <a:effectLst/>
                <a:latin typeface="Courier New" panose="02070309020205020404" pitchFamily="49" charset="0"/>
                <a:ea typeface="標楷體" panose="03000509000000000000" pitchFamily="65" charset="-120"/>
              </a:rPr>
              <a:t>jquery</a:t>
            </a:r>
            <a:r>
              <a:rPr lang="en-US" altLang="zh-TW" sz="1800" kern="100" dirty="0">
                <a:effectLst/>
                <a:latin typeface="Courier New" panose="02070309020205020404" pitchFamily="49" charset="0"/>
                <a:ea typeface="標楷體" panose="03000509000000000000" pitchFamily="65" charset="-120"/>
              </a:rPr>
              <a:t> function </a:t>
            </a:r>
            <a:r>
              <a:rPr lang="zh-TW" altLang="en-US" sz="1800" kern="100" dirty="0">
                <a:effectLst/>
                <a:latin typeface="Courier New" panose="02070309020205020404" pitchFamily="49" charset="0"/>
                <a:ea typeface="標楷體" panose="03000509000000000000" pitchFamily="65" charset="-120"/>
              </a:rPr>
              <a:t>來透過</a:t>
            </a:r>
            <a:r>
              <a:rPr lang="en-US" altLang="zh-TW" sz="1800" kern="100" dirty="0">
                <a:effectLst/>
                <a:latin typeface="Courier New" panose="02070309020205020404" pitchFamily="49" charset="0"/>
                <a:ea typeface="標楷體" panose="03000509000000000000" pitchFamily="65" charset="-120"/>
              </a:rPr>
              <a:t>AJAX</a:t>
            </a:r>
            <a:r>
              <a:rPr lang="zh-TW" altLang="en-US" sz="1800" kern="100" dirty="0">
                <a:effectLst/>
                <a:latin typeface="Courier New" panose="02070309020205020404" pitchFamily="49" charset="0"/>
                <a:ea typeface="標楷體" panose="03000509000000000000" pitchFamily="65" charset="-120"/>
              </a:rPr>
              <a:t>將溫度數據傳到後端</a:t>
            </a:r>
          </a:p>
          <a:p>
            <a:pPr marL="0" indent="0">
              <a:buNone/>
            </a:pPr>
            <a:r>
              <a:rPr lang="zh-TW" altLang="en-US" sz="1800" kern="100" dirty="0">
                <a:effectLst/>
                <a:latin typeface="Courier New" panose="02070309020205020404" pitchFamily="49" charset="0"/>
                <a:ea typeface="標楷體" panose="03000509000000000000" pitchFamily="65" charset="-120"/>
              </a:rPr>
              <a:t>        </a:t>
            </a:r>
            <a:r>
              <a:rPr lang="en-US" altLang="zh-TW" sz="1800" kern="100" dirty="0">
                <a:effectLst/>
                <a:latin typeface="Courier New" panose="02070309020205020404" pitchFamily="49" charset="0"/>
                <a:ea typeface="標楷體" panose="03000509000000000000" pitchFamily="65" charset="-120"/>
              </a:rPr>
              <a:t>function </a:t>
            </a:r>
            <a:r>
              <a:rPr lang="en-US" altLang="zh-TW" sz="1800" kern="100" dirty="0" err="1">
                <a:effectLst/>
                <a:latin typeface="Courier New" panose="02070309020205020404" pitchFamily="49" charset="0"/>
                <a:ea typeface="標楷體" panose="03000509000000000000" pitchFamily="65" charset="-120"/>
              </a:rPr>
              <a:t>sendTemperatureToBackendJquery</a:t>
            </a:r>
            <a:r>
              <a:rPr lang="en-US" altLang="zh-TW" sz="1800" kern="100" dirty="0">
                <a:effectLst/>
                <a:latin typeface="Courier New" panose="02070309020205020404" pitchFamily="49" charset="0"/>
                <a:ea typeface="標楷體" panose="03000509000000000000" pitchFamily="65" charset="-120"/>
              </a:rPr>
              <a:t>(temperature) {</a:t>
            </a:r>
          </a:p>
          <a:p>
            <a:pPr marL="0" indent="0">
              <a:buNone/>
            </a:pPr>
            <a:r>
              <a:rPr lang="en-US" altLang="zh-TW" sz="1800" kern="100" dirty="0">
                <a:effectLst/>
                <a:latin typeface="Courier New" panose="02070309020205020404" pitchFamily="49" charset="0"/>
                <a:ea typeface="標楷體" panose="03000509000000000000" pitchFamily="65" charset="-120"/>
              </a:rPr>
              <a:t>            $.ajax({</a:t>
            </a:r>
          </a:p>
          <a:p>
            <a:pPr marL="0" indent="0">
              <a:buNone/>
            </a:pPr>
            <a:r>
              <a:rPr lang="en-US" altLang="zh-TW" sz="1800" kern="100" dirty="0">
                <a:effectLst/>
                <a:latin typeface="Courier New" panose="02070309020205020404" pitchFamily="49" charset="0"/>
                <a:ea typeface="標楷體" panose="03000509000000000000" pitchFamily="65" charset="-120"/>
              </a:rPr>
              <a:t>                url: </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err="1">
                <a:solidFill>
                  <a:srgbClr val="FF0000"/>
                </a:solidFill>
                <a:effectLst/>
                <a:latin typeface="Courier New" panose="02070309020205020404" pitchFamily="49" charset="0"/>
                <a:ea typeface="標楷體" panose="03000509000000000000" pitchFamily="65" charset="-120"/>
              </a:rPr>
              <a:t>api</a:t>
            </a:r>
            <a:r>
              <a:rPr lang="en-US" altLang="zh-TW" sz="1800" kern="100" dirty="0">
                <a:solidFill>
                  <a:srgbClr val="FF0000"/>
                </a:solidFill>
                <a:effectLst/>
                <a:latin typeface="Courier New" panose="02070309020205020404" pitchFamily="49" charset="0"/>
                <a:ea typeface="標楷體" panose="03000509000000000000" pitchFamily="65" charset="-120"/>
              </a:rPr>
              <a:t>/</a:t>
            </a:r>
            <a:r>
              <a:rPr lang="en-US" altLang="zh-TW" sz="1800" kern="100" dirty="0">
                <a:effectLst/>
                <a:latin typeface="Courier New" panose="02070309020205020404" pitchFamily="49" charset="0"/>
                <a:ea typeface="標楷體" panose="03000509000000000000" pitchFamily="65" charset="-120"/>
              </a:rPr>
              <a:t>temperature/',</a:t>
            </a:r>
          </a:p>
          <a:p>
            <a:pPr marL="0" indent="0">
              <a:buNone/>
            </a:pPr>
            <a:r>
              <a:rPr lang="en-US" altLang="zh-TW" sz="1800" kern="100" dirty="0">
                <a:effectLst/>
                <a:latin typeface="Courier New" panose="02070309020205020404" pitchFamily="49" charset="0"/>
                <a:ea typeface="標楷體" panose="03000509000000000000" pitchFamily="65" charset="-120"/>
              </a:rPr>
              <a:t>                method: 'POST',</a:t>
            </a: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contentType</a:t>
            </a:r>
            <a:r>
              <a:rPr lang="en-US" altLang="zh-TW" sz="1800" kern="100" dirty="0">
                <a:effectLst/>
                <a:latin typeface="Courier New" panose="02070309020205020404" pitchFamily="49" charset="0"/>
                <a:ea typeface="標楷體" panose="03000509000000000000" pitchFamily="65" charset="-120"/>
              </a:rPr>
              <a:t>: 'application/</a:t>
            </a:r>
            <a:r>
              <a:rPr lang="en-US" altLang="zh-TW" sz="1800" kern="100" dirty="0" err="1">
                <a:effectLst/>
                <a:latin typeface="Courier New" panose="02070309020205020404" pitchFamily="49" charset="0"/>
                <a:ea typeface="標楷體" panose="03000509000000000000" pitchFamily="65" charset="-120"/>
              </a:rPr>
              <a:t>json</a:t>
            </a:r>
            <a:r>
              <a:rPr lang="en-US" altLang="zh-TW" sz="1800" kern="100" dirty="0">
                <a:effectLst/>
                <a:latin typeface="Courier New" panose="02070309020205020404" pitchFamily="49" charset="0"/>
                <a:ea typeface="標楷體" panose="03000509000000000000" pitchFamily="65" charset="-120"/>
              </a:rPr>
              <a:t>',</a:t>
            </a:r>
          </a:p>
          <a:p>
            <a:pPr marL="0" indent="0">
              <a:buNone/>
            </a:pPr>
            <a:r>
              <a:rPr lang="en-US" altLang="zh-TW" sz="1800" kern="100" dirty="0">
                <a:effectLst/>
                <a:latin typeface="Courier New" panose="02070309020205020404" pitchFamily="49" charset="0"/>
                <a:ea typeface="標楷體" panose="03000509000000000000" pitchFamily="65" charset="-120"/>
              </a:rPr>
              <a:t>                data: </a:t>
            </a:r>
            <a:r>
              <a:rPr lang="en-US" altLang="zh-TW" sz="1800" kern="100" dirty="0" err="1">
                <a:solidFill>
                  <a:srgbClr val="FF0000"/>
                </a:solidFill>
                <a:effectLst/>
                <a:latin typeface="Courier New" panose="02070309020205020404" pitchFamily="49" charset="0"/>
                <a:ea typeface="標楷體" panose="03000509000000000000" pitchFamily="65" charset="-120"/>
              </a:rPr>
              <a:t>JSON.stringify</a:t>
            </a:r>
            <a:r>
              <a:rPr lang="en-US" altLang="zh-TW" sz="1800" kern="100" dirty="0">
                <a:solidFill>
                  <a:srgbClr val="FF0000"/>
                </a:solidFill>
                <a:effectLst/>
                <a:latin typeface="Courier New" panose="02070309020205020404" pitchFamily="49" charset="0"/>
                <a:ea typeface="標楷體" panose="03000509000000000000" pitchFamily="65" charset="-120"/>
              </a:rPr>
              <a:t>({temperature: temperature}),</a:t>
            </a:r>
          </a:p>
          <a:p>
            <a:pPr marL="0" indent="0">
              <a:buNone/>
            </a:pPr>
            <a:r>
              <a:rPr lang="en-US" altLang="zh-TW" sz="1800" kern="100" dirty="0">
                <a:effectLst/>
                <a:latin typeface="Courier New" panose="02070309020205020404" pitchFamily="49" charset="0"/>
                <a:ea typeface="標楷體" panose="03000509000000000000" pitchFamily="65" charset="-120"/>
              </a:rPr>
              <a:t>                success: function(response) {</a:t>
            </a:r>
          </a:p>
          <a:p>
            <a:pPr marL="0" indent="0">
              <a:buNone/>
            </a:pPr>
            <a:endParaRPr lang="en-US"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addLog</a:t>
            </a:r>
            <a:r>
              <a:rPr lang="en-US" altLang="zh-TW" sz="1800" kern="100" dirty="0">
                <a:effectLst/>
                <a:latin typeface="Courier New" panose="02070309020205020404" pitchFamily="49" charset="0"/>
                <a:ea typeface="標楷體" panose="03000509000000000000" pitchFamily="65" charset="-120"/>
              </a:rPr>
              <a:t>('</a:t>
            </a:r>
            <a:r>
              <a:rPr lang="zh-TW" altLang="en-US" sz="1800" kern="100" dirty="0">
                <a:effectLst/>
                <a:latin typeface="Courier New" panose="02070309020205020404" pitchFamily="49" charset="0"/>
                <a:ea typeface="標楷體" panose="03000509000000000000" pitchFamily="65" charset="-120"/>
              </a:rPr>
              <a:t>溫度數據</a:t>
            </a:r>
            <a:r>
              <a:rPr lang="en-US" altLang="zh-TW" sz="1800" kern="100" dirty="0">
                <a:effectLst/>
                <a:latin typeface="Courier New" panose="02070309020205020404" pitchFamily="49" charset="0"/>
                <a:ea typeface="標楷體" panose="03000509000000000000" pitchFamily="65" charset="-120"/>
              </a:rPr>
              <a:t>' + response + '</a:t>
            </a:r>
            <a:r>
              <a:rPr lang="zh-TW" altLang="en-US" sz="1800" kern="100" dirty="0">
                <a:effectLst/>
                <a:latin typeface="Courier New" panose="02070309020205020404" pitchFamily="49" charset="0"/>
                <a:ea typeface="標楷體" panose="03000509000000000000" pitchFamily="65" charset="-120"/>
              </a:rPr>
              <a:t>已儲存到資料庫</a:t>
            </a:r>
            <a:r>
              <a:rPr lang="en-US" altLang="zh-TW" sz="1800" kern="100" dirty="0">
                <a:effectLst/>
                <a:latin typeface="Courier New" panose="02070309020205020404" pitchFamily="49" charset="0"/>
                <a:ea typeface="標楷體" panose="03000509000000000000" pitchFamily="65" charset="-120"/>
              </a:rPr>
              <a:t>');</a:t>
            </a:r>
          </a:p>
          <a:p>
            <a:pPr marL="0" indent="0">
              <a:buNone/>
            </a:pPr>
            <a:r>
              <a:rPr lang="en-US" altLang="zh-TW" sz="1800" kern="100" dirty="0">
                <a:effectLst/>
                <a:latin typeface="Courier New" panose="02070309020205020404" pitchFamily="49" charset="0"/>
                <a:ea typeface="標楷體" panose="03000509000000000000" pitchFamily="65" charset="-120"/>
              </a:rPr>
              <a:t>                },</a:t>
            </a:r>
          </a:p>
          <a:p>
            <a:pPr marL="0" indent="0">
              <a:buNone/>
            </a:pPr>
            <a:r>
              <a:rPr lang="en-US" altLang="zh-TW" sz="1800" kern="100" dirty="0">
                <a:effectLst/>
                <a:latin typeface="Courier New" panose="02070309020205020404" pitchFamily="49" charset="0"/>
                <a:ea typeface="標楷體" panose="03000509000000000000" pitchFamily="65" charset="-120"/>
              </a:rPr>
              <a:t>                error: function(</a:t>
            </a:r>
            <a:r>
              <a:rPr lang="en-US" altLang="zh-TW" sz="1800" kern="100" dirty="0" err="1">
                <a:effectLst/>
                <a:latin typeface="Courier New" panose="02070309020205020404" pitchFamily="49" charset="0"/>
                <a:ea typeface="標楷體" panose="03000509000000000000" pitchFamily="65" charset="-120"/>
              </a:rPr>
              <a:t>xhr</a:t>
            </a:r>
            <a:r>
              <a:rPr lang="en-US" altLang="zh-TW" sz="1800" kern="100" dirty="0">
                <a:effectLst/>
                <a:latin typeface="Courier New" panose="02070309020205020404" pitchFamily="49" charset="0"/>
                <a:ea typeface="標楷體" panose="03000509000000000000" pitchFamily="65" charset="-120"/>
              </a:rPr>
              <a:t>, status, error) {</a:t>
            </a:r>
          </a:p>
          <a:p>
            <a:pPr marL="0" indent="0">
              <a:buNone/>
            </a:pP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addLog</a:t>
            </a:r>
            <a:r>
              <a:rPr lang="en-US" altLang="zh-TW" sz="1800" kern="100" dirty="0">
                <a:effectLst/>
                <a:latin typeface="Courier New" panose="02070309020205020404" pitchFamily="49" charset="0"/>
                <a:ea typeface="標楷體" panose="03000509000000000000" pitchFamily="65" charset="-120"/>
              </a:rPr>
              <a:t>('</a:t>
            </a:r>
            <a:r>
              <a:rPr lang="zh-TW" altLang="en-US" sz="1800" kern="100" dirty="0">
                <a:effectLst/>
                <a:latin typeface="Courier New" panose="02070309020205020404" pitchFamily="49" charset="0"/>
                <a:ea typeface="標楷體" panose="03000509000000000000" pitchFamily="65" charset="-120"/>
              </a:rPr>
              <a:t>儲存溫度數據到資料庫失敗</a:t>
            </a:r>
            <a:r>
              <a:rPr lang="en-US" altLang="zh-TW" sz="1800" kern="100" dirty="0">
                <a:effectLst/>
                <a:latin typeface="Courier New" panose="02070309020205020404" pitchFamily="49" charset="0"/>
                <a:ea typeface="標楷體" panose="03000509000000000000" pitchFamily="65" charset="-120"/>
              </a:rPr>
              <a:t>:', error);</a:t>
            </a:r>
          </a:p>
          <a:p>
            <a:pPr marL="0" indent="0">
              <a:buNone/>
            </a:pPr>
            <a:r>
              <a:rPr lang="en-US" altLang="zh-TW" sz="1800" kern="100" dirty="0">
                <a:effectLst/>
                <a:latin typeface="Courier New" panose="02070309020205020404" pitchFamily="49" charset="0"/>
                <a:ea typeface="標楷體" panose="03000509000000000000" pitchFamily="65" charset="-120"/>
              </a:rPr>
              <a:t>                }</a:t>
            </a:r>
          </a:p>
          <a:p>
            <a:pPr marL="0" indent="0">
              <a:buNone/>
            </a:pPr>
            <a:r>
              <a:rPr lang="en-US" altLang="zh-TW" sz="1800" kern="100" dirty="0">
                <a:effectLst/>
                <a:latin typeface="Courier New" panose="02070309020205020404" pitchFamily="49" charset="0"/>
                <a:ea typeface="標楷體" panose="03000509000000000000" pitchFamily="65" charset="-120"/>
              </a:rPr>
              <a:t>            });</a:t>
            </a:r>
          </a:p>
          <a:p>
            <a:pPr marL="0" indent="0">
              <a:buNone/>
            </a:pPr>
            <a:r>
              <a:rPr lang="en-US" altLang="zh-TW" sz="1800" kern="100" dirty="0">
                <a:effectLst/>
                <a:latin typeface="Courier New" panose="02070309020205020404" pitchFamily="49" charset="0"/>
                <a:ea typeface="標楷體" panose="03000509000000000000" pitchFamily="65" charset="-120"/>
              </a:rPr>
              <a:t>        }</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endParaRPr lang="zh-TW" altLang="zh-TW" dirty="0"/>
          </a:p>
        </p:txBody>
      </p:sp>
    </p:spTree>
    <p:extLst>
      <p:ext uri="{BB962C8B-B14F-4D97-AF65-F5344CB8AC3E}">
        <p14:creationId xmlns:p14="http://schemas.microsoft.com/office/powerpoint/2010/main" val="213692228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70E246-C88D-F425-31D3-C4798792E5C6}"/>
              </a:ext>
            </a:extLst>
          </p:cNvPr>
          <p:cNvSpPr>
            <a:spLocks noGrp="1"/>
          </p:cNvSpPr>
          <p:nvPr>
            <p:ph type="title"/>
          </p:nvPr>
        </p:nvSpPr>
        <p:spPr/>
        <p:txBody>
          <a:bodyPr>
            <a:normAutofit fontScale="90000"/>
          </a:bodyPr>
          <a:lstStyle/>
          <a:p>
            <a:r>
              <a:rPr lang="zh-TW" altLang="en-US" dirty="0"/>
              <a:t>建立溫度紀錄資料表</a:t>
            </a:r>
            <a:r>
              <a:rPr lang="en-US" altLang="zh-TW" dirty="0"/>
              <a:t>models.py</a:t>
            </a:r>
            <a:br>
              <a:rPr lang="en-US" altLang="zh-TW" dirty="0"/>
            </a:br>
            <a:r>
              <a:rPr lang="zh-TW" altLang="en-US" dirty="0">
                <a:solidFill>
                  <a:srgbClr val="FF0000"/>
                </a:solidFill>
              </a:rPr>
              <a:t>記得</a:t>
            </a:r>
            <a:r>
              <a:rPr lang="en-US" altLang="zh-TW" dirty="0">
                <a:solidFill>
                  <a:srgbClr val="FF0000"/>
                </a:solidFill>
              </a:rPr>
              <a:t>migrate</a:t>
            </a:r>
            <a:endParaRPr lang="zh-TW" altLang="en-US" dirty="0">
              <a:solidFill>
                <a:srgbClr val="FF0000"/>
              </a:solidFill>
            </a:endParaRPr>
          </a:p>
        </p:txBody>
      </p:sp>
      <p:sp>
        <p:nvSpPr>
          <p:cNvPr id="4" name="投影片編號版面配置區 3">
            <a:extLst>
              <a:ext uri="{FF2B5EF4-FFF2-40B4-BE49-F238E27FC236}">
                <a16:creationId xmlns:a16="http://schemas.microsoft.com/office/drawing/2014/main" id="{F9422FA7-2CE7-E012-616A-605705E358CD}"/>
              </a:ext>
            </a:extLst>
          </p:cNvPr>
          <p:cNvSpPr>
            <a:spLocks noGrp="1"/>
          </p:cNvSpPr>
          <p:nvPr>
            <p:ph type="sldNum" sz="quarter" idx="12"/>
          </p:nvPr>
        </p:nvSpPr>
        <p:spPr/>
        <p:txBody>
          <a:bodyPr>
            <a:normAutofit fontScale="92500"/>
          </a:bodyPr>
          <a:lstStyle/>
          <a:p>
            <a:fld id="{369E457D-EE12-4164-8E32-9DDD40A95892}" type="slidenum">
              <a:rPr lang="zh-TW" altLang="en-US" smtClean="0"/>
              <a:pPr/>
              <a:t>104</a:t>
            </a:fld>
            <a:endParaRPr lang="zh-TW" altLang="en-US"/>
          </a:p>
        </p:txBody>
      </p:sp>
      <p:sp>
        <p:nvSpPr>
          <p:cNvPr id="8" name="文字方塊 7">
            <a:extLst>
              <a:ext uri="{FF2B5EF4-FFF2-40B4-BE49-F238E27FC236}">
                <a16:creationId xmlns:a16="http://schemas.microsoft.com/office/drawing/2014/main" id="{80FC2F32-C7D7-6CA0-ECB7-5319B1FF71FC}"/>
              </a:ext>
            </a:extLst>
          </p:cNvPr>
          <p:cNvSpPr txBox="1"/>
          <p:nvPr/>
        </p:nvSpPr>
        <p:spPr>
          <a:xfrm>
            <a:off x="301752" y="1412776"/>
            <a:ext cx="8842248" cy="2308324"/>
          </a:xfrm>
          <a:prstGeom prst="rect">
            <a:avLst/>
          </a:prstGeom>
          <a:noFill/>
        </p:spPr>
        <p:txBody>
          <a:bodyPr wrap="square">
            <a:spAutoFit/>
          </a:bodyPr>
          <a:lstStyle/>
          <a:p>
            <a:r>
              <a:rPr lang="en-US" altLang="zh-TW" dirty="0"/>
              <a:t># </a:t>
            </a:r>
            <a:r>
              <a:rPr lang="zh-TW" altLang="en-US" dirty="0"/>
              <a:t>建立溫度紀錄資料表</a:t>
            </a:r>
          </a:p>
          <a:p>
            <a:endParaRPr lang="en-US" altLang="zh-TW" dirty="0"/>
          </a:p>
          <a:p>
            <a:r>
              <a:rPr lang="en-US" altLang="zh-TW" dirty="0"/>
              <a:t>class </a:t>
            </a:r>
            <a:r>
              <a:rPr lang="en-US" altLang="zh-TW" dirty="0">
                <a:solidFill>
                  <a:srgbClr val="FF0000"/>
                </a:solidFill>
              </a:rPr>
              <a:t>Temperature(</a:t>
            </a:r>
            <a:r>
              <a:rPr lang="en-US" altLang="zh-TW" dirty="0" err="1"/>
              <a:t>models.Model</a:t>
            </a:r>
            <a:r>
              <a:rPr lang="en-US" altLang="zh-TW" dirty="0"/>
              <a:t>):</a:t>
            </a:r>
          </a:p>
          <a:p>
            <a:r>
              <a:rPr lang="en-US" altLang="zh-TW" dirty="0"/>
              <a:t>     temperature = </a:t>
            </a:r>
            <a:r>
              <a:rPr lang="en-US" altLang="zh-TW" dirty="0" err="1"/>
              <a:t>models.</a:t>
            </a:r>
            <a:r>
              <a:rPr lang="en-US" altLang="zh-TW" dirty="0" err="1">
                <a:solidFill>
                  <a:srgbClr val="FF0000"/>
                </a:solidFill>
              </a:rPr>
              <a:t>DecimalField</a:t>
            </a:r>
            <a:r>
              <a:rPr lang="en-US" altLang="zh-TW" dirty="0"/>
              <a:t>(</a:t>
            </a:r>
            <a:r>
              <a:rPr lang="en-US" altLang="zh-TW" dirty="0" err="1"/>
              <a:t>max_digits</a:t>
            </a:r>
            <a:r>
              <a:rPr lang="en-US" altLang="zh-TW" dirty="0"/>
              <a:t>=5, </a:t>
            </a:r>
            <a:r>
              <a:rPr lang="en-US" altLang="zh-TW" dirty="0" err="1"/>
              <a:t>decimal_places</a:t>
            </a:r>
            <a:r>
              <a:rPr lang="en-US" altLang="zh-TW" dirty="0"/>
              <a:t>=1)</a:t>
            </a:r>
          </a:p>
          <a:p>
            <a:r>
              <a:rPr lang="en-US" altLang="zh-TW" dirty="0"/>
              <a:t>     </a:t>
            </a:r>
            <a:r>
              <a:rPr lang="en-US" altLang="zh-TW" dirty="0" err="1"/>
              <a:t>created_at</a:t>
            </a:r>
            <a:r>
              <a:rPr lang="en-US" altLang="zh-TW" dirty="0"/>
              <a:t> = </a:t>
            </a:r>
            <a:r>
              <a:rPr lang="en-US" altLang="zh-TW" dirty="0" err="1"/>
              <a:t>models.DateTimeField</a:t>
            </a:r>
            <a:r>
              <a:rPr lang="en-US" altLang="zh-TW" dirty="0"/>
              <a:t>(</a:t>
            </a:r>
            <a:r>
              <a:rPr lang="en-US" altLang="zh-TW" dirty="0" err="1"/>
              <a:t>auto_now_add</a:t>
            </a:r>
            <a:r>
              <a:rPr lang="en-US" altLang="zh-TW" dirty="0"/>
              <a:t>=True)</a:t>
            </a:r>
          </a:p>
          <a:p>
            <a:endParaRPr lang="en-US" altLang="zh-TW" dirty="0"/>
          </a:p>
          <a:p>
            <a:r>
              <a:rPr lang="en-US" altLang="zh-TW" dirty="0"/>
              <a:t>     def __str__(self):</a:t>
            </a:r>
          </a:p>
          <a:p>
            <a:r>
              <a:rPr lang="en-US" altLang="zh-TW" dirty="0"/>
              <a:t>         return str(</a:t>
            </a:r>
            <a:r>
              <a:rPr lang="en-US" altLang="zh-TW" dirty="0" err="1"/>
              <a:t>self.temperature</a:t>
            </a:r>
            <a:r>
              <a:rPr lang="en-US" altLang="zh-TW" dirty="0"/>
              <a:t>) </a:t>
            </a:r>
            <a:endParaRPr lang="zh-TW" altLang="en-US" dirty="0"/>
          </a:p>
        </p:txBody>
      </p:sp>
      <p:sp>
        <p:nvSpPr>
          <p:cNvPr id="5" name="文字方塊 4">
            <a:extLst>
              <a:ext uri="{FF2B5EF4-FFF2-40B4-BE49-F238E27FC236}">
                <a16:creationId xmlns:a16="http://schemas.microsoft.com/office/drawing/2014/main" id="{8BE746E4-35F5-F73B-BA6B-620ECB65053B}"/>
              </a:ext>
            </a:extLst>
          </p:cNvPr>
          <p:cNvSpPr txBox="1"/>
          <p:nvPr/>
        </p:nvSpPr>
        <p:spPr>
          <a:xfrm>
            <a:off x="306368" y="3789040"/>
            <a:ext cx="8586111" cy="600164"/>
          </a:xfrm>
          <a:prstGeom prst="rect">
            <a:avLst/>
          </a:prstGeom>
          <a:noFill/>
        </p:spPr>
        <p:txBody>
          <a:bodyPr wrap="square">
            <a:spAutoFit/>
          </a:bodyPr>
          <a:lstStyle/>
          <a:p>
            <a:r>
              <a:rPr kumimoji="0" lang="en-US" altLang="zh-TW" sz="3300" b="0" i="0" u="none" strike="noStrike" kern="1200" cap="none" spc="0" normalizeH="0" baseline="0" noProof="0" dirty="0" err="1">
                <a:ln>
                  <a:noFill/>
                </a:ln>
                <a:solidFill>
                  <a:srgbClr val="8CADAE">
                    <a:shade val="75000"/>
                  </a:srgbClr>
                </a:solidFill>
                <a:effectLst/>
                <a:uLnTx/>
                <a:uFillTx/>
                <a:latin typeface="Verdana"/>
                <a:ea typeface="微軟正黑體" panose="020B0604030504040204" pitchFamily="34" charset="-120"/>
                <a:cs typeface="+mj-cs"/>
              </a:rPr>
              <a:t>api</a:t>
            </a:r>
            <a:r>
              <a:rPr kumimoji="0" lang="zh-TW" altLang="en-US" sz="3300" b="0" i="0" u="none" strike="noStrike" kern="1200" cap="none" spc="0" normalizeH="0" baseline="0" noProof="0" dirty="0">
                <a:ln>
                  <a:noFill/>
                </a:ln>
                <a:solidFill>
                  <a:srgbClr val="8CADAE">
                    <a:shade val="75000"/>
                  </a:srgbClr>
                </a:solidFill>
                <a:effectLst/>
                <a:uLnTx/>
                <a:uFillTx/>
                <a:latin typeface="Verdana"/>
                <a:ea typeface="微軟正黑體" panose="020B0604030504040204" pitchFamily="34" charset="-120"/>
                <a:cs typeface="+mj-cs"/>
              </a:rPr>
              <a:t>接收溫度紀錄資料 </a:t>
            </a:r>
            <a:r>
              <a:rPr kumimoji="0" lang="en-US" altLang="zh-TW" sz="3300" b="0" i="0" u="none" strike="noStrike" kern="1200" cap="none" spc="0" normalizeH="0" baseline="0" noProof="0" dirty="0">
                <a:ln>
                  <a:noFill/>
                </a:ln>
                <a:solidFill>
                  <a:srgbClr val="8CADAE">
                    <a:shade val="75000"/>
                  </a:srgbClr>
                </a:solidFill>
                <a:effectLst/>
                <a:uLnTx/>
                <a:uFillTx/>
                <a:latin typeface="Verdana"/>
                <a:ea typeface="微軟正黑體" panose="020B0604030504040204" pitchFamily="34" charset="-120"/>
                <a:cs typeface="+mj-cs"/>
              </a:rPr>
              <a:t>views.py import</a:t>
            </a:r>
            <a:endParaRPr lang="zh-TW" altLang="en-US" dirty="0"/>
          </a:p>
        </p:txBody>
      </p:sp>
      <p:sp>
        <p:nvSpPr>
          <p:cNvPr id="7" name="文字方塊 6">
            <a:extLst>
              <a:ext uri="{FF2B5EF4-FFF2-40B4-BE49-F238E27FC236}">
                <a16:creationId xmlns:a16="http://schemas.microsoft.com/office/drawing/2014/main" id="{BF89F753-DEF0-79EF-0FB2-E62B1C4ECD4B}"/>
              </a:ext>
            </a:extLst>
          </p:cNvPr>
          <p:cNvSpPr txBox="1"/>
          <p:nvPr/>
        </p:nvSpPr>
        <p:spPr>
          <a:xfrm>
            <a:off x="301752" y="4581128"/>
            <a:ext cx="8374704" cy="1477328"/>
          </a:xfrm>
          <a:prstGeom prst="rect">
            <a:avLst/>
          </a:prstGeom>
          <a:noFill/>
        </p:spPr>
        <p:txBody>
          <a:bodyPr wrap="square">
            <a:spAutoFit/>
          </a:bodyPr>
          <a:lstStyle/>
          <a:p>
            <a:r>
              <a:rPr lang="en-US" altLang="zh-TW" dirty="0"/>
              <a:t># for temperature</a:t>
            </a:r>
          </a:p>
          <a:p>
            <a:r>
              <a:rPr lang="en-US" altLang="zh-TW" dirty="0"/>
              <a:t>from </a:t>
            </a:r>
            <a:r>
              <a:rPr lang="en-US" altLang="zh-TW" dirty="0" err="1">
                <a:solidFill>
                  <a:srgbClr val="FF0000"/>
                </a:solidFill>
              </a:rPr>
              <a:t>mysite.models</a:t>
            </a:r>
            <a:r>
              <a:rPr lang="en-US" altLang="zh-TW" dirty="0">
                <a:solidFill>
                  <a:srgbClr val="FF0000"/>
                </a:solidFill>
              </a:rPr>
              <a:t> import Temperature</a:t>
            </a:r>
          </a:p>
          <a:p>
            <a:r>
              <a:rPr lang="en-US" altLang="zh-TW" dirty="0"/>
              <a:t>import </a:t>
            </a:r>
            <a:r>
              <a:rPr lang="en-US" altLang="zh-TW" dirty="0" err="1"/>
              <a:t>json</a:t>
            </a:r>
            <a:endParaRPr lang="en-US" altLang="zh-TW" dirty="0"/>
          </a:p>
          <a:p>
            <a:r>
              <a:rPr lang="en-US" altLang="zh-TW" dirty="0"/>
              <a:t>from </a:t>
            </a:r>
            <a:r>
              <a:rPr lang="en-US" altLang="zh-TW" dirty="0" err="1"/>
              <a:t>django.</a:t>
            </a:r>
            <a:r>
              <a:rPr lang="en-US" altLang="zh-TW" dirty="0" err="1">
                <a:solidFill>
                  <a:srgbClr val="FF0000"/>
                </a:solidFill>
              </a:rPr>
              <a:t>shortcuts</a:t>
            </a:r>
            <a:r>
              <a:rPr lang="en-US" altLang="zh-TW" dirty="0"/>
              <a:t> import </a:t>
            </a:r>
            <a:r>
              <a:rPr lang="en-US" altLang="zh-TW" dirty="0" err="1"/>
              <a:t>HttpResponse</a:t>
            </a:r>
            <a:endParaRPr lang="en-US" altLang="zh-TW" dirty="0"/>
          </a:p>
          <a:p>
            <a:r>
              <a:rPr lang="en-US" altLang="zh-TW" dirty="0"/>
              <a:t>from </a:t>
            </a:r>
            <a:r>
              <a:rPr lang="en-US" altLang="zh-TW" dirty="0" err="1"/>
              <a:t>django.views.decorators.csrf</a:t>
            </a:r>
            <a:r>
              <a:rPr lang="en-US" altLang="zh-TW" dirty="0"/>
              <a:t> import </a:t>
            </a:r>
            <a:r>
              <a:rPr lang="en-US" altLang="zh-TW" dirty="0" err="1"/>
              <a:t>csrf_exempt</a:t>
            </a:r>
            <a:endParaRPr lang="zh-TW" altLang="en-US" dirty="0"/>
          </a:p>
        </p:txBody>
      </p:sp>
    </p:spTree>
    <p:extLst>
      <p:ext uri="{BB962C8B-B14F-4D97-AF65-F5344CB8AC3E}">
        <p14:creationId xmlns:p14="http://schemas.microsoft.com/office/powerpoint/2010/main" val="246293613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23F1F-A6D5-A8AB-A96D-4CAD4848F86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F78CF21-5839-F9BB-F608-C88256E5268F}"/>
              </a:ext>
            </a:extLst>
          </p:cNvPr>
          <p:cNvSpPr>
            <a:spLocks noGrp="1"/>
          </p:cNvSpPr>
          <p:nvPr>
            <p:ph type="title"/>
          </p:nvPr>
        </p:nvSpPr>
        <p:spPr>
          <a:xfrm>
            <a:off x="301752" y="-171400"/>
            <a:ext cx="8534400" cy="758952"/>
          </a:xfrm>
        </p:spPr>
        <p:txBody>
          <a:bodyPr>
            <a:normAutofit/>
          </a:bodyPr>
          <a:lstStyle/>
          <a:p>
            <a:r>
              <a:rPr lang="en-US" altLang="zh-TW" dirty="0" err="1"/>
              <a:t>api</a:t>
            </a:r>
            <a:r>
              <a:rPr lang="zh-TW" altLang="en-US" dirty="0"/>
              <a:t>接收溫度紀錄資料 </a:t>
            </a:r>
            <a:r>
              <a:rPr lang="en-US" altLang="zh-TW" dirty="0"/>
              <a:t>views.py</a:t>
            </a:r>
            <a:endParaRPr lang="zh-TW" altLang="en-US" dirty="0"/>
          </a:p>
        </p:txBody>
      </p:sp>
      <p:sp>
        <p:nvSpPr>
          <p:cNvPr id="4" name="投影片編號版面配置區 3">
            <a:extLst>
              <a:ext uri="{FF2B5EF4-FFF2-40B4-BE49-F238E27FC236}">
                <a16:creationId xmlns:a16="http://schemas.microsoft.com/office/drawing/2014/main" id="{5A38D5A1-12E2-AA28-416C-96D0FD5D0560}"/>
              </a:ext>
            </a:extLst>
          </p:cNvPr>
          <p:cNvSpPr>
            <a:spLocks noGrp="1"/>
          </p:cNvSpPr>
          <p:nvPr>
            <p:ph type="sldNum" sz="quarter" idx="12"/>
          </p:nvPr>
        </p:nvSpPr>
        <p:spPr/>
        <p:txBody>
          <a:bodyPr>
            <a:normAutofit fontScale="92500"/>
          </a:bodyPr>
          <a:lstStyle/>
          <a:p>
            <a:fld id="{369E457D-EE12-4164-8E32-9DDD40A95892}" type="slidenum">
              <a:rPr lang="zh-TW" altLang="en-US" smtClean="0"/>
              <a:pPr/>
              <a:t>105</a:t>
            </a:fld>
            <a:endParaRPr lang="zh-TW" altLang="en-US"/>
          </a:p>
        </p:txBody>
      </p:sp>
      <p:sp>
        <p:nvSpPr>
          <p:cNvPr id="8" name="文字方塊 7">
            <a:extLst>
              <a:ext uri="{FF2B5EF4-FFF2-40B4-BE49-F238E27FC236}">
                <a16:creationId xmlns:a16="http://schemas.microsoft.com/office/drawing/2014/main" id="{9F0AF0A8-6DEC-D185-3FF9-B3C2AE464A8F}"/>
              </a:ext>
            </a:extLst>
          </p:cNvPr>
          <p:cNvSpPr txBox="1"/>
          <p:nvPr/>
        </p:nvSpPr>
        <p:spPr>
          <a:xfrm>
            <a:off x="0" y="548680"/>
            <a:ext cx="9144000" cy="5909310"/>
          </a:xfrm>
          <a:prstGeom prst="rect">
            <a:avLst/>
          </a:prstGeom>
          <a:noFill/>
        </p:spPr>
        <p:txBody>
          <a:bodyPr wrap="square">
            <a:spAutoFit/>
          </a:bodyPr>
          <a:lstStyle/>
          <a:p>
            <a:r>
              <a:rPr lang="en-US" altLang="zh-TW" dirty="0"/>
              <a:t>@csrf_exempt</a:t>
            </a:r>
          </a:p>
          <a:p>
            <a:r>
              <a:rPr lang="en-US" altLang="zh-TW" dirty="0"/>
              <a:t>def </a:t>
            </a:r>
            <a:r>
              <a:rPr lang="en-US" altLang="zh-TW" dirty="0" err="1">
                <a:solidFill>
                  <a:srgbClr val="FF0000"/>
                </a:solidFill>
              </a:rPr>
              <a:t>plotly_api</a:t>
            </a:r>
            <a:r>
              <a:rPr lang="en-US" altLang="zh-TW" dirty="0"/>
              <a:t>(request):</a:t>
            </a:r>
          </a:p>
          <a:p>
            <a:r>
              <a:rPr lang="en-US" altLang="zh-TW" dirty="0"/>
              <a:t>    #</a:t>
            </a:r>
            <a:r>
              <a:rPr lang="zh-TW" altLang="en-US" dirty="0"/>
              <a:t>接收前端</a:t>
            </a:r>
            <a:r>
              <a:rPr lang="en-US" altLang="zh-TW" dirty="0" err="1"/>
              <a:t>sendTemperatureToBackend</a:t>
            </a:r>
            <a:r>
              <a:rPr lang="en-US" altLang="zh-TW" dirty="0"/>
              <a:t>(temperature), </a:t>
            </a:r>
          </a:p>
          <a:p>
            <a:r>
              <a:rPr lang="en-US" altLang="zh-TW" dirty="0"/>
              <a:t>    # </a:t>
            </a:r>
            <a:r>
              <a:rPr lang="zh-TW" altLang="en-US" dirty="0"/>
              <a:t>接收</a:t>
            </a:r>
            <a:r>
              <a:rPr lang="en-US" altLang="zh-TW" dirty="0" err="1"/>
              <a:t>XMLHttpRequest</a:t>
            </a:r>
            <a:r>
              <a:rPr lang="en-US" altLang="zh-TW" dirty="0"/>
              <a:t>()</a:t>
            </a:r>
            <a:r>
              <a:rPr lang="zh-TW" altLang="en-US" dirty="0"/>
              <a:t>傳來的資料</a:t>
            </a:r>
          </a:p>
          <a:p>
            <a:r>
              <a:rPr lang="zh-TW" altLang="en-US" dirty="0"/>
              <a:t>    </a:t>
            </a:r>
            <a:r>
              <a:rPr lang="en-US" altLang="zh-TW" dirty="0"/>
              <a:t>print('</a:t>
            </a:r>
            <a:r>
              <a:rPr lang="en-US" altLang="zh-TW" dirty="0" err="1"/>
              <a:t>request.body</a:t>
            </a:r>
            <a:r>
              <a:rPr lang="en-US" altLang="zh-TW" dirty="0"/>
              <a:t>:', </a:t>
            </a:r>
            <a:r>
              <a:rPr lang="en-US" altLang="zh-TW" dirty="0" err="1"/>
              <a:t>request.body</a:t>
            </a:r>
            <a:r>
              <a:rPr lang="en-US" altLang="zh-TW" dirty="0"/>
              <a:t>)</a:t>
            </a:r>
          </a:p>
          <a:p>
            <a:r>
              <a:rPr lang="en-US" altLang="zh-TW" dirty="0"/>
              <a:t>    # print('</a:t>
            </a:r>
            <a:r>
              <a:rPr lang="en-US" altLang="zh-TW" dirty="0" err="1"/>
              <a:t>request.POST</a:t>
            </a:r>
            <a:r>
              <a:rPr lang="en-US" altLang="zh-TW" dirty="0"/>
              <a:t>:', </a:t>
            </a:r>
            <a:r>
              <a:rPr lang="en-US" altLang="zh-TW" dirty="0" err="1"/>
              <a:t>request.POST</a:t>
            </a:r>
            <a:r>
              <a:rPr lang="en-US" altLang="zh-TW" dirty="0"/>
              <a:t>)</a:t>
            </a:r>
          </a:p>
          <a:p>
            <a:r>
              <a:rPr lang="en-US" altLang="zh-TW" dirty="0"/>
              <a:t>    # print('request:', request)</a:t>
            </a:r>
          </a:p>
          <a:p>
            <a:r>
              <a:rPr lang="en-US" altLang="zh-TW" dirty="0"/>
              <a:t>    </a:t>
            </a:r>
            <a:r>
              <a:rPr lang="en-US" altLang="zh-TW" dirty="0">
                <a:solidFill>
                  <a:srgbClr val="FF0000"/>
                </a:solidFill>
              </a:rPr>
              <a:t>if </a:t>
            </a:r>
            <a:r>
              <a:rPr lang="en-US" altLang="zh-TW" dirty="0" err="1">
                <a:solidFill>
                  <a:srgbClr val="FF0000"/>
                </a:solidFill>
              </a:rPr>
              <a:t>request.body</a:t>
            </a:r>
            <a:r>
              <a:rPr lang="en-US" altLang="zh-TW" dirty="0">
                <a:solidFill>
                  <a:srgbClr val="FF0000"/>
                </a:solidFill>
              </a:rPr>
              <a:t> :</a:t>
            </a:r>
          </a:p>
          <a:p>
            <a:r>
              <a:rPr lang="en-US" altLang="zh-TW" dirty="0"/>
              <a:t>        data = </a:t>
            </a:r>
            <a:r>
              <a:rPr lang="en-US" altLang="zh-TW" dirty="0" err="1"/>
              <a:t>json.loads</a:t>
            </a:r>
            <a:r>
              <a:rPr lang="en-US" altLang="zh-TW" dirty="0"/>
              <a:t>(</a:t>
            </a:r>
            <a:r>
              <a:rPr lang="en-US" altLang="zh-TW" dirty="0" err="1"/>
              <a:t>request.body.decode</a:t>
            </a:r>
            <a:r>
              <a:rPr lang="en-US" altLang="zh-TW" dirty="0"/>
              <a:t>('utf-8'))</a:t>
            </a:r>
          </a:p>
          <a:p>
            <a:r>
              <a:rPr lang="en-US" altLang="zh-TW" dirty="0"/>
              <a:t>        print('</a:t>
            </a:r>
            <a:r>
              <a:rPr lang="en-US" altLang="zh-TW" dirty="0" err="1"/>
              <a:t>json</a:t>
            </a:r>
            <a:r>
              <a:rPr lang="en-US" altLang="zh-TW" dirty="0"/>
              <a:t> data:', data)</a:t>
            </a:r>
          </a:p>
          <a:p>
            <a:r>
              <a:rPr lang="en-US" altLang="zh-TW" dirty="0"/>
              <a:t>        # temperature = int(data['temperature'])</a:t>
            </a:r>
          </a:p>
          <a:p>
            <a:r>
              <a:rPr lang="en-US" altLang="zh-TW" dirty="0"/>
              <a:t>        </a:t>
            </a:r>
            <a:r>
              <a:rPr lang="en-US" altLang="zh-TW" dirty="0">
                <a:solidFill>
                  <a:srgbClr val="FF0000"/>
                </a:solidFill>
              </a:rPr>
              <a:t>temperature = data['temperature']</a:t>
            </a:r>
          </a:p>
          <a:p>
            <a:r>
              <a:rPr lang="en-US" altLang="zh-TW" dirty="0"/>
              <a:t>    else : </a:t>
            </a:r>
          </a:p>
          <a:p>
            <a:r>
              <a:rPr lang="en-US" altLang="zh-TW" dirty="0"/>
              <a:t>        temperature = 0</a:t>
            </a:r>
          </a:p>
          <a:p>
            <a:r>
              <a:rPr lang="en-US" altLang="zh-TW" dirty="0"/>
              <a:t>    print(temperature)</a:t>
            </a:r>
          </a:p>
          <a:p>
            <a:r>
              <a:rPr lang="en-US" altLang="zh-TW" dirty="0"/>
              <a:t>    # </a:t>
            </a:r>
            <a:r>
              <a:rPr lang="zh-TW" altLang="en-US" dirty="0"/>
              <a:t>儲存溫度數據到資料庫</a:t>
            </a:r>
          </a:p>
          <a:p>
            <a:r>
              <a:rPr lang="zh-TW" altLang="en-US" dirty="0"/>
              <a:t>    </a:t>
            </a:r>
            <a:r>
              <a:rPr lang="en-US" altLang="zh-TW" dirty="0">
                <a:solidFill>
                  <a:srgbClr val="FF0000"/>
                </a:solidFill>
              </a:rPr>
              <a:t>temp = Temperature(temperature=temperature)</a:t>
            </a:r>
          </a:p>
          <a:p>
            <a:r>
              <a:rPr lang="en-US" altLang="zh-TW" dirty="0">
                <a:solidFill>
                  <a:srgbClr val="FF0000"/>
                </a:solidFill>
              </a:rPr>
              <a:t>    </a:t>
            </a:r>
            <a:r>
              <a:rPr lang="en-US" altLang="zh-TW" dirty="0" err="1">
                <a:solidFill>
                  <a:srgbClr val="FF0000"/>
                </a:solidFill>
              </a:rPr>
              <a:t>temp.save</a:t>
            </a:r>
            <a:r>
              <a:rPr lang="en-US" altLang="zh-TW" dirty="0">
                <a:solidFill>
                  <a:srgbClr val="FF0000"/>
                </a:solidFill>
              </a:rPr>
              <a:t>()</a:t>
            </a:r>
          </a:p>
          <a:p>
            <a:r>
              <a:rPr lang="en-US" altLang="zh-TW" dirty="0"/>
              <a:t>    print('</a:t>
            </a:r>
            <a:r>
              <a:rPr lang="zh-TW" altLang="en-US" dirty="0"/>
              <a:t>溫度數據已儲存到資料庫</a:t>
            </a:r>
            <a:r>
              <a:rPr lang="en-US" altLang="zh-TW" dirty="0"/>
              <a:t>')</a:t>
            </a:r>
          </a:p>
          <a:p>
            <a:r>
              <a:rPr lang="en-US" altLang="zh-TW" dirty="0"/>
              <a:t>    return </a:t>
            </a:r>
            <a:r>
              <a:rPr lang="en-US" altLang="zh-TW" dirty="0" err="1">
                <a:solidFill>
                  <a:srgbClr val="FF0000"/>
                </a:solidFill>
              </a:rPr>
              <a:t>HttpResponse</a:t>
            </a:r>
            <a:r>
              <a:rPr lang="en-US" altLang="zh-TW" dirty="0"/>
              <a:t>(temperature)</a:t>
            </a:r>
          </a:p>
          <a:p>
            <a:r>
              <a:rPr lang="en-US" altLang="zh-TW" dirty="0"/>
              <a:t>    return render(request, 'mqtt.html', locals())</a:t>
            </a:r>
            <a:endParaRPr lang="zh-TW" altLang="en-US" dirty="0"/>
          </a:p>
        </p:txBody>
      </p:sp>
    </p:spTree>
    <p:extLst>
      <p:ext uri="{BB962C8B-B14F-4D97-AF65-F5344CB8AC3E}">
        <p14:creationId xmlns:p14="http://schemas.microsoft.com/office/powerpoint/2010/main" val="205104069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FDFA-F218-46C6-DCFE-E386B6320D9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9083C37-C502-93DF-6BDC-A8BA58FF6D8C}"/>
              </a:ext>
            </a:extLst>
          </p:cNvPr>
          <p:cNvSpPr>
            <a:spLocks noGrp="1"/>
          </p:cNvSpPr>
          <p:nvPr>
            <p:ph type="title"/>
          </p:nvPr>
        </p:nvSpPr>
        <p:spPr/>
        <p:txBody>
          <a:bodyPr/>
          <a:lstStyle/>
          <a:p>
            <a:r>
              <a:rPr lang="zh-TW" altLang="en-US" dirty="0"/>
              <a:t>顯示圖表</a:t>
            </a:r>
            <a:r>
              <a:rPr lang="en-US" altLang="zh-TW" dirty="0" err="1"/>
              <a:t>Mqtt_show</a:t>
            </a:r>
            <a:r>
              <a:rPr lang="zh-TW" altLang="en-US" dirty="0"/>
              <a:t> </a:t>
            </a:r>
            <a:r>
              <a:rPr lang="en-US" altLang="zh-TW" dirty="0"/>
              <a:t>in</a:t>
            </a:r>
            <a:r>
              <a:rPr lang="zh-TW" altLang="en-US" dirty="0"/>
              <a:t> </a:t>
            </a:r>
            <a:r>
              <a:rPr lang="en-US" altLang="zh-TW" dirty="0"/>
              <a:t>views.py</a:t>
            </a:r>
            <a:endParaRPr lang="zh-TW" altLang="en-US" dirty="0"/>
          </a:p>
        </p:txBody>
      </p:sp>
      <p:sp>
        <p:nvSpPr>
          <p:cNvPr id="4" name="投影片編號版面配置區 3">
            <a:extLst>
              <a:ext uri="{FF2B5EF4-FFF2-40B4-BE49-F238E27FC236}">
                <a16:creationId xmlns:a16="http://schemas.microsoft.com/office/drawing/2014/main" id="{723A46AE-14B2-2497-2D91-6D4576428DA6}"/>
              </a:ext>
            </a:extLst>
          </p:cNvPr>
          <p:cNvSpPr>
            <a:spLocks noGrp="1"/>
          </p:cNvSpPr>
          <p:nvPr>
            <p:ph type="sldNum" sz="quarter" idx="12"/>
          </p:nvPr>
        </p:nvSpPr>
        <p:spPr/>
        <p:txBody>
          <a:bodyPr>
            <a:normAutofit fontScale="92500"/>
          </a:bodyPr>
          <a:lstStyle/>
          <a:p>
            <a:fld id="{369E457D-EE12-4164-8E32-9DDD40A95892}" type="slidenum">
              <a:rPr lang="zh-TW" altLang="en-US" smtClean="0"/>
              <a:pPr/>
              <a:t>106</a:t>
            </a:fld>
            <a:endParaRPr lang="zh-TW" altLang="en-US"/>
          </a:p>
        </p:txBody>
      </p:sp>
      <p:sp>
        <p:nvSpPr>
          <p:cNvPr id="6" name="文字方塊 5">
            <a:extLst>
              <a:ext uri="{FF2B5EF4-FFF2-40B4-BE49-F238E27FC236}">
                <a16:creationId xmlns:a16="http://schemas.microsoft.com/office/drawing/2014/main" id="{445955F9-BE27-584C-4EF3-B01891F7EF4E}"/>
              </a:ext>
            </a:extLst>
          </p:cNvPr>
          <p:cNvSpPr txBox="1"/>
          <p:nvPr/>
        </p:nvSpPr>
        <p:spPr>
          <a:xfrm>
            <a:off x="466104" y="1556792"/>
            <a:ext cx="8368608" cy="5355312"/>
          </a:xfrm>
          <a:prstGeom prst="rect">
            <a:avLst/>
          </a:prstGeom>
          <a:noFill/>
        </p:spPr>
        <p:txBody>
          <a:bodyPr wrap="square">
            <a:spAutoFit/>
          </a:bodyPr>
          <a:lstStyle/>
          <a:p>
            <a:r>
              <a:rPr lang="en-US" altLang="zh-TW" dirty="0"/>
              <a:t># </a:t>
            </a:r>
            <a:r>
              <a:rPr lang="zh-TW" altLang="en-US" dirty="0"/>
              <a:t>啟動</a:t>
            </a:r>
            <a:r>
              <a:rPr lang="en-US" altLang="zh-TW" dirty="0" err="1"/>
              <a:t>mqtt</a:t>
            </a:r>
            <a:r>
              <a:rPr lang="zh-TW" altLang="en-US" dirty="0"/>
              <a:t>溫度資料傳送</a:t>
            </a:r>
          </a:p>
          <a:p>
            <a:endParaRPr lang="en-US" altLang="zh-TW" dirty="0"/>
          </a:p>
          <a:p>
            <a:r>
              <a:rPr lang="en-US" altLang="zh-TW" dirty="0"/>
              <a:t>def </a:t>
            </a:r>
            <a:r>
              <a:rPr lang="en-US" altLang="zh-TW" dirty="0" err="1">
                <a:solidFill>
                  <a:srgbClr val="FF0000"/>
                </a:solidFill>
              </a:rPr>
              <a:t>mqtt_show</a:t>
            </a:r>
            <a:r>
              <a:rPr lang="en-US" altLang="zh-TW" dirty="0"/>
              <a:t>(request):</a:t>
            </a:r>
          </a:p>
          <a:p>
            <a:r>
              <a:rPr lang="en-US" altLang="zh-TW" dirty="0"/>
              <a:t>    return render(request, 'mqtt.html', locals())</a:t>
            </a:r>
          </a:p>
          <a:p>
            <a:endParaRPr lang="en-US" altLang="zh-TW" dirty="0"/>
          </a:p>
          <a:p>
            <a:r>
              <a:rPr lang="en-US" altLang="zh-TW" dirty="0"/>
              <a:t># </a:t>
            </a:r>
            <a:r>
              <a:rPr lang="zh-TW" altLang="en-US" dirty="0"/>
              <a:t>使用</a:t>
            </a:r>
            <a:r>
              <a:rPr lang="en-US" altLang="zh-TW" dirty="0" err="1"/>
              <a:t>ploty</a:t>
            </a:r>
            <a:r>
              <a:rPr lang="zh-TW" altLang="en-US" dirty="0"/>
              <a:t>來繪製溫度圖表</a:t>
            </a:r>
          </a:p>
          <a:p>
            <a:r>
              <a:rPr lang="en-US" altLang="zh-TW" dirty="0"/>
              <a:t>def </a:t>
            </a:r>
            <a:r>
              <a:rPr lang="en-US" altLang="zh-TW" dirty="0" err="1">
                <a:solidFill>
                  <a:srgbClr val="FF0000"/>
                </a:solidFill>
              </a:rPr>
              <a:t>plotly_mqtt</a:t>
            </a:r>
            <a:r>
              <a:rPr lang="en-US" altLang="zh-TW" dirty="0"/>
              <a:t>(request):</a:t>
            </a:r>
          </a:p>
          <a:p>
            <a:r>
              <a:rPr lang="en-US" altLang="zh-TW" dirty="0"/>
              <a:t>    data = </a:t>
            </a:r>
            <a:r>
              <a:rPr lang="en-US" altLang="zh-TW" dirty="0" err="1"/>
              <a:t>Temperature.objects.all</a:t>
            </a:r>
            <a:r>
              <a:rPr lang="en-US" altLang="zh-TW" dirty="0"/>
              <a:t>().</a:t>
            </a:r>
            <a:r>
              <a:rPr lang="en-US" altLang="zh-TW" dirty="0" err="1"/>
              <a:t>order_by</a:t>
            </a:r>
            <a:r>
              <a:rPr lang="en-US" altLang="zh-TW" dirty="0"/>
              <a:t>('-id')[:10]</a:t>
            </a:r>
          </a:p>
          <a:p>
            <a:r>
              <a:rPr lang="en-US" altLang="zh-TW" dirty="0"/>
              <a:t>    # data = </a:t>
            </a:r>
            <a:r>
              <a:rPr lang="en-US" altLang="zh-TW" dirty="0" err="1"/>
              <a:t>Temperature.objects.all</a:t>
            </a:r>
            <a:r>
              <a:rPr lang="en-US" altLang="zh-TW" dirty="0"/>
              <a:t>()</a:t>
            </a:r>
          </a:p>
          <a:p>
            <a:r>
              <a:rPr lang="en-US" altLang="zh-TW" dirty="0"/>
              <a:t>    x = [</a:t>
            </a:r>
            <a:r>
              <a:rPr lang="en-US" altLang="zh-TW" dirty="0" err="1"/>
              <a:t>d.created_at</a:t>
            </a:r>
            <a:r>
              <a:rPr lang="en-US" altLang="zh-TW" dirty="0"/>
              <a:t> for d in data]</a:t>
            </a:r>
          </a:p>
          <a:p>
            <a:r>
              <a:rPr lang="en-US" altLang="zh-TW" dirty="0"/>
              <a:t>    y = [</a:t>
            </a:r>
            <a:r>
              <a:rPr lang="en-US" altLang="zh-TW" dirty="0" err="1"/>
              <a:t>d.temperature</a:t>
            </a:r>
            <a:r>
              <a:rPr lang="en-US" altLang="zh-TW" dirty="0"/>
              <a:t> for d in data]</a:t>
            </a:r>
          </a:p>
          <a:p>
            <a:r>
              <a:rPr lang="en-US" altLang="zh-TW" dirty="0"/>
              <a:t>    trace = </a:t>
            </a:r>
            <a:r>
              <a:rPr lang="en-US" altLang="zh-TW" dirty="0" err="1"/>
              <a:t>go.Scatter</a:t>
            </a:r>
            <a:r>
              <a:rPr lang="en-US" altLang="zh-TW" dirty="0"/>
              <a:t>(x=x, y=y, name='</a:t>
            </a:r>
            <a:r>
              <a:rPr lang="zh-TW" altLang="en-US" dirty="0"/>
              <a:t>溫度</a:t>
            </a:r>
            <a:r>
              <a:rPr lang="en-US" altLang="zh-TW" dirty="0"/>
              <a:t>', mode='</a:t>
            </a:r>
            <a:r>
              <a:rPr lang="en-US" altLang="zh-TW" dirty="0" err="1"/>
              <a:t>lines+markers</a:t>
            </a:r>
            <a:r>
              <a:rPr lang="en-US" altLang="zh-TW" dirty="0"/>
              <a:t>')</a:t>
            </a:r>
          </a:p>
          <a:p>
            <a:r>
              <a:rPr lang="en-US" altLang="zh-TW" dirty="0"/>
              <a:t>    layout = </a:t>
            </a:r>
            <a:r>
              <a:rPr lang="en-US" altLang="zh-TW" dirty="0" err="1"/>
              <a:t>go.Layout</a:t>
            </a:r>
            <a:r>
              <a:rPr lang="en-US" altLang="zh-TW" dirty="0"/>
              <a:t>(title='</a:t>
            </a:r>
            <a:r>
              <a:rPr lang="zh-TW" altLang="en-US" dirty="0"/>
              <a:t>溫度數據</a:t>
            </a:r>
            <a:r>
              <a:rPr lang="en-US" altLang="zh-TW" dirty="0"/>
              <a:t>', height=500)</a:t>
            </a:r>
          </a:p>
          <a:p>
            <a:r>
              <a:rPr lang="en-US" altLang="zh-TW" dirty="0"/>
              <a:t>    fig = </a:t>
            </a:r>
            <a:r>
              <a:rPr lang="en-US" altLang="zh-TW" dirty="0" err="1"/>
              <a:t>go.Figure</a:t>
            </a:r>
            <a:r>
              <a:rPr lang="en-US" altLang="zh-TW" dirty="0"/>
              <a:t>(data=[trace], layout=layout)</a:t>
            </a:r>
          </a:p>
          <a:p>
            <a:r>
              <a:rPr lang="en-US" altLang="zh-TW" dirty="0"/>
              <a:t>    </a:t>
            </a:r>
            <a:r>
              <a:rPr lang="en-US" altLang="zh-TW" dirty="0" err="1"/>
              <a:t>temp_div</a:t>
            </a:r>
            <a:r>
              <a:rPr lang="en-US" altLang="zh-TW" dirty="0"/>
              <a:t> = plot(fig, </a:t>
            </a:r>
            <a:r>
              <a:rPr lang="en-US" altLang="zh-TW" dirty="0" err="1"/>
              <a:t>output_type</a:t>
            </a:r>
            <a:r>
              <a:rPr lang="en-US" altLang="zh-TW" dirty="0"/>
              <a:t>='div')</a:t>
            </a:r>
          </a:p>
          <a:p>
            <a:r>
              <a:rPr lang="en-US" altLang="zh-TW" dirty="0"/>
              <a:t>    return render(request, 'temp.html', locals())</a:t>
            </a:r>
          </a:p>
          <a:p>
            <a:br>
              <a:rPr lang="en-US" altLang="zh-TW" dirty="0"/>
            </a:br>
            <a:endParaRPr lang="en-US" altLang="zh-TW" dirty="0"/>
          </a:p>
          <a:p>
            <a:endParaRPr lang="zh-TW" altLang="en-US" dirty="0"/>
          </a:p>
        </p:txBody>
      </p:sp>
    </p:spTree>
    <p:extLst>
      <p:ext uri="{BB962C8B-B14F-4D97-AF65-F5344CB8AC3E}">
        <p14:creationId xmlns:p14="http://schemas.microsoft.com/office/powerpoint/2010/main" val="10210355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AB7FD-947E-23C0-A60F-ED96F3227B9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46493A3-CEC0-5D09-8AEA-8C5AAC204086}"/>
              </a:ext>
            </a:extLst>
          </p:cNvPr>
          <p:cNvSpPr>
            <a:spLocks noGrp="1"/>
          </p:cNvSpPr>
          <p:nvPr>
            <p:ph type="title"/>
          </p:nvPr>
        </p:nvSpPr>
        <p:spPr/>
        <p:txBody>
          <a:bodyPr/>
          <a:lstStyle/>
          <a:p>
            <a:r>
              <a:rPr lang="zh-TW" altLang="en-US" dirty="0"/>
              <a:t>前端</a:t>
            </a:r>
            <a:r>
              <a:rPr lang="en-US" altLang="zh-TW" dirty="0" err="1"/>
              <a:t>url</a:t>
            </a:r>
            <a:r>
              <a:rPr lang="en-US" altLang="zh-TW" dirty="0"/>
              <a:t> &amp; html</a:t>
            </a:r>
            <a:endParaRPr lang="zh-TW" altLang="en-US" dirty="0"/>
          </a:p>
        </p:txBody>
      </p:sp>
      <p:sp>
        <p:nvSpPr>
          <p:cNvPr id="4" name="投影片編號版面配置區 3">
            <a:extLst>
              <a:ext uri="{FF2B5EF4-FFF2-40B4-BE49-F238E27FC236}">
                <a16:creationId xmlns:a16="http://schemas.microsoft.com/office/drawing/2014/main" id="{08E7E193-6B12-0F10-ACE9-BCCCD7816DDC}"/>
              </a:ext>
            </a:extLst>
          </p:cNvPr>
          <p:cNvSpPr>
            <a:spLocks noGrp="1"/>
          </p:cNvSpPr>
          <p:nvPr>
            <p:ph type="sldNum" sz="quarter" idx="12"/>
          </p:nvPr>
        </p:nvSpPr>
        <p:spPr/>
        <p:txBody>
          <a:bodyPr>
            <a:normAutofit fontScale="92500"/>
          </a:bodyPr>
          <a:lstStyle/>
          <a:p>
            <a:fld id="{369E457D-EE12-4164-8E32-9DDD40A95892}" type="slidenum">
              <a:rPr lang="zh-TW" altLang="en-US" smtClean="0"/>
              <a:pPr/>
              <a:t>107</a:t>
            </a:fld>
            <a:endParaRPr lang="zh-TW" altLang="en-US"/>
          </a:p>
        </p:txBody>
      </p:sp>
      <p:sp>
        <p:nvSpPr>
          <p:cNvPr id="6" name="文字方塊 5">
            <a:extLst>
              <a:ext uri="{FF2B5EF4-FFF2-40B4-BE49-F238E27FC236}">
                <a16:creationId xmlns:a16="http://schemas.microsoft.com/office/drawing/2014/main" id="{450C1C41-77B2-70E1-995B-EA289E58B7CC}"/>
              </a:ext>
            </a:extLst>
          </p:cNvPr>
          <p:cNvSpPr txBox="1"/>
          <p:nvPr/>
        </p:nvSpPr>
        <p:spPr>
          <a:xfrm>
            <a:off x="466104" y="1268760"/>
            <a:ext cx="8368608" cy="5909310"/>
          </a:xfrm>
          <a:prstGeom prst="rect">
            <a:avLst/>
          </a:prstGeom>
          <a:noFill/>
        </p:spPr>
        <p:txBody>
          <a:bodyPr wrap="square">
            <a:spAutoFit/>
          </a:bodyPr>
          <a:lstStyle/>
          <a:p>
            <a:r>
              <a:rPr lang="en-US" altLang="zh-TW" dirty="0"/>
              <a:t>    path(</a:t>
            </a:r>
            <a:r>
              <a:rPr lang="en-US" altLang="zh-TW" dirty="0">
                <a:solidFill>
                  <a:srgbClr val="FF0000"/>
                </a:solidFill>
              </a:rPr>
              <a:t>'</a:t>
            </a:r>
            <a:r>
              <a:rPr lang="en-US" altLang="zh-TW" dirty="0" err="1">
                <a:solidFill>
                  <a:srgbClr val="FF0000"/>
                </a:solidFill>
              </a:rPr>
              <a:t>api</a:t>
            </a:r>
            <a:r>
              <a:rPr lang="en-US" altLang="zh-TW" dirty="0">
                <a:solidFill>
                  <a:srgbClr val="FF0000"/>
                </a:solidFill>
              </a:rPr>
              <a:t>/</a:t>
            </a:r>
            <a:r>
              <a:rPr lang="en-US" altLang="zh-TW" dirty="0"/>
              <a:t>temperature/', </a:t>
            </a:r>
            <a:r>
              <a:rPr lang="en-US" altLang="zh-TW" dirty="0" err="1"/>
              <a:t>plotly_api</a:t>
            </a:r>
            <a:r>
              <a:rPr lang="en-US" altLang="zh-TW" dirty="0"/>
              <a:t>, name='</a:t>
            </a:r>
            <a:r>
              <a:rPr lang="en-US" altLang="zh-TW" dirty="0" err="1"/>
              <a:t>plotly_api</a:t>
            </a:r>
            <a:r>
              <a:rPr lang="en-US" altLang="zh-TW" dirty="0"/>
              <a:t>'),</a:t>
            </a:r>
          </a:p>
          <a:p>
            <a:r>
              <a:rPr lang="en-US" altLang="zh-TW" dirty="0"/>
              <a:t>    path('</a:t>
            </a:r>
            <a:r>
              <a:rPr lang="en-US" altLang="zh-TW" dirty="0" err="1"/>
              <a:t>mqtt</a:t>
            </a:r>
            <a:r>
              <a:rPr lang="en-US" altLang="zh-TW" dirty="0"/>
              <a:t>/', </a:t>
            </a:r>
            <a:r>
              <a:rPr lang="en-US" altLang="zh-TW" dirty="0" err="1"/>
              <a:t>mqtt_show</a:t>
            </a:r>
            <a:r>
              <a:rPr lang="en-US" altLang="zh-TW" dirty="0"/>
              <a:t>, name='</a:t>
            </a:r>
            <a:r>
              <a:rPr lang="en-US" altLang="zh-TW" dirty="0" err="1"/>
              <a:t>mqtt_show</a:t>
            </a:r>
            <a:r>
              <a:rPr lang="en-US" altLang="zh-TW" dirty="0"/>
              <a:t>'),</a:t>
            </a:r>
          </a:p>
          <a:p>
            <a:r>
              <a:rPr lang="en-US" altLang="zh-TW" dirty="0"/>
              <a:t>    path('temp/', </a:t>
            </a:r>
            <a:r>
              <a:rPr lang="en-US" altLang="zh-TW" dirty="0" err="1"/>
              <a:t>plotly_mqtt</a:t>
            </a:r>
            <a:r>
              <a:rPr lang="en-US" altLang="zh-TW" dirty="0"/>
              <a:t>, name='</a:t>
            </a:r>
            <a:r>
              <a:rPr lang="en-US" altLang="zh-TW" dirty="0" err="1"/>
              <a:t>plotly_mqtt</a:t>
            </a:r>
            <a:r>
              <a:rPr lang="en-US" altLang="zh-TW" dirty="0"/>
              <a:t>’),</a:t>
            </a:r>
          </a:p>
          <a:p>
            <a:endParaRPr lang="en-US" altLang="zh-TW" dirty="0"/>
          </a:p>
          <a:p>
            <a:r>
              <a:rPr lang="en-US" altLang="zh-TW" dirty="0"/>
              <a:t>Html: </a:t>
            </a:r>
            <a:r>
              <a:rPr lang="zh-TW" altLang="en-US" dirty="0"/>
              <a:t>用</a:t>
            </a:r>
            <a:r>
              <a:rPr lang="en-US" altLang="zh-TW" dirty="0"/>
              <a:t>plotly.html</a:t>
            </a:r>
            <a:r>
              <a:rPr lang="zh-TW" altLang="en-US" dirty="0"/>
              <a:t>來改成</a:t>
            </a:r>
            <a:r>
              <a:rPr lang="en-US" altLang="zh-TW" dirty="0"/>
              <a:t>temp.html</a:t>
            </a:r>
          </a:p>
          <a:p>
            <a:r>
              <a:rPr lang="en-US" altLang="zh-TW" dirty="0"/>
              <a:t>{{ </a:t>
            </a:r>
            <a:r>
              <a:rPr lang="en-US" altLang="zh-TW" dirty="0" err="1">
                <a:solidFill>
                  <a:srgbClr val="FF0000"/>
                </a:solidFill>
              </a:rPr>
              <a:t>temp</a:t>
            </a:r>
            <a:r>
              <a:rPr lang="en-US" altLang="zh-TW" dirty="0" err="1"/>
              <a:t>_div</a:t>
            </a:r>
            <a:r>
              <a:rPr lang="en-US" altLang="zh-TW" dirty="0"/>
              <a:t> }}</a:t>
            </a:r>
          </a:p>
          <a:p>
            <a:r>
              <a:rPr lang="en-US" altLang="zh-TW" dirty="0"/>
              <a:t>            &lt;table class="table table-striped table-</a:t>
            </a:r>
            <a:r>
              <a:rPr lang="en-US" altLang="zh-TW" dirty="0" err="1"/>
              <a:t>sm</a:t>
            </a:r>
            <a:r>
              <a:rPr lang="en-US" altLang="zh-TW" dirty="0"/>
              <a:t>"&gt;</a:t>
            </a:r>
          </a:p>
          <a:p>
            <a:r>
              <a:rPr lang="en-US" altLang="zh-TW" dirty="0"/>
              <a:t>                &lt;tr&gt;</a:t>
            </a:r>
          </a:p>
          <a:p>
            <a:r>
              <a:rPr lang="en-US" altLang="zh-TW" dirty="0"/>
              <a:t>                    &lt;td&gt;ID&lt;/td&gt;</a:t>
            </a:r>
          </a:p>
          <a:p>
            <a:r>
              <a:rPr lang="en-US" altLang="zh-TW" dirty="0"/>
              <a:t>                    &lt;td&gt;</a:t>
            </a:r>
            <a:r>
              <a:rPr lang="zh-TW" altLang="en-US" dirty="0"/>
              <a:t>溫度</a:t>
            </a:r>
            <a:r>
              <a:rPr lang="en-US" altLang="zh-TW" dirty="0"/>
              <a:t>&lt;/td&gt;</a:t>
            </a:r>
          </a:p>
          <a:p>
            <a:r>
              <a:rPr lang="en-US" altLang="zh-TW" dirty="0"/>
              <a:t>                    &lt;td&gt;</a:t>
            </a:r>
            <a:r>
              <a:rPr lang="zh-TW" altLang="en-US" dirty="0"/>
              <a:t>接收時間</a:t>
            </a:r>
            <a:r>
              <a:rPr lang="en-US" altLang="zh-TW" dirty="0"/>
              <a:t>&lt;/td&gt;</a:t>
            </a:r>
          </a:p>
          <a:p>
            <a:r>
              <a:rPr lang="en-US" altLang="zh-TW" dirty="0"/>
              <a:t>                &lt;/tr&gt;</a:t>
            </a:r>
          </a:p>
          <a:p>
            <a:r>
              <a:rPr lang="en-US" altLang="zh-TW" dirty="0"/>
              <a:t>                {% for d in data %}</a:t>
            </a:r>
          </a:p>
          <a:p>
            <a:r>
              <a:rPr lang="en-US" altLang="zh-TW" dirty="0"/>
              <a:t>                &lt;tr&gt;</a:t>
            </a:r>
          </a:p>
          <a:p>
            <a:r>
              <a:rPr lang="en-US" altLang="zh-TW" dirty="0"/>
              <a:t>                    &lt;td&gt;{{ d.</a:t>
            </a:r>
            <a:r>
              <a:rPr lang="en-US" altLang="zh-TW" dirty="0">
                <a:solidFill>
                  <a:srgbClr val="FF0000"/>
                </a:solidFill>
              </a:rPr>
              <a:t>id</a:t>
            </a:r>
            <a:r>
              <a:rPr lang="en-US" altLang="zh-TW" dirty="0"/>
              <a:t> }}&lt;/td&gt;</a:t>
            </a:r>
          </a:p>
          <a:p>
            <a:r>
              <a:rPr lang="en-US" altLang="zh-TW" dirty="0"/>
              <a:t>                    &lt;td&gt;{{ </a:t>
            </a:r>
            <a:r>
              <a:rPr lang="en-US" altLang="zh-TW" dirty="0" err="1"/>
              <a:t>d.</a:t>
            </a:r>
            <a:r>
              <a:rPr lang="en-US" altLang="zh-TW" dirty="0" err="1">
                <a:solidFill>
                  <a:srgbClr val="FF0000"/>
                </a:solidFill>
              </a:rPr>
              <a:t>temperature</a:t>
            </a:r>
            <a:r>
              <a:rPr lang="en-US" altLang="zh-TW" dirty="0"/>
              <a:t> }}&lt;/td&gt;</a:t>
            </a:r>
          </a:p>
          <a:p>
            <a:r>
              <a:rPr lang="en-US" altLang="zh-TW" dirty="0"/>
              <a:t>                    &lt;td&gt;{{ </a:t>
            </a:r>
            <a:r>
              <a:rPr lang="en-US" altLang="zh-TW" dirty="0" err="1"/>
              <a:t>d.</a:t>
            </a:r>
            <a:r>
              <a:rPr lang="en-US" altLang="zh-TW" dirty="0" err="1">
                <a:solidFill>
                  <a:srgbClr val="FF0000"/>
                </a:solidFill>
              </a:rPr>
              <a:t>created_at</a:t>
            </a:r>
            <a:r>
              <a:rPr lang="en-US" altLang="zh-TW" dirty="0">
                <a:solidFill>
                  <a:srgbClr val="FF0000"/>
                </a:solidFill>
              </a:rPr>
              <a:t> </a:t>
            </a:r>
            <a:r>
              <a:rPr lang="en-US" altLang="zh-TW" dirty="0"/>
              <a:t>}}&lt;/td&gt;</a:t>
            </a:r>
          </a:p>
          <a:p>
            <a:r>
              <a:rPr lang="en-US" altLang="zh-TW" dirty="0"/>
              <a:t>                &lt;/tr&gt;</a:t>
            </a:r>
          </a:p>
          <a:p>
            <a:r>
              <a:rPr lang="en-US" altLang="zh-TW" dirty="0"/>
              <a:t>                {% </a:t>
            </a:r>
            <a:r>
              <a:rPr lang="en-US" altLang="zh-TW" dirty="0" err="1"/>
              <a:t>endfor</a:t>
            </a:r>
            <a:r>
              <a:rPr lang="en-US" altLang="zh-TW" dirty="0"/>
              <a:t> %}</a:t>
            </a:r>
          </a:p>
          <a:p>
            <a:r>
              <a:rPr lang="en-US" altLang="zh-TW" dirty="0"/>
              <a:t>            &lt;/table&gt;</a:t>
            </a:r>
          </a:p>
          <a:p>
            <a:endParaRPr lang="zh-TW" altLang="en-US" dirty="0"/>
          </a:p>
        </p:txBody>
      </p:sp>
    </p:spTree>
    <p:extLst>
      <p:ext uri="{BB962C8B-B14F-4D97-AF65-F5344CB8AC3E}">
        <p14:creationId xmlns:p14="http://schemas.microsoft.com/office/powerpoint/2010/main" val="11841742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B7BD5-BACD-6675-0D88-35E3995F6BA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3412D05-684D-1808-23D4-94A5403C8BBA}"/>
              </a:ext>
            </a:extLst>
          </p:cNvPr>
          <p:cNvSpPr>
            <a:spLocks noGrp="1"/>
          </p:cNvSpPr>
          <p:nvPr>
            <p:ph type="title"/>
          </p:nvPr>
        </p:nvSpPr>
        <p:spPr/>
        <p:txBody>
          <a:bodyPr/>
          <a:lstStyle/>
          <a:p>
            <a:r>
              <a:rPr lang="zh-TW" altLang="en-US"/>
              <a:t>說明同步和非同步</a:t>
            </a:r>
          </a:p>
        </p:txBody>
      </p:sp>
      <p:sp>
        <p:nvSpPr>
          <p:cNvPr id="3" name="直排文字版面配置區 2">
            <a:extLst>
              <a:ext uri="{FF2B5EF4-FFF2-40B4-BE49-F238E27FC236}">
                <a16:creationId xmlns:a16="http://schemas.microsoft.com/office/drawing/2014/main" id="{445A7537-3C76-ED44-7B8F-D04CB74C4512}"/>
              </a:ext>
            </a:extLst>
          </p:cNvPr>
          <p:cNvSpPr>
            <a:spLocks noGrp="1"/>
          </p:cNvSpPr>
          <p:nvPr>
            <p:ph type="body" orient="vert"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A37C63BF-17E3-4B52-E19F-F157B8BFFFBF}"/>
              </a:ext>
            </a:extLst>
          </p:cNvPr>
          <p:cNvSpPr>
            <a:spLocks noGrp="1"/>
          </p:cNvSpPr>
          <p:nvPr>
            <p:ph type="sldNum" sz="quarter" idx="12"/>
          </p:nvPr>
        </p:nvSpPr>
        <p:spPr/>
        <p:txBody>
          <a:bodyPr>
            <a:normAutofit fontScale="92500"/>
          </a:bodyPr>
          <a:lstStyle/>
          <a:p>
            <a:fld id="{369E457D-EE12-4164-8E32-9DDD40A95892}" type="slidenum">
              <a:rPr lang="zh-TW" altLang="en-US" smtClean="0"/>
              <a:pPr/>
              <a:t>108</a:t>
            </a:fld>
            <a:endParaRPr lang="zh-TW" altLang="en-US"/>
          </a:p>
        </p:txBody>
      </p:sp>
    </p:spTree>
    <p:extLst>
      <p:ext uri="{BB962C8B-B14F-4D97-AF65-F5344CB8AC3E}">
        <p14:creationId xmlns:p14="http://schemas.microsoft.com/office/powerpoint/2010/main" val="159174134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市鎮">
  <a:themeElements>
    <a:clrScheme name="市鎮">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觀點">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市鎮">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10345</TotalTime>
  <Words>9754</Words>
  <Application>Microsoft Office PowerPoint</Application>
  <PresentationFormat>如螢幕大小 (4:3)</PresentationFormat>
  <Paragraphs>1177</Paragraphs>
  <Slides>108</Slides>
  <Notes>13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108</vt:i4>
      </vt:variant>
    </vt:vector>
  </HeadingPairs>
  <TitlesOfParts>
    <vt:vector size="115" baseType="lpstr">
      <vt:lpstr>Calibri</vt:lpstr>
      <vt:lpstr>Consolas</vt:lpstr>
      <vt:lpstr>Courier New</vt:lpstr>
      <vt:lpstr>Verdana</vt:lpstr>
      <vt:lpstr>Wingdings</vt:lpstr>
      <vt:lpstr>Wingdings 2</vt:lpstr>
      <vt:lpstr>市鎮</vt:lpstr>
      <vt:lpstr>第九堂 網站的Session功能</vt:lpstr>
      <vt:lpstr>學習目標</vt:lpstr>
      <vt:lpstr>Session簡介</vt:lpstr>
      <vt:lpstr>複製Django網站</vt:lpstr>
      <vt:lpstr>複製Django網站(總共改四個檔案)</vt:lpstr>
      <vt:lpstr>複製Django網站</vt:lpstr>
      <vt:lpstr>開始使用Session</vt:lpstr>
      <vt:lpstr>開始使用Session 要執行第二次才能確定是否支援</vt:lpstr>
      <vt:lpstr>開始使用Session</vt:lpstr>
      <vt:lpstr>建立使用者資料表models.py 記得migrate</vt:lpstr>
      <vt:lpstr>建立使用者資料表(記得註冊user model到後台)</vt:lpstr>
      <vt:lpstr>建立使用者資料表</vt:lpstr>
      <vt:lpstr>建立使用者資料表forms.py</vt:lpstr>
      <vt:lpstr>建立使用者資料表</vt:lpstr>
      <vt:lpstr>建立使用者資料表</vt:lpstr>
      <vt:lpstr>建立使用者資料表veiws.login(二) 注意user欄位名稱，strip()是去掉空白字元</vt:lpstr>
      <vt:lpstr>建立使用者資料表</vt:lpstr>
      <vt:lpstr>建立使用者資料表(說明可跨網頁取得session資料)</vt:lpstr>
      <vt:lpstr>建立使用者資料表(三)</vt:lpstr>
      <vt:lpstr>建立使用者資料表</vt:lpstr>
      <vt:lpstr>建立使用者資料表(要在後台建立一筆資料來test)</vt:lpstr>
      <vt:lpstr>建立使用者資料表</vt:lpstr>
      <vt:lpstr>建立使用者資料表</vt:lpstr>
      <vt:lpstr>建立使用者資料表</vt:lpstr>
      <vt:lpstr>建立使用者資料表-如何處理登出(四)</vt:lpstr>
      <vt:lpstr>建立使用者資料表(五)</vt:lpstr>
      <vt:lpstr>建立使用者資料表 copy index.html</vt:lpstr>
      <vt:lpstr>整合Django的訊息顯示框架Messages Framework views.py</vt:lpstr>
      <vt:lpstr>整合Django的訊息顯示框架Messages Framework</vt:lpstr>
      <vt:lpstr>整合Django的訊息顯示框架Messages Framework(這頁不用改)</vt:lpstr>
      <vt:lpstr>整合Django的訊息顯示框架Messages Framework(六)</vt:lpstr>
      <vt:lpstr>整合Django的訊息顯示框架Messages Framework login.html</vt:lpstr>
      <vt:lpstr>整合Django的訊息顯示框架Messages Framework(這頁不用改)</vt:lpstr>
      <vt:lpstr>整合Django的訊息顯示框架Messages Framework index.html</vt:lpstr>
      <vt:lpstr>整合Django的訊息顯示框架Messages Framework(不用改)</vt:lpstr>
      <vt:lpstr>整合Django的訊息顯示框架Messages Framework</vt:lpstr>
      <vt:lpstr>使用Django的使用者驗證系統</vt:lpstr>
      <vt:lpstr>使用Django的使用者驗證系統</vt:lpstr>
      <vt:lpstr>使用Django的使用者驗證系統</vt:lpstr>
      <vt:lpstr>使用Django的使用者驗證系統</vt:lpstr>
      <vt:lpstr>程式內運用Django的使用者驗證系統(七) copy 二、六、的login來改</vt:lpstr>
      <vt:lpstr>使用Django的使用者驗證系統(七)</vt:lpstr>
      <vt:lpstr>使用Django的使用者驗證系統</vt:lpstr>
      <vt:lpstr>使用Django的使用者驗證系統(八)</vt:lpstr>
      <vt:lpstr>使用Django的使用者驗證系統(九)</vt:lpstr>
      <vt:lpstr>使用Django的使用者驗證系統</vt:lpstr>
      <vt:lpstr>使用Django的使用者驗證系統</vt:lpstr>
      <vt:lpstr>使用Django的使用者驗證系統(十)</vt:lpstr>
      <vt:lpstr>增加User的欄位</vt:lpstr>
      <vt:lpstr>增加User的欄位(十一)</vt:lpstr>
      <vt:lpstr>增加User的欄位</vt:lpstr>
      <vt:lpstr>增加User的欄位-說明為何要設定一對一</vt:lpstr>
      <vt:lpstr>顯示新增加的User欄位</vt:lpstr>
      <vt:lpstr>顯示新增加的User欄位</vt:lpstr>
      <vt:lpstr>增加顯示新增加的User欄位User的欄位</vt:lpstr>
      <vt:lpstr>顯示新增加的User欄位</vt:lpstr>
      <vt:lpstr>顯示新增加的User欄位</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應用auth使用者驗證存取資料庫</vt:lpstr>
      <vt:lpstr>使用Django提供的登入介面</vt:lpstr>
      <vt:lpstr>使用Django提供的登入介面</vt:lpstr>
      <vt:lpstr>使用Django提供的登入介面</vt:lpstr>
      <vt:lpstr>繪製圖表：建立匯入CSV資料用的Model</vt:lpstr>
      <vt:lpstr>直接匯入資料檔 建立匯入CSV資料的程式importdata.py(略)</vt:lpstr>
      <vt:lpstr>相關檔案串聯設定</vt:lpstr>
      <vt:lpstr>votes.html</vt:lpstr>
      <vt:lpstr>votes.html</vt:lpstr>
      <vt:lpstr>以表格的型式顯示資料</vt:lpstr>
      <vt:lpstr>Chart.js官網由上到下順序(略直接用下兩頁方法)</vt:lpstr>
      <vt:lpstr>先到官網取得CDN連結(略直接用下一頁方法)  get start-&gt;install-&gt;CDNJS(可不用加)</vt:lpstr>
      <vt:lpstr>修改votes.html中的內容 copy官網js的內容：get start-&gt;create a chart</vt:lpstr>
      <vt:lpstr>先測試圖表是否可以出現</vt:lpstr>
      <vt:lpstr>修改真實的選票資料到votes.html中(二一)</vt:lpstr>
      <vt:lpstr>第一版呈現的結果</vt:lpstr>
      <vt:lpstr>改為橫條圖設定(二二)</vt:lpstr>
      <vt:lpstr>最終的版本</vt:lpstr>
      <vt:lpstr>安裝Plotly</vt:lpstr>
      <vt:lpstr>加入相關設定</vt:lpstr>
      <vt:lpstr>views.py中的plotly函式</vt:lpstr>
      <vt:lpstr>plotly.html</vt:lpstr>
      <vt:lpstr>views.chart3d</vt:lpstr>
      <vt:lpstr>3D圖形的呈現結果</vt:lpstr>
      <vt:lpstr>Plotly的橫條圖程式</vt:lpstr>
      <vt:lpstr>使用Plotly展示橫條圖的呈現結果</vt:lpstr>
      <vt:lpstr>使用AJAX和jQuery將MQTT資料送到資料庫儲存</vt:lpstr>
      <vt:lpstr>使用AJAX和jQuery</vt:lpstr>
      <vt:lpstr>使用AJAX和jQuery</vt:lpstr>
      <vt:lpstr>使用AJAX和jQuery</vt:lpstr>
      <vt:lpstr>建立溫度紀錄資料表models.py 記得migrate</vt:lpstr>
      <vt:lpstr>api接收溫度紀錄資料 views.py</vt:lpstr>
      <vt:lpstr>顯示圖表Mqtt_show in views.py</vt:lpstr>
      <vt:lpstr>前端url &amp; html</vt:lpstr>
      <vt:lpstr>說明同步和非同步</vt:lpstr>
    </vt:vector>
  </TitlesOfParts>
  <Company>SYNNEX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第一堂 程式設計所需要的基礎知識</dc:title>
  <dc:creator>USER</dc:creator>
  <cp:lastModifiedBy>炳志 林</cp:lastModifiedBy>
  <cp:revision>196</cp:revision>
  <dcterms:created xsi:type="dcterms:W3CDTF">2017-10-09T22:32:02Z</dcterms:created>
  <dcterms:modified xsi:type="dcterms:W3CDTF">2026-06-14T10:38:19Z</dcterms:modified>
</cp:coreProperties>
</file>