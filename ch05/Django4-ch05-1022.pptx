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9" r:id="rId12"/>
    <p:sldId id="283" r:id="rId13"/>
    <p:sldId id="284" r:id="rId14"/>
    <p:sldId id="267" r:id="rId15"/>
    <p:sldId id="268" r:id="rId16"/>
    <p:sldId id="270" r:id="rId17"/>
    <p:sldId id="285" r:id="rId18"/>
    <p:sldId id="271" r:id="rId19"/>
    <p:sldId id="276" r:id="rId20"/>
    <p:sldId id="272" r:id="rId21"/>
    <p:sldId id="277" r:id="rId22"/>
    <p:sldId id="278" r:id="rId23"/>
    <p:sldId id="273" r:id="rId24"/>
    <p:sldId id="274" r:id="rId25"/>
    <p:sldId id="275" r:id="rId26"/>
    <p:sldId id="279" r:id="rId27"/>
    <p:sldId id="280" r:id="rId28"/>
    <p:sldId id="281" r:id="rId29"/>
    <p:sldId id="282" r:id="rId30"/>
    <p:sldId id="287" r:id="rId31"/>
    <p:sldId id="286" r:id="rId3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041769-A7DF-4844-9653-6E1468792394}" v="227" dt="2023-05-21T01:19:05.339"/>
    <p1510:client id="{8BF4BC7D-11B2-46DB-A36B-C59063AFE9E2}" v="59" dt="2023-05-21T01:26:29.018"/>
    <p1510:client id="{D0FB0D04-1156-4B47-8BAD-2BFF90903DF4}" v="133" dt="2023-05-21T12:35:00.7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028" autoAdjust="0"/>
  </p:normalViewPr>
  <p:slideViewPr>
    <p:cSldViewPr>
      <p:cViewPr>
        <p:scale>
          <a:sx n="90" d="100"/>
          <a:sy n="90" d="100"/>
        </p:scale>
        <p:origin x="2214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-Huang Ho" userId="3b9e8198e6400288" providerId="LiveId" clId="{D0FB0D04-1156-4B47-8BAD-2BFF90903DF4}"/>
    <pc:docChg chg="undo custSel addSld delSld modSld">
      <pc:chgData name="Min-Huang Ho" userId="3b9e8198e6400288" providerId="LiveId" clId="{D0FB0D04-1156-4B47-8BAD-2BFF90903DF4}" dt="2023-05-21T12:35:17.057" v="1018" actId="27636"/>
      <pc:docMkLst>
        <pc:docMk/>
      </pc:docMkLst>
      <pc:sldChg chg="modSp mod">
        <pc:chgData name="Min-Huang Ho" userId="3b9e8198e6400288" providerId="LiveId" clId="{D0FB0D04-1156-4B47-8BAD-2BFF90903DF4}" dt="2023-05-21T12:25:12.538" v="50" actId="27636"/>
        <pc:sldMkLst>
          <pc:docMk/>
          <pc:sldMk cId="1204855519" sldId="259"/>
        </pc:sldMkLst>
        <pc:spChg chg="mod">
          <ac:chgData name="Min-Huang Ho" userId="3b9e8198e6400288" providerId="LiveId" clId="{D0FB0D04-1156-4B47-8BAD-2BFF90903DF4}" dt="2023-05-21T12:25:12.538" v="50" actId="27636"/>
          <ac:spMkLst>
            <pc:docMk/>
            <pc:sldMk cId="1204855519" sldId="259"/>
            <ac:spMk id="4" creationId="{00000000-0000-0000-0000-000000000000}"/>
          </ac:spMkLst>
        </pc:spChg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742389652" sldId="260"/>
        </pc:sldMkLst>
      </pc:sldChg>
      <pc:sldChg chg="modSp new mod">
        <pc:chgData name="Min-Huang Ho" userId="3b9e8198e6400288" providerId="LiveId" clId="{D0FB0D04-1156-4B47-8BAD-2BFF90903DF4}" dt="2023-05-21T12:26:20.285" v="112" actId="404"/>
        <pc:sldMkLst>
          <pc:docMk/>
          <pc:sldMk cId="2838119063" sldId="260"/>
        </pc:sldMkLst>
        <pc:spChg chg="mod">
          <ac:chgData name="Min-Huang Ho" userId="3b9e8198e6400288" providerId="LiveId" clId="{D0FB0D04-1156-4B47-8BAD-2BFF90903DF4}" dt="2023-05-21T12:26:08.974" v="105"/>
          <ac:spMkLst>
            <pc:docMk/>
            <pc:sldMk cId="2838119063" sldId="260"/>
            <ac:spMk id="2" creationId="{C73C9956-1BB3-2EB8-4B64-11497F985005}"/>
          </ac:spMkLst>
        </pc:spChg>
        <pc:spChg chg="mod">
          <ac:chgData name="Min-Huang Ho" userId="3b9e8198e6400288" providerId="LiveId" clId="{D0FB0D04-1156-4B47-8BAD-2BFF90903DF4}" dt="2023-05-21T12:26:20.285" v="112" actId="404"/>
          <ac:spMkLst>
            <pc:docMk/>
            <pc:sldMk cId="2838119063" sldId="260"/>
            <ac:spMk id="4" creationId="{DF6DA381-9252-5470-CE05-03A2D5FB2A5B}"/>
          </ac:spMkLst>
        </pc:spChg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523774190" sldId="261"/>
        </pc:sldMkLst>
      </pc:sldChg>
      <pc:sldChg chg="modSp new mod">
        <pc:chgData name="Min-Huang Ho" userId="3b9e8198e6400288" providerId="LiveId" clId="{D0FB0D04-1156-4B47-8BAD-2BFF90903DF4}" dt="2023-05-21T12:27:03.806" v="204" actId="403"/>
        <pc:sldMkLst>
          <pc:docMk/>
          <pc:sldMk cId="688614910" sldId="261"/>
        </pc:sldMkLst>
        <pc:spChg chg="mod">
          <ac:chgData name="Min-Huang Ho" userId="3b9e8198e6400288" providerId="LiveId" clId="{D0FB0D04-1156-4B47-8BAD-2BFF90903DF4}" dt="2023-05-21T12:26:51.243" v="199"/>
          <ac:spMkLst>
            <pc:docMk/>
            <pc:sldMk cId="688614910" sldId="261"/>
            <ac:spMk id="2" creationId="{45D75E6B-2885-5931-1948-D700FD4DA645}"/>
          </ac:spMkLst>
        </pc:spChg>
        <pc:spChg chg="mod">
          <ac:chgData name="Min-Huang Ho" userId="3b9e8198e6400288" providerId="LiveId" clId="{D0FB0D04-1156-4B47-8BAD-2BFF90903DF4}" dt="2023-05-21T12:27:03.806" v="204" actId="403"/>
          <ac:spMkLst>
            <pc:docMk/>
            <pc:sldMk cId="688614910" sldId="261"/>
            <ac:spMk id="4" creationId="{E50E1F08-9F81-D1ED-6CFD-3C552F0BCB4C}"/>
          </ac:spMkLst>
        </pc:spChg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396958485" sldId="262"/>
        </pc:sldMkLst>
      </pc:sldChg>
      <pc:sldChg chg="modSp new mod">
        <pc:chgData name="Min-Huang Ho" userId="3b9e8198e6400288" providerId="LiveId" clId="{D0FB0D04-1156-4B47-8BAD-2BFF90903DF4}" dt="2023-05-21T12:27:37.156" v="275" actId="403"/>
        <pc:sldMkLst>
          <pc:docMk/>
          <pc:sldMk cId="1030785825" sldId="262"/>
        </pc:sldMkLst>
        <pc:spChg chg="mod">
          <ac:chgData name="Min-Huang Ho" userId="3b9e8198e6400288" providerId="LiveId" clId="{D0FB0D04-1156-4B47-8BAD-2BFF90903DF4}" dt="2023-05-21T12:27:31.644" v="271"/>
          <ac:spMkLst>
            <pc:docMk/>
            <pc:sldMk cId="1030785825" sldId="262"/>
            <ac:spMk id="2" creationId="{1C836B21-4984-A3A2-9EA3-26CE20C5E061}"/>
          </ac:spMkLst>
        </pc:spChg>
        <pc:spChg chg="mod">
          <ac:chgData name="Min-Huang Ho" userId="3b9e8198e6400288" providerId="LiveId" clId="{D0FB0D04-1156-4B47-8BAD-2BFF90903DF4}" dt="2023-05-21T12:27:37.156" v="275" actId="403"/>
          <ac:spMkLst>
            <pc:docMk/>
            <pc:sldMk cId="1030785825" sldId="262"/>
            <ac:spMk id="4" creationId="{C55661FB-4069-7387-2BCC-138F823B7FBF}"/>
          </ac:spMkLst>
        </pc:spChg>
      </pc:sldChg>
      <pc:sldChg chg="addSp modSp new mod">
        <pc:chgData name="Min-Huang Ho" userId="3b9e8198e6400288" providerId="LiveId" clId="{D0FB0D04-1156-4B47-8BAD-2BFF90903DF4}" dt="2023-05-21T12:29:31.958" v="421" actId="1076"/>
        <pc:sldMkLst>
          <pc:docMk/>
          <pc:sldMk cId="428144533" sldId="263"/>
        </pc:sldMkLst>
        <pc:spChg chg="mod">
          <ac:chgData name="Min-Huang Ho" userId="3b9e8198e6400288" providerId="LiveId" clId="{D0FB0D04-1156-4B47-8BAD-2BFF90903DF4}" dt="2023-05-21T12:28:49.620" v="393"/>
          <ac:spMkLst>
            <pc:docMk/>
            <pc:sldMk cId="428144533" sldId="263"/>
            <ac:spMk id="2" creationId="{02AE50C1-D9F9-EB95-D029-078E78D78FD3}"/>
          </ac:spMkLst>
        </pc:spChg>
        <pc:spChg chg="mod">
          <ac:chgData name="Min-Huang Ho" userId="3b9e8198e6400288" providerId="LiveId" clId="{D0FB0D04-1156-4B47-8BAD-2BFF90903DF4}" dt="2023-05-21T12:29:16.100" v="417" actId="12"/>
          <ac:spMkLst>
            <pc:docMk/>
            <pc:sldMk cId="428144533" sldId="263"/>
            <ac:spMk id="4" creationId="{7C593710-51A0-01DE-18A6-80136FFDC0C7}"/>
          </ac:spMkLst>
        </pc:spChg>
        <pc:picChg chg="add mod">
          <ac:chgData name="Min-Huang Ho" userId="3b9e8198e6400288" providerId="LiveId" clId="{D0FB0D04-1156-4B47-8BAD-2BFF90903DF4}" dt="2023-05-21T12:29:31.958" v="421" actId="1076"/>
          <ac:picMkLst>
            <pc:docMk/>
            <pc:sldMk cId="428144533" sldId="263"/>
            <ac:picMk id="5" creationId="{F4482EF4-6D60-416C-8FCA-ADC5667D39B7}"/>
          </ac:picMkLst>
        </pc:picChg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609214307" sldId="263"/>
        </pc:sldMkLst>
      </pc:sldChg>
      <pc:sldChg chg="addSp delSp modSp new mod">
        <pc:chgData name="Min-Huang Ho" userId="3b9e8198e6400288" providerId="LiveId" clId="{D0FB0D04-1156-4B47-8BAD-2BFF90903DF4}" dt="2023-05-21T12:30:16.782" v="509" actId="1076"/>
        <pc:sldMkLst>
          <pc:docMk/>
          <pc:sldMk cId="311209046" sldId="264"/>
        </pc:sldMkLst>
        <pc:spChg chg="mod">
          <ac:chgData name="Min-Huang Ho" userId="3b9e8198e6400288" providerId="LiveId" clId="{D0FB0D04-1156-4B47-8BAD-2BFF90903DF4}" dt="2023-05-21T12:29:52.982" v="498"/>
          <ac:spMkLst>
            <pc:docMk/>
            <pc:sldMk cId="311209046" sldId="264"/>
            <ac:spMk id="2" creationId="{98D5CB57-5057-F913-85AC-5041581C2EBD}"/>
          </ac:spMkLst>
        </pc:spChg>
        <pc:spChg chg="del">
          <ac:chgData name="Min-Huang Ho" userId="3b9e8198e6400288" providerId="LiveId" clId="{D0FB0D04-1156-4B47-8BAD-2BFF90903DF4}" dt="2023-05-21T12:29:55.465" v="499"/>
          <ac:spMkLst>
            <pc:docMk/>
            <pc:sldMk cId="311209046" sldId="264"/>
            <ac:spMk id="4" creationId="{B423AEC3-0B64-D7ED-2C1E-A7F5C5E56159}"/>
          </ac:spMkLst>
        </pc:spChg>
        <pc:graphicFrameChg chg="add mod modGraphic">
          <ac:chgData name="Min-Huang Ho" userId="3b9e8198e6400288" providerId="LiveId" clId="{D0FB0D04-1156-4B47-8BAD-2BFF90903DF4}" dt="2023-05-21T12:30:16.782" v="509" actId="1076"/>
          <ac:graphicFrameMkLst>
            <pc:docMk/>
            <pc:sldMk cId="311209046" sldId="264"/>
            <ac:graphicFrameMk id="5" creationId="{FE84ABA6-F2B3-09F0-A336-CBBE26231386}"/>
          </ac:graphicFrameMkLst>
        </pc:graphicFrameChg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2079537926" sldId="264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1785799814" sldId="265"/>
        </pc:sldMkLst>
      </pc:sldChg>
      <pc:sldChg chg="modSp new mod">
        <pc:chgData name="Min-Huang Ho" userId="3b9e8198e6400288" providerId="LiveId" clId="{D0FB0D04-1156-4B47-8BAD-2BFF90903DF4}" dt="2023-05-21T12:32:27.463" v="699" actId="12"/>
        <pc:sldMkLst>
          <pc:docMk/>
          <pc:sldMk cId="3425926968" sldId="265"/>
        </pc:sldMkLst>
        <pc:spChg chg="mod">
          <ac:chgData name="Min-Huang Ho" userId="3b9e8198e6400288" providerId="LiveId" clId="{D0FB0D04-1156-4B47-8BAD-2BFF90903DF4}" dt="2023-05-21T12:30:54.490" v="562"/>
          <ac:spMkLst>
            <pc:docMk/>
            <pc:sldMk cId="3425926968" sldId="265"/>
            <ac:spMk id="2" creationId="{43E7227D-F4D1-A5B7-99C2-FE0C172FF4DA}"/>
          </ac:spMkLst>
        </pc:spChg>
        <pc:spChg chg="mod">
          <ac:chgData name="Min-Huang Ho" userId="3b9e8198e6400288" providerId="LiveId" clId="{D0FB0D04-1156-4B47-8BAD-2BFF90903DF4}" dt="2023-05-21T12:32:27.463" v="699" actId="12"/>
          <ac:spMkLst>
            <pc:docMk/>
            <pc:sldMk cId="3425926968" sldId="265"/>
            <ac:spMk id="4" creationId="{2E5602C5-2CEE-B998-FFB8-624AFD624662}"/>
          </ac:spMkLst>
        </pc:spChg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811818120" sldId="266"/>
        </pc:sldMkLst>
      </pc:sldChg>
      <pc:sldChg chg="modSp new mod">
        <pc:chgData name="Min-Huang Ho" userId="3b9e8198e6400288" providerId="LiveId" clId="{D0FB0D04-1156-4B47-8BAD-2BFF90903DF4}" dt="2023-05-21T12:33:05.410" v="775" actId="403"/>
        <pc:sldMkLst>
          <pc:docMk/>
          <pc:sldMk cId="3367494178" sldId="266"/>
        </pc:sldMkLst>
        <pc:spChg chg="mod">
          <ac:chgData name="Min-Huang Ho" userId="3b9e8198e6400288" providerId="LiveId" clId="{D0FB0D04-1156-4B47-8BAD-2BFF90903DF4}" dt="2023-05-21T12:32:46.837" v="769"/>
          <ac:spMkLst>
            <pc:docMk/>
            <pc:sldMk cId="3367494178" sldId="266"/>
            <ac:spMk id="2" creationId="{A5EB9A55-448B-E2E4-83C0-6E11CEFF0711}"/>
          </ac:spMkLst>
        </pc:spChg>
        <pc:spChg chg="mod">
          <ac:chgData name="Min-Huang Ho" userId="3b9e8198e6400288" providerId="LiveId" clId="{D0FB0D04-1156-4B47-8BAD-2BFF90903DF4}" dt="2023-05-21T12:33:05.410" v="775" actId="403"/>
          <ac:spMkLst>
            <pc:docMk/>
            <pc:sldMk cId="3367494178" sldId="266"/>
            <ac:spMk id="4" creationId="{107DFB5C-5842-6009-A670-4B1007ABBA48}"/>
          </ac:spMkLst>
        </pc:spChg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1566167773" sldId="267"/>
        </pc:sldMkLst>
      </pc:sldChg>
      <pc:sldChg chg="modSp new mod">
        <pc:chgData name="Min-Huang Ho" userId="3b9e8198e6400288" providerId="LiveId" clId="{D0FB0D04-1156-4B47-8BAD-2BFF90903DF4}" dt="2023-05-21T12:34:14.537" v="939" actId="27636"/>
        <pc:sldMkLst>
          <pc:docMk/>
          <pc:sldMk cId="3064914837" sldId="267"/>
        </pc:sldMkLst>
        <pc:spChg chg="mod">
          <ac:chgData name="Min-Huang Ho" userId="3b9e8198e6400288" providerId="LiveId" clId="{D0FB0D04-1156-4B47-8BAD-2BFF90903DF4}" dt="2023-05-21T12:33:29.295" v="827"/>
          <ac:spMkLst>
            <pc:docMk/>
            <pc:sldMk cId="3064914837" sldId="267"/>
            <ac:spMk id="2" creationId="{14A0352E-B655-2011-5D31-6C2E702A31C2}"/>
          </ac:spMkLst>
        </pc:spChg>
        <pc:spChg chg="mod">
          <ac:chgData name="Min-Huang Ho" userId="3b9e8198e6400288" providerId="LiveId" clId="{D0FB0D04-1156-4B47-8BAD-2BFF90903DF4}" dt="2023-05-21T12:34:14.537" v="939" actId="27636"/>
          <ac:spMkLst>
            <pc:docMk/>
            <pc:sldMk cId="3064914837" sldId="267"/>
            <ac:spMk id="4" creationId="{7C794638-462F-EBBF-E2FA-2285C61BF702}"/>
          </ac:spMkLst>
        </pc:spChg>
      </pc:sldChg>
      <pc:sldChg chg="modSp new mod">
        <pc:chgData name="Min-Huang Ho" userId="3b9e8198e6400288" providerId="LiveId" clId="{D0FB0D04-1156-4B47-8BAD-2BFF90903DF4}" dt="2023-05-21T12:35:17.057" v="1018" actId="27636"/>
        <pc:sldMkLst>
          <pc:docMk/>
          <pc:sldMk cId="1491726448" sldId="268"/>
        </pc:sldMkLst>
        <pc:spChg chg="mod">
          <ac:chgData name="Min-Huang Ho" userId="3b9e8198e6400288" providerId="LiveId" clId="{D0FB0D04-1156-4B47-8BAD-2BFF90903DF4}" dt="2023-05-21T12:35:00.744" v="1013"/>
          <ac:spMkLst>
            <pc:docMk/>
            <pc:sldMk cId="1491726448" sldId="268"/>
            <ac:spMk id="2" creationId="{432CE4BC-D437-E95B-EEC3-8A5DEA05EE82}"/>
          </ac:spMkLst>
        </pc:spChg>
        <pc:spChg chg="mod">
          <ac:chgData name="Min-Huang Ho" userId="3b9e8198e6400288" providerId="LiveId" clId="{D0FB0D04-1156-4B47-8BAD-2BFF90903DF4}" dt="2023-05-21T12:35:17.057" v="1018" actId="27636"/>
          <ac:spMkLst>
            <pc:docMk/>
            <pc:sldMk cId="1491726448" sldId="268"/>
            <ac:spMk id="4" creationId="{FE5581C3-9E0B-6CCD-766C-E4722E94DA1C}"/>
          </ac:spMkLst>
        </pc:spChg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1551372860" sldId="268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4246097193" sldId="269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3233298224" sldId="270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2693286418" sldId="271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408079374" sldId="272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132664490" sldId="273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3358334995" sldId="274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2929562633" sldId="275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1828839737" sldId="276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1232347485" sldId="277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2984499752" sldId="278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1714848558" sldId="279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2770015393" sldId="280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3836763835" sldId="281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1947857464" sldId="282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2707799295" sldId="283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2860086853" sldId="284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426062958" sldId="285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1061194022" sldId="286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3958021501" sldId="287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1897710329" sldId="288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1210076482" sldId="289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2263063533" sldId="290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2690677703" sldId="291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90283320" sldId="293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1741274255" sldId="294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2179130816" sldId="295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3659222229" sldId="298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2409032455" sldId="299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2261692181" sldId="300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2420200470" sldId="301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2435008540" sldId="304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661698495" sldId="305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1836645189" sldId="306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1537213474" sldId="307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3544875346" sldId="308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3217769156" sldId="309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3998367585" sldId="310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3908551522" sldId="311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4116035421" sldId="312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971228501" sldId="313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211129453" sldId="314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3172141846" sldId="315"/>
        </pc:sldMkLst>
      </pc:sldChg>
      <pc:sldChg chg="del">
        <pc:chgData name="Min-Huang Ho" userId="3b9e8198e6400288" providerId="LiveId" clId="{D0FB0D04-1156-4B47-8BAD-2BFF90903DF4}" dt="2023-05-21T12:25:25.256" v="51" actId="47"/>
        <pc:sldMkLst>
          <pc:docMk/>
          <pc:sldMk cId="135348970" sldId="316"/>
        </pc:sldMkLst>
      </pc:sldChg>
    </pc:docChg>
  </pc:docChgLst>
  <pc:docChgLst>
    <pc:chgData name="Min-Huang Ho" userId="3b9e8198e6400288" providerId="LiveId" clId="{8BF4BC7D-11B2-46DB-A36B-C59063AFE9E2}"/>
    <pc:docChg chg="undo custSel modSld">
      <pc:chgData name="Min-Huang Ho" userId="3b9e8198e6400288" providerId="LiveId" clId="{8BF4BC7D-11B2-46DB-A36B-C59063AFE9E2}" dt="2023-05-21T01:26:29.018" v="444"/>
      <pc:docMkLst>
        <pc:docMk/>
      </pc:docMkLst>
      <pc:sldChg chg="modSp mod">
        <pc:chgData name="Min-Huang Ho" userId="3b9e8198e6400288" providerId="LiveId" clId="{8BF4BC7D-11B2-46DB-A36B-C59063AFE9E2}" dt="2023-05-21T01:26:29.018" v="444"/>
        <pc:sldMkLst>
          <pc:docMk/>
          <pc:sldMk cId="0" sldId="256"/>
        </pc:sldMkLst>
        <pc:spChg chg="mod">
          <ac:chgData name="Min-Huang Ho" userId="3b9e8198e6400288" providerId="LiveId" clId="{8BF4BC7D-11B2-46DB-A36B-C59063AFE9E2}" dt="2023-05-21T01:26:29.018" v="444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Min-Huang Ho" userId="3b9e8198e6400288" providerId="LiveId" clId="{8BF4BC7D-11B2-46DB-A36B-C59063AFE9E2}" dt="2023-05-21T01:25:25.849" v="371" actId="113"/>
        <pc:sldMkLst>
          <pc:docMk/>
          <pc:sldMk cId="0" sldId="257"/>
        </pc:sldMkLst>
        <pc:spChg chg="mod">
          <ac:chgData name="Min-Huang Ho" userId="3b9e8198e6400288" providerId="LiveId" clId="{8BF4BC7D-11B2-46DB-A36B-C59063AFE9E2}" dt="2023-05-21T01:25:25.849" v="371" actId="113"/>
          <ac:spMkLst>
            <pc:docMk/>
            <pc:sldMk cId="0" sldId="257"/>
            <ac:spMk id="3" creationId="{00000000-0000-0000-0000-000000000000}"/>
          </ac:spMkLst>
        </pc:spChg>
      </pc:sldChg>
      <pc:sldChg chg="delSp modSp mod">
        <pc:chgData name="Min-Huang Ho" userId="3b9e8198e6400288" providerId="LiveId" clId="{8BF4BC7D-11B2-46DB-A36B-C59063AFE9E2}" dt="2023-05-21T01:25:53.846" v="421" actId="478"/>
        <pc:sldMkLst>
          <pc:docMk/>
          <pc:sldMk cId="1204855519" sldId="259"/>
        </pc:sldMkLst>
        <pc:spChg chg="mod">
          <ac:chgData name="Min-Huang Ho" userId="3b9e8198e6400288" providerId="LiveId" clId="{8BF4BC7D-11B2-46DB-A36B-C59063AFE9E2}" dt="2023-05-21T01:25:51.958" v="420"/>
          <ac:spMkLst>
            <pc:docMk/>
            <pc:sldMk cId="1204855519" sldId="259"/>
            <ac:spMk id="2" creationId="{00000000-0000-0000-0000-000000000000}"/>
          </ac:spMkLst>
        </pc:spChg>
        <pc:picChg chg="del">
          <ac:chgData name="Min-Huang Ho" userId="3b9e8198e6400288" providerId="LiveId" clId="{8BF4BC7D-11B2-46DB-A36B-C59063AFE9E2}" dt="2023-05-21T01:25:53.846" v="421" actId="478"/>
          <ac:picMkLst>
            <pc:docMk/>
            <pc:sldMk cId="1204855519" sldId="259"/>
            <ac:picMk id="5" creationId="{44DD8AF3-A93D-8A5E-4511-B801C64CC687}"/>
          </ac:picMkLst>
        </pc:picChg>
      </pc:sldChg>
    </pc:docChg>
  </pc:docChgLst>
  <pc:docChgLst>
    <pc:chgData name="Min-Huang Ho" userId="3b9e8198e6400288" providerId="LiveId" clId="{5A041769-A7DF-4844-9653-6E1468792394}"/>
    <pc:docChg chg="undo custSel addSld delSld modSld">
      <pc:chgData name="Min-Huang Ho" userId="3b9e8198e6400288" providerId="LiveId" clId="{5A041769-A7DF-4844-9653-6E1468792394}" dt="2023-05-21T01:21:22.792" v="1841" actId="47"/>
      <pc:docMkLst>
        <pc:docMk/>
      </pc:docMkLst>
      <pc:sldChg chg="modSp mod">
        <pc:chgData name="Min-Huang Ho" userId="3b9e8198e6400288" providerId="LiveId" clId="{5A041769-A7DF-4844-9653-6E1468792394}" dt="2023-05-21T00:38:09.936" v="2"/>
        <pc:sldMkLst>
          <pc:docMk/>
          <pc:sldMk cId="0" sldId="256"/>
        </pc:sldMkLst>
        <pc:spChg chg="mod">
          <ac:chgData name="Min-Huang Ho" userId="3b9e8198e6400288" providerId="LiveId" clId="{5A041769-A7DF-4844-9653-6E1468792394}" dt="2023-05-21T00:38:09.936" v="2"/>
          <ac:spMkLst>
            <pc:docMk/>
            <pc:sldMk cId="0" sldId="256"/>
            <ac:spMk id="3" creationId="{00000000-0000-0000-0000-000000000000}"/>
          </ac:spMkLst>
        </pc:spChg>
      </pc:sldChg>
      <pc:sldChg chg="del">
        <pc:chgData name="Min-Huang Ho" userId="3b9e8198e6400288" providerId="LiveId" clId="{5A041769-A7DF-4844-9653-6E1468792394}" dt="2023-05-21T01:21:22.792" v="1841" actId="47"/>
        <pc:sldMkLst>
          <pc:docMk/>
          <pc:sldMk cId="0" sldId="258"/>
        </pc:sldMkLst>
      </pc:sldChg>
      <pc:sldChg chg="addSp delSp modSp mod">
        <pc:chgData name="Min-Huang Ho" userId="3b9e8198e6400288" providerId="LiveId" clId="{5A041769-A7DF-4844-9653-6E1468792394}" dt="2023-05-21T00:40:43.331" v="8" actId="1076"/>
        <pc:sldMkLst>
          <pc:docMk/>
          <pc:sldMk cId="1204855519" sldId="259"/>
        </pc:sldMkLst>
        <pc:picChg chg="add mod">
          <ac:chgData name="Min-Huang Ho" userId="3b9e8198e6400288" providerId="LiveId" clId="{5A041769-A7DF-4844-9653-6E1468792394}" dt="2023-05-21T00:40:43.331" v="8" actId="1076"/>
          <ac:picMkLst>
            <pc:docMk/>
            <pc:sldMk cId="1204855519" sldId="259"/>
            <ac:picMk id="5" creationId="{44DD8AF3-A93D-8A5E-4511-B801C64CC687}"/>
          </ac:picMkLst>
        </pc:picChg>
        <pc:picChg chg="del">
          <ac:chgData name="Min-Huang Ho" userId="3b9e8198e6400288" providerId="LiveId" clId="{5A041769-A7DF-4844-9653-6E1468792394}" dt="2023-05-21T00:40:34.972" v="3" actId="478"/>
          <ac:picMkLst>
            <pc:docMk/>
            <pc:sldMk cId="1204855519" sldId="259"/>
            <ac:picMk id="6" creationId="{00000000-0000-0000-0000-000000000000}"/>
          </ac:picMkLst>
        </pc:picChg>
      </pc:sldChg>
      <pc:sldChg chg="modSp mod">
        <pc:chgData name="Min-Huang Ho" userId="3b9e8198e6400288" providerId="LiveId" clId="{5A041769-A7DF-4844-9653-6E1468792394}" dt="2023-05-21T00:40:57.171" v="11" actId="14734"/>
        <pc:sldMkLst>
          <pc:docMk/>
          <pc:sldMk cId="742389652" sldId="260"/>
        </pc:sldMkLst>
        <pc:graphicFrameChg chg="modGraphic">
          <ac:chgData name="Min-Huang Ho" userId="3b9e8198e6400288" providerId="LiveId" clId="{5A041769-A7DF-4844-9653-6E1468792394}" dt="2023-05-21T00:40:57.171" v="11" actId="14734"/>
          <ac:graphicFrameMkLst>
            <pc:docMk/>
            <pc:sldMk cId="742389652" sldId="260"/>
            <ac:graphicFrameMk id="5" creationId="{00000000-0000-0000-0000-000000000000}"/>
          </ac:graphicFrameMkLst>
        </pc:graphicFrameChg>
      </pc:sldChg>
      <pc:sldChg chg="modSp mod">
        <pc:chgData name="Min-Huang Ho" userId="3b9e8198e6400288" providerId="LiveId" clId="{5A041769-A7DF-4844-9653-6E1468792394}" dt="2023-05-21T00:42:29.300" v="59" actId="20577"/>
        <pc:sldMkLst>
          <pc:docMk/>
          <pc:sldMk cId="609214307" sldId="263"/>
        </pc:sldMkLst>
        <pc:spChg chg="mod">
          <ac:chgData name="Min-Huang Ho" userId="3b9e8198e6400288" providerId="LiveId" clId="{5A041769-A7DF-4844-9653-6E1468792394}" dt="2023-05-21T00:42:29.300" v="59" actId="20577"/>
          <ac:spMkLst>
            <pc:docMk/>
            <pc:sldMk cId="609214307" sldId="263"/>
            <ac:spMk id="4" creationId="{00000000-0000-0000-0000-000000000000}"/>
          </ac:spMkLst>
        </pc:spChg>
      </pc:sldChg>
      <pc:sldChg chg="modSp mod">
        <pc:chgData name="Min-Huang Ho" userId="3b9e8198e6400288" providerId="LiveId" clId="{5A041769-A7DF-4844-9653-6E1468792394}" dt="2023-05-21T00:43:45.456" v="64"/>
        <pc:sldMkLst>
          <pc:docMk/>
          <pc:sldMk cId="1551372860" sldId="268"/>
        </pc:sldMkLst>
        <pc:spChg chg="mod">
          <ac:chgData name="Min-Huang Ho" userId="3b9e8198e6400288" providerId="LiveId" clId="{5A041769-A7DF-4844-9653-6E1468792394}" dt="2023-05-21T00:43:45.456" v="64"/>
          <ac:spMkLst>
            <pc:docMk/>
            <pc:sldMk cId="1551372860" sldId="268"/>
            <ac:spMk id="4" creationId="{00000000-0000-0000-0000-000000000000}"/>
          </ac:spMkLst>
        </pc:spChg>
      </pc:sldChg>
      <pc:sldChg chg="modSp mod">
        <pc:chgData name="Min-Huang Ho" userId="3b9e8198e6400288" providerId="LiveId" clId="{5A041769-A7DF-4844-9653-6E1468792394}" dt="2023-05-21T00:44:27.162" v="66" actId="12"/>
        <pc:sldMkLst>
          <pc:docMk/>
          <pc:sldMk cId="408079374" sldId="272"/>
        </pc:sldMkLst>
        <pc:spChg chg="mod">
          <ac:chgData name="Min-Huang Ho" userId="3b9e8198e6400288" providerId="LiveId" clId="{5A041769-A7DF-4844-9653-6E1468792394}" dt="2023-05-21T00:44:27.162" v="66" actId="12"/>
          <ac:spMkLst>
            <pc:docMk/>
            <pc:sldMk cId="408079374" sldId="272"/>
            <ac:spMk id="4" creationId="{00000000-0000-0000-0000-000000000000}"/>
          </ac:spMkLst>
        </pc:spChg>
      </pc:sldChg>
      <pc:sldChg chg="addSp delSp modSp mod">
        <pc:chgData name="Min-Huang Ho" userId="3b9e8198e6400288" providerId="LiveId" clId="{5A041769-A7DF-4844-9653-6E1468792394}" dt="2023-05-21T00:47:39.908" v="218" actId="1076"/>
        <pc:sldMkLst>
          <pc:docMk/>
          <pc:sldMk cId="132664490" sldId="273"/>
        </pc:sldMkLst>
        <pc:spChg chg="mod">
          <ac:chgData name="Min-Huang Ho" userId="3b9e8198e6400288" providerId="LiveId" clId="{5A041769-A7DF-4844-9653-6E1468792394}" dt="2023-05-21T00:46:14.988" v="136" actId="12"/>
          <ac:spMkLst>
            <pc:docMk/>
            <pc:sldMk cId="132664490" sldId="273"/>
            <ac:spMk id="4" creationId="{00000000-0000-0000-0000-000000000000}"/>
          </ac:spMkLst>
        </pc:spChg>
        <pc:picChg chg="del">
          <ac:chgData name="Min-Huang Ho" userId="3b9e8198e6400288" providerId="LiveId" clId="{5A041769-A7DF-4844-9653-6E1468792394}" dt="2023-05-21T00:47:33.283" v="214" actId="478"/>
          <ac:picMkLst>
            <pc:docMk/>
            <pc:sldMk cId="132664490" sldId="273"/>
            <ac:picMk id="5" creationId="{00000000-0000-0000-0000-000000000000}"/>
          </ac:picMkLst>
        </pc:picChg>
        <pc:picChg chg="add mod">
          <ac:chgData name="Min-Huang Ho" userId="3b9e8198e6400288" providerId="LiveId" clId="{5A041769-A7DF-4844-9653-6E1468792394}" dt="2023-05-21T00:47:39.908" v="218" actId="1076"/>
          <ac:picMkLst>
            <pc:docMk/>
            <pc:sldMk cId="132664490" sldId="273"/>
            <ac:picMk id="6" creationId="{71BFB975-7FDF-70B3-4C10-60D3C3C77CE6}"/>
          </ac:picMkLst>
        </pc:picChg>
      </pc:sldChg>
      <pc:sldChg chg="modSp mod">
        <pc:chgData name="Min-Huang Ho" userId="3b9e8198e6400288" providerId="LiveId" clId="{5A041769-A7DF-4844-9653-6E1468792394}" dt="2023-05-21T00:48:22.900" v="297" actId="27636"/>
        <pc:sldMkLst>
          <pc:docMk/>
          <pc:sldMk cId="3358334995" sldId="274"/>
        </pc:sldMkLst>
        <pc:spChg chg="mod">
          <ac:chgData name="Min-Huang Ho" userId="3b9e8198e6400288" providerId="LiveId" clId="{5A041769-A7DF-4844-9653-6E1468792394}" dt="2023-05-21T00:48:22.900" v="297" actId="27636"/>
          <ac:spMkLst>
            <pc:docMk/>
            <pc:sldMk cId="3358334995" sldId="274"/>
            <ac:spMk id="4" creationId="{00000000-0000-0000-0000-000000000000}"/>
          </ac:spMkLst>
        </pc:spChg>
      </pc:sldChg>
      <pc:sldChg chg="addSp delSp modSp mod">
        <pc:chgData name="Min-Huang Ho" userId="3b9e8198e6400288" providerId="LiveId" clId="{5A041769-A7DF-4844-9653-6E1468792394}" dt="2023-05-21T00:48:57.008" v="303"/>
        <pc:sldMkLst>
          <pc:docMk/>
          <pc:sldMk cId="1828839737" sldId="276"/>
        </pc:sldMkLst>
        <pc:spChg chg="add del">
          <ac:chgData name="Min-Huang Ho" userId="3b9e8198e6400288" providerId="LiveId" clId="{5A041769-A7DF-4844-9653-6E1468792394}" dt="2023-05-21T00:48:57.008" v="303"/>
          <ac:spMkLst>
            <pc:docMk/>
            <pc:sldMk cId="1828839737" sldId="276"/>
            <ac:spMk id="4" creationId="{00000000-0000-0000-0000-000000000000}"/>
          </ac:spMkLst>
        </pc:spChg>
        <pc:picChg chg="add del">
          <ac:chgData name="Min-Huang Ho" userId="3b9e8198e6400288" providerId="LiveId" clId="{5A041769-A7DF-4844-9653-6E1468792394}" dt="2023-05-21T00:48:55.303" v="302" actId="478"/>
          <ac:picMkLst>
            <pc:docMk/>
            <pc:sldMk cId="1828839737" sldId="276"/>
            <ac:picMk id="5" creationId="{00000000-0000-0000-0000-000000000000}"/>
          </ac:picMkLst>
        </pc:picChg>
        <pc:picChg chg="add mod">
          <ac:chgData name="Min-Huang Ho" userId="3b9e8198e6400288" providerId="LiveId" clId="{5A041769-A7DF-4844-9653-6E1468792394}" dt="2023-05-21T00:48:51.616" v="300"/>
          <ac:picMkLst>
            <pc:docMk/>
            <pc:sldMk cId="1828839737" sldId="276"/>
            <ac:picMk id="6" creationId="{5E5C481F-EEAA-A58C-0900-87FEE8D5AA4E}"/>
          </ac:picMkLst>
        </pc:picChg>
        <pc:picChg chg="add mod">
          <ac:chgData name="Min-Huang Ho" userId="3b9e8198e6400288" providerId="LiveId" clId="{5A041769-A7DF-4844-9653-6E1468792394}" dt="2023-05-21T00:48:57.008" v="303"/>
          <ac:picMkLst>
            <pc:docMk/>
            <pc:sldMk cId="1828839737" sldId="276"/>
            <ac:picMk id="7" creationId="{C0088B86-959C-D904-7E32-EA43576BFE05}"/>
          </ac:picMkLst>
        </pc:picChg>
      </pc:sldChg>
      <pc:sldChg chg="addSp delSp modSp mod">
        <pc:chgData name="Min-Huang Ho" userId="3b9e8198e6400288" providerId="LiveId" clId="{5A041769-A7DF-4844-9653-6E1468792394}" dt="2023-05-21T00:49:13.545" v="305"/>
        <pc:sldMkLst>
          <pc:docMk/>
          <pc:sldMk cId="1232347485" sldId="277"/>
        </pc:sldMkLst>
        <pc:spChg chg="del">
          <ac:chgData name="Min-Huang Ho" userId="3b9e8198e6400288" providerId="LiveId" clId="{5A041769-A7DF-4844-9653-6E1468792394}" dt="2023-05-21T00:49:13.545" v="305"/>
          <ac:spMkLst>
            <pc:docMk/>
            <pc:sldMk cId="1232347485" sldId="277"/>
            <ac:spMk id="4" creationId="{00000000-0000-0000-0000-000000000000}"/>
          </ac:spMkLst>
        </pc:spChg>
        <pc:picChg chg="del">
          <ac:chgData name="Min-Huang Ho" userId="3b9e8198e6400288" providerId="LiveId" clId="{5A041769-A7DF-4844-9653-6E1468792394}" dt="2023-05-21T00:49:09.717" v="304" actId="478"/>
          <ac:picMkLst>
            <pc:docMk/>
            <pc:sldMk cId="1232347485" sldId="277"/>
            <ac:picMk id="5" creationId="{00000000-0000-0000-0000-000000000000}"/>
          </ac:picMkLst>
        </pc:picChg>
        <pc:picChg chg="add mod">
          <ac:chgData name="Min-Huang Ho" userId="3b9e8198e6400288" providerId="LiveId" clId="{5A041769-A7DF-4844-9653-6E1468792394}" dt="2023-05-21T00:49:13.545" v="305"/>
          <ac:picMkLst>
            <pc:docMk/>
            <pc:sldMk cId="1232347485" sldId="277"/>
            <ac:picMk id="6" creationId="{227E6570-466F-7AC2-55F2-A57A9F48CD3C}"/>
          </ac:picMkLst>
        </pc:picChg>
      </pc:sldChg>
      <pc:sldChg chg="modSp mod">
        <pc:chgData name="Min-Huang Ho" userId="3b9e8198e6400288" providerId="LiveId" clId="{5A041769-A7DF-4844-9653-6E1468792394}" dt="2023-05-21T00:53:59.072" v="846" actId="20577"/>
        <pc:sldMkLst>
          <pc:docMk/>
          <pc:sldMk cId="2984499752" sldId="278"/>
        </pc:sldMkLst>
        <pc:spChg chg="mod">
          <ac:chgData name="Min-Huang Ho" userId="3b9e8198e6400288" providerId="LiveId" clId="{5A041769-A7DF-4844-9653-6E1468792394}" dt="2023-05-21T00:53:59.072" v="846" actId="20577"/>
          <ac:spMkLst>
            <pc:docMk/>
            <pc:sldMk cId="2984499752" sldId="278"/>
            <ac:spMk id="4" creationId="{00000000-0000-0000-0000-000000000000}"/>
          </ac:spMkLst>
        </pc:spChg>
      </pc:sldChg>
      <pc:sldChg chg="addSp delSp modSp mod">
        <pc:chgData name="Min-Huang Ho" userId="3b9e8198e6400288" providerId="LiveId" clId="{5A041769-A7DF-4844-9653-6E1468792394}" dt="2023-05-21T00:54:49.488" v="856" actId="14100"/>
        <pc:sldMkLst>
          <pc:docMk/>
          <pc:sldMk cId="1714848558" sldId="279"/>
        </pc:sldMkLst>
        <pc:spChg chg="mod">
          <ac:chgData name="Min-Huang Ho" userId="3b9e8198e6400288" providerId="LiveId" clId="{5A041769-A7DF-4844-9653-6E1468792394}" dt="2023-05-21T00:54:33.115" v="852" actId="12"/>
          <ac:spMkLst>
            <pc:docMk/>
            <pc:sldMk cId="1714848558" sldId="279"/>
            <ac:spMk id="4" creationId="{00000000-0000-0000-0000-000000000000}"/>
          </ac:spMkLst>
        </pc:spChg>
        <pc:picChg chg="del">
          <ac:chgData name="Min-Huang Ho" userId="3b9e8198e6400288" providerId="LiveId" clId="{5A041769-A7DF-4844-9653-6E1468792394}" dt="2023-05-21T00:54:43.358" v="853" actId="478"/>
          <ac:picMkLst>
            <pc:docMk/>
            <pc:sldMk cId="1714848558" sldId="279"/>
            <ac:picMk id="5" creationId="{00000000-0000-0000-0000-000000000000}"/>
          </ac:picMkLst>
        </pc:picChg>
        <pc:picChg chg="add mod">
          <ac:chgData name="Min-Huang Ho" userId="3b9e8198e6400288" providerId="LiveId" clId="{5A041769-A7DF-4844-9653-6E1468792394}" dt="2023-05-21T00:54:49.488" v="856" actId="14100"/>
          <ac:picMkLst>
            <pc:docMk/>
            <pc:sldMk cId="1714848558" sldId="279"/>
            <ac:picMk id="6" creationId="{C325CDF1-BDF0-847A-6B0C-1A9C16C65FF8}"/>
          </ac:picMkLst>
        </pc:picChg>
      </pc:sldChg>
      <pc:sldChg chg="addSp delSp modSp mod">
        <pc:chgData name="Min-Huang Ho" userId="3b9e8198e6400288" providerId="LiveId" clId="{5A041769-A7DF-4844-9653-6E1468792394}" dt="2023-05-21T00:54:58.694" v="858"/>
        <pc:sldMkLst>
          <pc:docMk/>
          <pc:sldMk cId="2770015393" sldId="280"/>
        </pc:sldMkLst>
        <pc:spChg chg="del">
          <ac:chgData name="Min-Huang Ho" userId="3b9e8198e6400288" providerId="LiveId" clId="{5A041769-A7DF-4844-9653-6E1468792394}" dt="2023-05-21T00:54:58.694" v="858"/>
          <ac:spMkLst>
            <pc:docMk/>
            <pc:sldMk cId="2770015393" sldId="280"/>
            <ac:spMk id="4" creationId="{00000000-0000-0000-0000-000000000000}"/>
          </ac:spMkLst>
        </pc:spChg>
        <pc:picChg chg="del">
          <ac:chgData name="Min-Huang Ho" userId="3b9e8198e6400288" providerId="LiveId" clId="{5A041769-A7DF-4844-9653-6E1468792394}" dt="2023-05-21T00:54:56.726" v="857" actId="478"/>
          <ac:picMkLst>
            <pc:docMk/>
            <pc:sldMk cId="2770015393" sldId="280"/>
            <ac:picMk id="5" creationId="{00000000-0000-0000-0000-000000000000}"/>
          </ac:picMkLst>
        </pc:picChg>
        <pc:picChg chg="add mod">
          <ac:chgData name="Min-Huang Ho" userId="3b9e8198e6400288" providerId="LiveId" clId="{5A041769-A7DF-4844-9653-6E1468792394}" dt="2023-05-21T00:54:58.694" v="858"/>
          <ac:picMkLst>
            <pc:docMk/>
            <pc:sldMk cId="2770015393" sldId="280"/>
            <ac:picMk id="6" creationId="{4B72DA11-C6F1-151A-A948-108EC790765E}"/>
          </ac:picMkLst>
        </pc:picChg>
      </pc:sldChg>
      <pc:sldChg chg="modSp mod">
        <pc:chgData name="Min-Huang Ho" userId="3b9e8198e6400288" providerId="LiveId" clId="{5A041769-A7DF-4844-9653-6E1468792394}" dt="2023-05-21T00:55:50.876" v="871" actId="207"/>
        <pc:sldMkLst>
          <pc:docMk/>
          <pc:sldMk cId="3836763835" sldId="281"/>
        </pc:sldMkLst>
        <pc:spChg chg="mod">
          <ac:chgData name="Min-Huang Ho" userId="3b9e8198e6400288" providerId="LiveId" clId="{5A041769-A7DF-4844-9653-6E1468792394}" dt="2023-05-21T00:55:50.876" v="871" actId="207"/>
          <ac:spMkLst>
            <pc:docMk/>
            <pc:sldMk cId="3836763835" sldId="281"/>
            <ac:spMk id="4" creationId="{00000000-0000-0000-0000-000000000000}"/>
          </ac:spMkLst>
        </pc:spChg>
      </pc:sldChg>
      <pc:sldChg chg="modSp mod">
        <pc:chgData name="Min-Huang Ho" userId="3b9e8198e6400288" providerId="LiveId" clId="{5A041769-A7DF-4844-9653-6E1468792394}" dt="2023-05-21T00:56:26.847" v="884" actId="20577"/>
        <pc:sldMkLst>
          <pc:docMk/>
          <pc:sldMk cId="1947857464" sldId="282"/>
        </pc:sldMkLst>
        <pc:spChg chg="mod">
          <ac:chgData name="Min-Huang Ho" userId="3b9e8198e6400288" providerId="LiveId" clId="{5A041769-A7DF-4844-9653-6E1468792394}" dt="2023-05-21T00:56:26.847" v="884" actId="20577"/>
          <ac:spMkLst>
            <pc:docMk/>
            <pc:sldMk cId="1947857464" sldId="282"/>
            <ac:spMk id="4" creationId="{00000000-0000-0000-0000-000000000000}"/>
          </ac:spMkLst>
        </pc:spChg>
      </pc:sldChg>
      <pc:sldChg chg="modSp mod">
        <pc:chgData name="Min-Huang Ho" userId="3b9e8198e6400288" providerId="LiveId" clId="{5A041769-A7DF-4844-9653-6E1468792394}" dt="2023-05-21T00:57:07.847" v="885"/>
        <pc:sldMkLst>
          <pc:docMk/>
          <pc:sldMk cId="426062958" sldId="285"/>
        </pc:sldMkLst>
        <pc:spChg chg="mod">
          <ac:chgData name="Min-Huang Ho" userId="3b9e8198e6400288" providerId="LiveId" clId="{5A041769-A7DF-4844-9653-6E1468792394}" dt="2023-05-21T00:57:07.847" v="885"/>
          <ac:spMkLst>
            <pc:docMk/>
            <pc:sldMk cId="426062958" sldId="285"/>
            <ac:spMk id="2" creationId="{00000000-0000-0000-0000-000000000000}"/>
          </ac:spMkLst>
        </pc:spChg>
      </pc:sldChg>
      <pc:sldChg chg="modSp mod">
        <pc:chgData name="Min-Huang Ho" userId="3b9e8198e6400288" providerId="LiveId" clId="{5A041769-A7DF-4844-9653-6E1468792394}" dt="2023-05-21T01:00:59.313" v="992" actId="20577"/>
        <pc:sldMkLst>
          <pc:docMk/>
          <pc:sldMk cId="1061194022" sldId="286"/>
        </pc:sldMkLst>
        <pc:spChg chg="mod">
          <ac:chgData name="Min-Huang Ho" userId="3b9e8198e6400288" providerId="LiveId" clId="{5A041769-A7DF-4844-9653-6E1468792394}" dt="2023-05-21T01:00:59.313" v="992" actId="20577"/>
          <ac:spMkLst>
            <pc:docMk/>
            <pc:sldMk cId="1061194022" sldId="286"/>
            <ac:spMk id="4" creationId="{00000000-0000-0000-0000-000000000000}"/>
          </ac:spMkLst>
        </pc:spChg>
      </pc:sldChg>
      <pc:sldChg chg="modSp mod">
        <pc:chgData name="Min-Huang Ho" userId="3b9e8198e6400288" providerId="LiveId" clId="{5A041769-A7DF-4844-9653-6E1468792394}" dt="2023-05-21T01:04:35.859" v="1128" actId="20577"/>
        <pc:sldMkLst>
          <pc:docMk/>
          <pc:sldMk cId="3958021501" sldId="287"/>
        </pc:sldMkLst>
        <pc:spChg chg="mod">
          <ac:chgData name="Min-Huang Ho" userId="3b9e8198e6400288" providerId="LiveId" clId="{5A041769-A7DF-4844-9653-6E1468792394}" dt="2023-05-21T01:04:35.859" v="1128" actId="20577"/>
          <ac:spMkLst>
            <pc:docMk/>
            <pc:sldMk cId="3958021501" sldId="287"/>
            <ac:spMk id="4" creationId="{00000000-0000-0000-0000-000000000000}"/>
          </ac:spMkLst>
        </pc:spChg>
      </pc:sldChg>
      <pc:sldChg chg="addSp delSp modSp mod">
        <pc:chgData name="Min-Huang Ho" userId="3b9e8198e6400288" providerId="LiveId" clId="{5A041769-A7DF-4844-9653-6E1468792394}" dt="2023-05-21T01:05:01.706" v="1132" actId="14100"/>
        <pc:sldMkLst>
          <pc:docMk/>
          <pc:sldMk cId="1897710329" sldId="288"/>
        </pc:sldMkLst>
        <pc:picChg chg="del">
          <ac:chgData name="Min-Huang Ho" userId="3b9e8198e6400288" providerId="LiveId" clId="{5A041769-A7DF-4844-9653-6E1468792394}" dt="2023-05-21T01:04:57.604" v="1129" actId="478"/>
          <ac:picMkLst>
            <pc:docMk/>
            <pc:sldMk cId="1897710329" sldId="288"/>
            <ac:picMk id="5" creationId="{00000000-0000-0000-0000-000000000000}"/>
          </ac:picMkLst>
        </pc:picChg>
        <pc:picChg chg="add mod">
          <ac:chgData name="Min-Huang Ho" userId="3b9e8198e6400288" providerId="LiveId" clId="{5A041769-A7DF-4844-9653-6E1468792394}" dt="2023-05-21T01:05:01.706" v="1132" actId="14100"/>
          <ac:picMkLst>
            <pc:docMk/>
            <pc:sldMk cId="1897710329" sldId="288"/>
            <ac:picMk id="6" creationId="{4203D9AD-9EE5-9FCB-EC29-0455F9AF7952}"/>
          </ac:picMkLst>
        </pc:picChg>
      </pc:sldChg>
      <pc:sldChg chg="modSp mod">
        <pc:chgData name="Min-Huang Ho" userId="3b9e8198e6400288" providerId="LiveId" clId="{5A041769-A7DF-4844-9653-6E1468792394}" dt="2023-05-21T01:05:37.246" v="1134" actId="12"/>
        <pc:sldMkLst>
          <pc:docMk/>
          <pc:sldMk cId="1210076482" sldId="289"/>
        </pc:sldMkLst>
        <pc:spChg chg="mod">
          <ac:chgData name="Min-Huang Ho" userId="3b9e8198e6400288" providerId="LiveId" clId="{5A041769-A7DF-4844-9653-6E1468792394}" dt="2023-05-21T01:05:37.246" v="1134" actId="12"/>
          <ac:spMkLst>
            <pc:docMk/>
            <pc:sldMk cId="1210076482" sldId="289"/>
            <ac:spMk id="4" creationId="{00000000-0000-0000-0000-000000000000}"/>
          </ac:spMkLst>
        </pc:spChg>
      </pc:sldChg>
      <pc:sldChg chg="modSp mod">
        <pc:chgData name="Min-Huang Ho" userId="3b9e8198e6400288" providerId="LiveId" clId="{5A041769-A7DF-4844-9653-6E1468792394}" dt="2023-05-21T01:05:51.110" v="1135" actId="12"/>
        <pc:sldMkLst>
          <pc:docMk/>
          <pc:sldMk cId="2263063533" sldId="290"/>
        </pc:sldMkLst>
        <pc:spChg chg="mod">
          <ac:chgData name="Min-Huang Ho" userId="3b9e8198e6400288" providerId="LiveId" clId="{5A041769-A7DF-4844-9653-6E1468792394}" dt="2023-05-21T01:05:51.110" v="1135" actId="12"/>
          <ac:spMkLst>
            <pc:docMk/>
            <pc:sldMk cId="2263063533" sldId="290"/>
            <ac:spMk id="4" creationId="{00000000-0000-0000-0000-000000000000}"/>
          </ac:spMkLst>
        </pc:spChg>
      </pc:sldChg>
      <pc:sldChg chg="modSp mod">
        <pc:chgData name="Min-Huang Ho" userId="3b9e8198e6400288" providerId="LiveId" clId="{5A041769-A7DF-4844-9653-6E1468792394}" dt="2023-05-21T01:06:05.794" v="1136" actId="12"/>
        <pc:sldMkLst>
          <pc:docMk/>
          <pc:sldMk cId="2690677703" sldId="291"/>
        </pc:sldMkLst>
        <pc:spChg chg="mod">
          <ac:chgData name="Min-Huang Ho" userId="3b9e8198e6400288" providerId="LiveId" clId="{5A041769-A7DF-4844-9653-6E1468792394}" dt="2023-05-21T01:06:05.794" v="1136" actId="12"/>
          <ac:spMkLst>
            <pc:docMk/>
            <pc:sldMk cId="2690677703" sldId="291"/>
            <ac:spMk id="4" creationId="{00000000-0000-0000-0000-000000000000}"/>
          </ac:spMkLst>
        </pc:spChg>
      </pc:sldChg>
      <pc:sldChg chg="modSp mod">
        <pc:chgData name="Min-Huang Ho" userId="3b9e8198e6400288" providerId="LiveId" clId="{5A041769-A7DF-4844-9653-6E1468792394}" dt="2023-05-21T01:19:55.774" v="1840" actId="12"/>
        <pc:sldMkLst>
          <pc:docMk/>
          <pc:sldMk cId="90283320" sldId="293"/>
        </pc:sldMkLst>
        <pc:spChg chg="mod">
          <ac:chgData name="Min-Huang Ho" userId="3b9e8198e6400288" providerId="LiveId" clId="{5A041769-A7DF-4844-9653-6E1468792394}" dt="2023-05-21T01:19:55.774" v="1840" actId="12"/>
          <ac:spMkLst>
            <pc:docMk/>
            <pc:sldMk cId="90283320" sldId="293"/>
            <ac:spMk id="4" creationId="{00000000-0000-0000-0000-000000000000}"/>
          </ac:spMkLst>
        </pc:spChg>
      </pc:sldChg>
      <pc:sldChg chg="modSp mod">
        <pc:chgData name="Min-Huang Ho" userId="3b9e8198e6400288" providerId="LiveId" clId="{5A041769-A7DF-4844-9653-6E1468792394}" dt="2023-05-21T01:17:01.252" v="1783"/>
        <pc:sldMkLst>
          <pc:docMk/>
          <pc:sldMk cId="1741274255" sldId="294"/>
        </pc:sldMkLst>
        <pc:spChg chg="mod">
          <ac:chgData name="Min-Huang Ho" userId="3b9e8198e6400288" providerId="LiveId" clId="{5A041769-A7DF-4844-9653-6E1468792394}" dt="2023-05-21T01:06:23.564" v="1138" actId="20577"/>
          <ac:spMkLst>
            <pc:docMk/>
            <pc:sldMk cId="1741274255" sldId="294"/>
            <ac:spMk id="2" creationId="{00000000-0000-0000-0000-000000000000}"/>
          </ac:spMkLst>
        </pc:spChg>
        <pc:spChg chg="mod">
          <ac:chgData name="Min-Huang Ho" userId="3b9e8198e6400288" providerId="LiveId" clId="{5A041769-A7DF-4844-9653-6E1468792394}" dt="2023-05-21T01:17:01.252" v="1783"/>
          <ac:spMkLst>
            <pc:docMk/>
            <pc:sldMk cId="1741274255" sldId="294"/>
            <ac:spMk id="4" creationId="{00000000-0000-0000-0000-000000000000}"/>
          </ac:spMkLst>
        </pc:spChg>
      </pc:sldChg>
      <pc:sldChg chg="modSp mod">
        <pc:chgData name="Min-Huang Ho" userId="3b9e8198e6400288" providerId="LiveId" clId="{5A041769-A7DF-4844-9653-6E1468792394}" dt="2023-05-21T01:17:40.687" v="1790" actId="27636"/>
        <pc:sldMkLst>
          <pc:docMk/>
          <pc:sldMk cId="2179130816" sldId="295"/>
        </pc:sldMkLst>
        <pc:spChg chg="mod">
          <ac:chgData name="Min-Huang Ho" userId="3b9e8198e6400288" providerId="LiveId" clId="{5A041769-A7DF-4844-9653-6E1468792394}" dt="2023-05-21T01:17:40.687" v="1790" actId="27636"/>
          <ac:spMkLst>
            <pc:docMk/>
            <pc:sldMk cId="2179130816" sldId="295"/>
            <ac:spMk id="4" creationId="{00000000-0000-0000-0000-000000000000}"/>
          </ac:spMkLst>
        </pc:spChg>
      </pc:sldChg>
      <pc:sldChg chg="modSp mod">
        <pc:chgData name="Min-Huang Ho" userId="3b9e8198e6400288" providerId="LiveId" clId="{5A041769-A7DF-4844-9653-6E1468792394}" dt="2023-05-21T01:17:51.746" v="1791" actId="12"/>
        <pc:sldMkLst>
          <pc:docMk/>
          <pc:sldMk cId="3659222229" sldId="298"/>
        </pc:sldMkLst>
        <pc:spChg chg="mod">
          <ac:chgData name="Min-Huang Ho" userId="3b9e8198e6400288" providerId="LiveId" clId="{5A041769-A7DF-4844-9653-6E1468792394}" dt="2023-05-21T01:17:51.746" v="1791" actId="12"/>
          <ac:spMkLst>
            <pc:docMk/>
            <pc:sldMk cId="3659222229" sldId="298"/>
            <ac:spMk id="4" creationId="{00000000-0000-0000-0000-000000000000}"/>
          </ac:spMkLst>
        </pc:spChg>
      </pc:sldChg>
      <pc:sldChg chg="addSp modSp mod">
        <pc:chgData name="Min-Huang Ho" userId="3b9e8198e6400288" providerId="LiveId" clId="{5A041769-A7DF-4844-9653-6E1468792394}" dt="2023-05-21T01:19:08.797" v="1837" actId="1076"/>
        <pc:sldMkLst>
          <pc:docMk/>
          <pc:sldMk cId="2409032455" sldId="299"/>
        </pc:sldMkLst>
        <pc:spChg chg="mod">
          <ac:chgData name="Min-Huang Ho" userId="3b9e8198e6400288" providerId="LiveId" clId="{5A041769-A7DF-4844-9653-6E1468792394}" dt="2023-05-21T01:18:32.594" v="1834"/>
          <ac:spMkLst>
            <pc:docMk/>
            <pc:sldMk cId="2409032455" sldId="299"/>
            <ac:spMk id="4" creationId="{00000000-0000-0000-0000-000000000000}"/>
          </ac:spMkLst>
        </pc:spChg>
        <pc:picChg chg="add mod">
          <ac:chgData name="Min-Huang Ho" userId="3b9e8198e6400288" providerId="LiveId" clId="{5A041769-A7DF-4844-9653-6E1468792394}" dt="2023-05-21T01:19:08.797" v="1837" actId="1076"/>
          <ac:picMkLst>
            <pc:docMk/>
            <pc:sldMk cId="2409032455" sldId="299"/>
            <ac:picMk id="5" creationId="{561417F2-0DF5-4722-0035-4C2C3A5DE25D}"/>
          </ac:picMkLst>
        </pc:picChg>
      </pc:sldChg>
      <pc:sldChg chg="modSp mod">
        <pc:chgData name="Min-Huang Ho" userId="3b9e8198e6400288" providerId="LiveId" clId="{5A041769-A7DF-4844-9653-6E1468792394}" dt="2023-05-21T01:18:53.638" v="1835" actId="12"/>
        <pc:sldMkLst>
          <pc:docMk/>
          <pc:sldMk cId="2261692181" sldId="300"/>
        </pc:sldMkLst>
        <pc:spChg chg="mod">
          <ac:chgData name="Min-Huang Ho" userId="3b9e8198e6400288" providerId="LiveId" clId="{5A041769-A7DF-4844-9653-6E1468792394}" dt="2023-05-21T01:18:53.638" v="1835" actId="12"/>
          <ac:spMkLst>
            <pc:docMk/>
            <pc:sldMk cId="2261692181" sldId="300"/>
            <ac:spMk id="4" creationId="{00000000-0000-0000-0000-000000000000}"/>
          </ac:spMkLst>
        </pc:spChg>
      </pc:sldChg>
      <pc:sldChg chg="modSp mod">
        <pc:chgData name="Min-Huang Ho" userId="3b9e8198e6400288" providerId="LiveId" clId="{5A041769-A7DF-4844-9653-6E1468792394}" dt="2023-05-21T01:19:39.014" v="1838" actId="12"/>
        <pc:sldMkLst>
          <pc:docMk/>
          <pc:sldMk cId="2420200470" sldId="301"/>
        </pc:sldMkLst>
        <pc:spChg chg="mod">
          <ac:chgData name="Min-Huang Ho" userId="3b9e8198e6400288" providerId="LiveId" clId="{5A041769-A7DF-4844-9653-6E1468792394}" dt="2023-05-21T01:19:39.014" v="1838" actId="12"/>
          <ac:spMkLst>
            <pc:docMk/>
            <pc:sldMk cId="2420200470" sldId="301"/>
            <ac:spMk id="4" creationId="{00000000-0000-0000-0000-000000000000}"/>
          </ac:spMkLst>
        </pc:spChg>
      </pc:sldChg>
      <pc:sldChg chg="modSp mod">
        <pc:chgData name="Min-Huang Ho" userId="3b9e8198e6400288" providerId="LiveId" clId="{5A041769-A7DF-4844-9653-6E1468792394}" dt="2023-05-21T01:19:48.355" v="1839" actId="12"/>
        <pc:sldMkLst>
          <pc:docMk/>
          <pc:sldMk cId="2435008540" sldId="304"/>
        </pc:sldMkLst>
        <pc:spChg chg="mod">
          <ac:chgData name="Min-Huang Ho" userId="3b9e8198e6400288" providerId="LiveId" clId="{5A041769-A7DF-4844-9653-6E1468792394}" dt="2023-05-21T01:19:48.355" v="1839" actId="12"/>
          <ac:spMkLst>
            <pc:docMk/>
            <pc:sldMk cId="2435008540" sldId="304"/>
            <ac:spMk id="6" creationId="{00000000-0000-0000-0000-000000000000}"/>
          </ac:spMkLst>
        </pc:spChg>
      </pc:sldChg>
      <pc:sldChg chg="modSp new mod">
        <pc:chgData name="Min-Huang Ho" userId="3b9e8198e6400288" providerId="LiveId" clId="{5A041769-A7DF-4844-9653-6E1468792394}" dt="2023-05-21T00:45:58.660" v="135" actId="404"/>
        <pc:sldMkLst>
          <pc:docMk/>
          <pc:sldMk cId="661698495" sldId="305"/>
        </pc:sldMkLst>
        <pc:spChg chg="mod">
          <ac:chgData name="Min-Huang Ho" userId="3b9e8198e6400288" providerId="LiveId" clId="{5A041769-A7DF-4844-9653-6E1468792394}" dt="2023-05-21T00:45:47.913" v="132"/>
          <ac:spMkLst>
            <pc:docMk/>
            <pc:sldMk cId="661698495" sldId="305"/>
            <ac:spMk id="2" creationId="{82D3C4ED-FDF1-5083-F1A4-59036842F13F}"/>
          </ac:spMkLst>
        </pc:spChg>
        <pc:spChg chg="mod">
          <ac:chgData name="Min-Huang Ho" userId="3b9e8198e6400288" providerId="LiveId" clId="{5A041769-A7DF-4844-9653-6E1468792394}" dt="2023-05-21T00:45:58.660" v="135" actId="404"/>
          <ac:spMkLst>
            <pc:docMk/>
            <pc:sldMk cId="661698495" sldId="305"/>
            <ac:spMk id="4" creationId="{B548315E-D882-0E77-0A55-CAEE55D3BF1B}"/>
          </ac:spMkLst>
        </pc:spChg>
      </pc:sldChg>
      <pc:sldChg chg="modSp new mod">
        <pc:chgData name="Min-Huang Ho" userId="3b9e8198e6400288" providerId="LiveId" clId="{5A041769-A7DF-4844-9653-6E1468792394}" dt="2023-05-21T00:47:19.842" v="213" actId="207"/>
        <pc:sldMkLst>
          <pc:docMk/>
          <pc:sldMk cId="1836645189" sldId="306"/>
        </pc:sldMkLst>
        <pc:spChg chg="mod">
          <ac:chgData name="Min-Huang Ho" userId="3b9e8198e6400288" providerId="LiveId" clId="{5A041769-A7DF-4844-9653-6E1468792394}" dt="2023-05-21T00:46:55.235" v="207"/>
          <ac:spMkLst>
            <pc:docMk/>
            <pc:sldMk cId="1836645189" sldId="306"/>
            <ac:spMk id="2" creationId="{91E78D83-1FC3-50CA-B403-84DD3B523F4B}"/>
          </ac:spMkLst>
        </pc:spChg>
        <pc:spChg chg="mod">
          <ac:chgData name="Min-Huang Ho" userId="3b9e8198e6400288" providerId="LiveId" clId="{5A041769-A7DF-4844-9653-6E1468792394}" dt="2023-05-21T00:47:19.842" v="213" actId="207"/>
          <ac:spMkLst>
            <pc:docMk/>
            <pc:sldMk cId="1836645189" sldId="306"/>
            <ac:spMk id="4" creationId="{D99DA9A0-0A35-4E53-5866-9131ABC7E086}"/>
          </ac:spMkLst>
        </pc:spChg>
      </pc:sldChg>
      <pc:sldChg chg="modSp new mod">
        <pc:chgData name="Min-Huang Ho" userId="3b9e8198e6400288" providerId="LiveId" clId="{5A041769-A7DF-4844-9653-6E1468792394}" dt="2023-05-21T00:52:17.270" v="723" actId="6549"/>
        <pc:sldMkLst>
          <pc:docMk/>
          <pc:sldMk cId="1537213474" sldId="307"/>
        </pc:sldMkLst>
        <pc:spChg chg="mod">
          <ac:chgData name="Min-Huang Ho" userId="3b9e8198e6400288" providerId="LiveId" clId="{5A041769-A7DF-4844-9653-6E1468792394}" dt="2023-05-21T00:50:22.645" v="421" actId="20577"/>
          <ac:spMkLst>
            <pc:docMk/>
            <pc:sldMk cId="1537213474" sldId="307"/>
            <ac:spMk id="2" creationId="{E7BF1EC3-E8CB-B4B1-2041-C340F6EA3A7F}"/>
          </ac:spMkLst>
        </pc:spChg>
        <pc:spChg chg="mod">
          <ac:chgData name="Min-Huang Ho" userId="3b9e8198e6400288" providerId="LiveId" clId="{5A041769-A7DF-4844-9653-6E1468792394}" dt="2023-05-21T00:52:17.270" v="723" actId="6549"/>
          <ac:spMkLst>
            <pc:docMk/>
            <pc:sldMk cId="1537213474" sldId="307"/>
            <ac:spMk id="4" creationId="{739E7D18-2A35-0EC3-B09E-5CAEA3C8418A}"/>
          </ac:spMkLst>
        </pc:spChg>
      </pc:sldChg>
      <pc:sldChg chg="modSp new mod">
        <pc:chgData name="Min-Huang Ho" userId="3b9e8198e6400288" providerId="LiveId" clId="{5A041769-A7DF-4844-9653-6E1468792394}" dt="2023-05-21T00:53:16.365" v="838" actId="6549"/>
        <pc:sldMkLst>
          <pc:docMk/>
          <pc:sldMk cId="3544875346" sldId="308"/>
        </pc:sldMkLst>
        <pc:spChg chg="mod">
          <ac:chgData name="Min-Huang Ho" userId="3b9e8198e6400288" providerId="LiveId" clId="{5A041769-A7DF-4844-9653-6E1468792394}" dt="2023-05-21T00:52:50.497" v="829"/>
          <ac:spMkLst>
            <pc:docMk/>
            <pc:sldMk cId="3544875346" sldId="308"/>
            <ac:spMk id="2" creationId="{1959CC47-937A-93EF-21CD-D4A508E49B0E}"/>
          </ac:spMkLst>
        </pc:spChg>
        <pc:spChg chg="mod">
          <ac:chgData name="Min-Huang Ho" userId="3b9e8198e6400288" providerId="LiveId" clId="{5A041769-A7DF-4844-9653-6E1468792394}" dt="2023-05-21T00:53:16.365" v="838" actId="6549"/>
          <ac:spMkLst>
            <pc:docMk/>
            <pc:sldMk cId="3544875346" sldId="308"/>
            <ac:spMk id="4" creationId="{0969FF6B-052B-2318-35E4-4EAE98384B7F}"/>
          </ac:spMkLst>
        </pc:spChg>
      </pc:sldChg>
      <pc:sldChg chg="addSp delSp modSp new mod">
        <pc:chgData name="Min-Huang Ho" userId="3b9e8198e6400288" providerId="LiveId" clId="{5A041769-A7DF-4844-9653-6E1468792394}" dt="2023-05-21T00:58:24.590" v="938" actId="403"/>
        <pc:sldMkLst>
          <pc:docMk/>
          <pc:sldMk cId="3217769156" sldId="309"/>
        </pc:sldMkLst>
        <pc:spChg chg="mod">
          <ac:chgData name="Min-Huang Ho" userId="3b9e8198e6400288" providerId="LiveId" clId="{5A041769-A7DF-4844-9653-6E1468792394}" dt="2023-05-21T00:58:11.884" v="930"/>
          <ac:spMkLst>
            <pc:docMk/>
            <pc:sldMk cId="3217769156" sldId="309"/>
            <ac:spMk id="2" creationId="{601569FF-2E91-7B98-39FD-E371010D3776}"/>
          </ac:spMkLst>
        </pc:spChg>
        <pc:spChg chg="del">
          <ac:chgData name="Min-Huang Ho" userId="3b9e8198e6400288" providerId="LiveId" clId="{5A041769-A7DF-4844-9653-6E1468792394}" dt="2023-05-21T00:57:56.187" v="887"/>
          <ac:spMkLst>
            <pc:docMk/>
            <pc:sldMk cId="3217769156" sldId="309"/>
            <ac:spMk id="4" creationId="{E3FE5B68-841C-F6B4-B016-A046DE1D5022}"/>
          </ac:spMkLst>
        </pc:spChg>
        <pc:graphicFrameChg chg="add mod modGraphic">
          <ac:chgData name="Min-Huang Ho" userId="3b9e8198e6400288" providerId="LiveId" clId="{5A041769-A7DF-4844-9653-6E1468792394}" dt="2023-05-21T00:58:24.590" v="938" actId="403"/>
          <ac:graphicFrameMkLst>
            <pc:docMk/>
            <pc:sldMk cId="3217769156" sldId="309"/>
            <ac:graphicFrameMk id="5" creationId="{B0641FC8-4C11-285A-C062-289D4DC5D830}"/>
          </ac:graphicFrameMkLst>
        </pc:graphicFrameChg>
      </pc:sldChg>
      <pc:sldChg chg="addSp delSp modSp add mod">
        <pc:chgData name="Min-Huang Ho" userId="3b9e8198e6400288" providerId="LiveId" clId="{5A041769-A7DF-4844-9653-6E1468792394}" dt="2023-05-21T01:00:36.094" v="990" actId="404"/>
        <pc:sldMkLst>
          <pc:docMk/>
          <pc:sldMk cId="3998367585" sldId="310"/>
        </pc:sldMkLst>
        <pc:spChg chg="add del mod">
          <ac:chgData name="Min-Huang Ho" userId="3b9e8198e6400288" providerId="LiveId" clId="{5A041769-A7DF-4844-9653-6E1468792394}" dt="2023-05-21T00:59:34.862" v="961"/>
          <ac:spMkLst>
            <pc:docMk/>
            <pc:sldMk cId="3998367585" sldId="310"/>
            <ac:spMk id="6" creationId="{B216D710-72E2-2337-73B1-DADC6E019C00}"/>
          </ac:spMkLst>
        </pc:spChg>
        <pc:graphicFrameChg chg="del">
          <ac:chgData name="Min-Huang Ho" userId="3b9e8198e6400288" providerId="LiveId" clId="{5A041769-A7DF-4844-9653-6E1468792394}" dt="2023-05-21T00:58:39.947" v="940" actId="478"/>
          <ac:graphicFrameMkLst>
            <pc:docMk/>
            <pc:sldMk cId="3998367585" sldId="310"/>
            <ac:graphicFrameMk id="5" creationId="{B0641FC8-4C11-285A-C062-289D4DC5D830}"/>
          </ac:graphicFrameMkLst>
        </pc:graphicFrameChg>
        <pc:graphicFrameChg chg="add del mod modGraphic">
          <ac:chgData name="Min-Huang Ho" userId="3b9e8198e6400288" providerId="LiveId" clId="{5A041769-A7DF-4844-9653-6E1468792394}" dt="2023-05-21T00:59:27.603" v="960"/>
          <ac:graphicFrameMkLst>
            <pc:docMk/>
            <pc:sldMk cId="3998367585" sldId="310"/>
            <ac:graphicFrameMk id="7" creationId="{F1DD6594-24C1-A79C-11BD-BB2F34C65CE0}"/>
          </ac:graphicFrameMkLst>
        </pc:graphicFrameChg>
        <pc:graphicFrameChg chg="add mod modGraphic">
          <ac:chgData name="Min-Huang Ho" userId="3b9e8198e6400288" providerId="LiveId" clId="{5A041769-A7DF-4844-9653-6E1468792394}" dt="2023-05-21T01:00:36.094" v="990" actId="404"/>
          <ac:graphicFrameMkLst>
            <pc:docMk/>
            <pc:sldMk cId="3998367585" sldId="310"/>
            <ac:graphicFrameMk id="8" creationId="{A3AF5B7A-01A4-EB32-EC16-0F83DD9379A2}"/>
          </ac:graphicFrameMkLst>
        </pc:graphicFrameChg>
      </pc:sldChg>
      <pc:sldChg chg="addSp delSp modSp new mod">
        <pc:chgData name="Min-Huang Ho" userId="3b9e8198e6400288" providerId="LiveId" clId="{5A041769-A7DF-4844-9653-6E1468792394}" dt="2023-05-21T01:03:41.532" v="1077"/>
        <pc:sldMkLst>
          <pc:docMk/>
          <pc:sldMk cId="3908551522" sldId="311"/>
        </pc:sldMkLst>
        <pc:spChg chg="mod">
          <ac:chgData name="Min-Huang Ho" userId="3b9e8198e6400288" providerId="LiveId" clId="{5A041769-A7DF-4844-9653-6E1468792394}" dt="2023-05-21T01:03:41.532" v="1077"/>
          <ac:spMkLst>
            <pc:docMk/>
            <pc:sldMk cId="3908551522" sldId="311"/>
            <ac:spMk id="2" creationId="{4E702FAC-9F9C-1489-DDCE-F5C88705E756}"/>
          </ac:spMkLst>
        </pc:spChg>
        <pc:spChg chg="del">
          <ac:chgData name="Min-Huang Ho" userId="3b9e8198e6400288" providerId="LiveId" clId="{5A041769-A7DF-4844-9653-6E1468792394}" dt="2023-05-21T01:03:24.595" v="1011"/>
          <ac:spMkLst>
            <pc:docMk/>
            <pc:sldMk cId="3908551522" sldId="311"/>
            <ac:spMk id="4" creationId="{CCF8F701-82AB-8605-9823-AAAA352528AE}"/>
          </ac:spMkLst>
        </pc:spChg>
        <pc:picChg chg="add mod">
          <ac:chgData name="Min-Huang Ho" userId="3b9e8198e6400288" providerId="LiveId" clId="{5A041769-A7DF-4844-9653-6E1468792394}" dt="2023-05-21T01:03:29.737" v="1014" actId="1076"/>
          <ac:picMkLst>
            <pc:docMk/>
            <pc:sldMk cId="3908551522" sldId="311"/>
            <ac:picMk id="5" creationId="{D771478D-A979-272C-F341-A08EDA19928F}"/>
          </ac:picMkLst>
        </pc:picChg>
      </pc:sldChg>
      <pc:sldChg chg="addSp modSp new mod">
        <pc:chgData name="Min-Huang Ho" userId="3b9e8198e6400288" providerId="LiveId" clId="{5A041769-A7DF-4844-9653-6E1468792394}" dt="2023-05-21T01:13:22.962" v="1433"/>
        <pc:sldMkLst>
          <pc:docMk/>
          <pc:sldMk cId="4116035421" sldId="312"/>
        </pc:sldMkLst>
        <pc:spChg chg="mod">
          <ac:chgData name="Min-Huang Ho" userId="3b9e8198e6400288" providerId="LiveId" clId="{5A041769-A7DF-4844-9653-6E1468792394}" dt="2023-05-21T01:13:19.931" v="1429" actId="1076"/>
          <ac:spMkLst>
            <pc:docMk/>
            <pc:sldMk cId="4116035421" sldId="312"/>
            <ac:spMk id="2" creationId="{299763FE-4644-AAAD-378B-608E7008589E}"/>
          </ac:spMkLst>
        </pc:spChg>
        <pc:spChg chg="mod">
          <ac:chgData name="Min-Huang Ho" userId="3b9e8198e6400288" providerId="LiveId" clId="{5A041769-A7DF-4844-9653-6E1468792394}" dt="2023-05-21T01:13:11.399" v="1428" actId="403"/>
          <ac:spMkLst>
            <pc:docMk/>
            <pc:sldMk cId="4116035421" sldId="312"/>
            <ac:spMk id="4" creationId="{80F80112-12DA-C03E-A583-AFB40B9B16B4}"/>
          </ac:spMkLst>
        </pc:spChg>
        <pc:spChg chg="add mod">
          <ac:chgData name="Min-Huang Ho" userId="3b9e8198e6400288" providerId="LiveId" clId="{5A041769-A7DF-4844-9653-6E1468792394}" dt="2023-05-21T01:13:22.962" v="1433"/>
          <ac:spMkLst>
            <pc:docMk/>
            <pc:sldMk cId="4116035421" sldId="312"/>
            <ac:spMk id="5" creationId="{B4BB842C-ACDE-3E0F-1BBF-052D4C6A5AD5}"/>
          </ac:spMkLst>
        </pc:spChg>
      </pc:sldChg>
      <pc:sldChg chg="modSp add mod">
        <pc:chgData name="Min-Huang Ho" userId="3b9e8198e6400288" providerId="LiveId" clId="{5A041769-A7DF-4844-9653-6E1468792394}" dt="2023-05-21T01:14:06.739" v="1454" actId="404"/>
        <pc:sldMkLst>
          <pc:docMk/>
          <pc:sldMk cId="971228501" sldId="313"/>
        </pc:sldMkLst>
        <pc:spChg chg="mod">
          <ac:chgData name="Min-Huang Ho" userId="3b9e8198e6400288" providerId="LiveId" clId="{5A041769-A7DF-4844-9653-6E1468792394}" dt="2023-05-21T01:14:06.739" v="1454" actId="404"/>
          <ac:spMkLst>
            <pc:docMk/>
            <pc:sldMk cId="971228501" sldId="313"/>
            <ac:spMk id="4" creationId="{80F80112-12DA-C03E-A583-AFB40B9B16B4}"/>
          </ac:spMkLst>
        </pc:spChg>
      </pc:sldChg>
      <pc:sldChg chg="modSp add mod">
        <pc:chgData name="Min-Huang Ho" userId="3b9e8198e6400288" providerId="LiveId" clId="{5A041769-A7DF-4844-9653-6E1468792394}" dt="2023-05-21T01:14:41.811" v="1469" actId="403"/>
        <pc:sldMkLst>
          <pc:docMk/>
          <pc:sldMk cId="211129453" sldId="314"/>
        </pc:sldMkLst>
        <pc:spChg chg="mod">
          <ac:chgData name="Min-Huang Ho" userId="3b9e8198e6400288" providerId="LiveId" clId="{5A041769-A7DF-4844-9653-6E1468792394}" dt="2023-05-21T01:14:22.997" v="1462" actId="20577"/>
          <ac:spMkLst>
            <pc:docMk/>
            <pc:sldMk cId="211129453" sldId="314"/>
            <ac:spMk id="2" creationId="{299763FE-4644-AAAD-378B-608E7008589E}"/>
          </ac:spMkLst>
        </pc:spChg>
        <pc:spChg chg="mod">
          <ac:chgData name="Min-Huang Ho" userId="3b9e8198e6400288" providerId="LiveId" clId="{5A041769-A7DF-4844-9653-6E1468792394}" dt="2023-05-21T01:14:41.811" v="1469" actId="403"/>
          <ac:spMkLst>
            <pc:docMk/>
            <pc:sldMk cId="211129453" sldId="314"/>
            <ac:spMk id="4" creationId="{80F80112-12DA-C03E-A583-AFB40B9B16B4}"/>
          </ac:spMkLst>
        </pc:spChg>
      </pc:sldChg>
      <pc:sldChg chg="addSp delSp modSp new mod">
        <pc:chgData name="Min-Huang Ho" userId="3b9e8198e6400288" providerId="LiveId" clId="{5A041769-A7DF-4844-9653-6E1468792394}" dt="2023-05-21T01:15:33.382" v="1567"/>
        <pc:sldMkLst>
          <pc:docMk/>
          <pc:sldMk cId="3172141846" sldId="315"/>
        </pc:sldMkLst>
        <pc:spChg chg="mod">
          <ac:chgData name="Min-Huang Ho" userId="3b9e8198e6400288" providerId="LiveId" clId="{5A041769-A7DF-4844-9653-6E1468792394}" dt="2023-05-21T01:15:31.691" v="1566"/>
          <ac:spMkLst>
            <pc:docMk/>
            <pc:sldMk cId="3172141846" sldId="315"/>
            <ac:spMk id="2" creationId="{F08E1803-FE40-AA30-F7F5-8400D4E0A576}"/>
          </ac:spMkLst>
        </pc:spChg>
        <pc:spChg chg="del">
          <ac:chgData name="Min-Huang Ho" userId="3b9e8198e6400288" providerId="LiveId" clId="{5A041769-A7DF-4844-9653-6E1468792394}" dt="2023-05-21T01:15:33.382" v="1567"/>
          <ac:spMkLst>
            <pc:docMk/>
            <pc:sldMk cId="3172141846" sldId="315"/>
            <ac:spMk id="4" creationId="{EA88435C-6C31-4A93-18EA-73EA4C7CBC34}"/>
          </ac:spMkLst>
        </pc:spChg>
        <pc:picChg chg="add mod">
          <ac:chgData name="Min-Huang Ho" userId="3b9e8198e6400288" providerId="LiveId" clId="{5A041769-A7DF-4844-9653-6E1468792394}" dt="2023-05-21T01:15:33.382" v="1567"/>
          <ac:picMkLst>
            <pc:docMk/>
            <pc:sldMk cId="3172141846" sldId="315"/>
            <ac:picMk id="5" creationId="{532366A6-5493-B130-9F03-C6B69D7613DF}"/>
          </ac:picMkLst>
        </pc:picChg>
      </pc:sldChg>
      <pc:sldChg chg="addSp delSp modSp new mod">
        <pc:chgData name="Min-Huang Ho" userId="3b9e8198e6400288" providerId="LiveId" clId="{5A041769-A7DF-4844-9653-6E1468792394}" dt="2023-05-21T01:16:06.135" v="1677" actId="1076"/>
        <pc:sldMkLst>
          <pc:docMk/>
          <pc:sldMk cId="135348970" sldId="316"/>
        </pc:sldMkLst>
        <pc:spChg chg="mod">
          <ac:chgData name="Min-Huang Ho" userId="3b9e8198e6400288" providerId="LiveId" clId="{5A041769-A7DF-4844-9653-6E1468792394}" dt="2023-05-21T01:16:06.135" v="1677" actId="1076"/>
          <ac:spMkLst>
            <pc:docMk/>
            <pc:sldMk cId="135348970" sldId="316"/>
            <ac:spMk id="2" creationId="{06075992-6867-AF97-B33D-DA03FBCAB28D}"/>
          </ac:spMkLst>
        </pc:spChg>
        <pc:spChg chg="del">
          <ac:chgData name="Min-Huang Ho" userId="3b9e8198e6400288" providerId="LiveId" clId="{5A041769-A7DF-4844-9653-6E1468792394}" dt="2023-05-21T01:15:49.325" v="1626"/>
          <ac:spMkLst>
            <pc:docMk/>
            <pc:sldMk cId="135348970" sldId="316"/>
            <ac:spMk id="4" creationId="{F00ACE52-9011-D37D-EAC3-4427D99D5AA6}"/>
          </ac:spMkLst>
        </pc:spChg>
        <pc:picChg chg="add mod">
          <ac:chgData name="Min-Huang Ho" userId="3b9e8198e6400288" providerId="LiveId" clId="{5A041769-A7DF-4844-9653-6E1468792394}" dt="2023-05-21T01:15:49.325" v="1626"/>
          <ac:picMkLst>
            <pc:docMk/>
            <pc:sldMk cId="135348970" sldId="316"/>
            <ac:picMk id="5" creationId="{033A2680-16C3-B300-2FA4-A32E1C02883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E2433-649F-42E5-AECB-94990831C40A}" type="datetimeFigureOut">
              <a:rPr lang="zh-TW" altLang="en-US" smtClean="0"/>
              <a:pPr/>
              <a:t>2026/10/22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7FE99C-3BAC-4305-ABBB-3890AB1B4510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8196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ROOT_URLCONF 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altLang="zh-TW" b="0" dirty="0" err="1">
                <a:solidFill>
                  <a:srgbClr val="99C794"/>
                </a:solidFill>
                <a:effectLst/>
                <a:latin typeface="Consolas" panose="020B0609020204030204" pitchFamily="49" charset="0"/>
              </a:rPr>
              <a:t>mblog.urls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altLang="zh-TW" b="0" dirty="0">
              <a:solidFill>
                <a:srgbClr val="CDD3DE"/>
              </a:solidFill>
              <a:effectLst/>
              <a:latin typeface="Consolas" panose="020B0609020204030204" pitchFamily="49" charset="0"/>
            </a:endParaRP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6273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值得注意的是</a:t>
            </a:r>
            <a:r>
              <a:rPr lang="en-US" altLang="zh-TW" dirty="0"/>
              <a:t>,</a:t>
            </a:r>
            <a:r>
              <a:rPr lang="zh-TW" altLang="en-US" dirty="0"/>
              <a:t>在</a:t>
            </a:r>
            <a:r>
              <a:rPr lang="en-US" altLang="zh-TW" dirty="0"/>
              <a:t>about </a:t>
            </a:r>
            <a:r>
              <a:rPr lang="zh-TW" altLang="en-US" dirty="0"/>
              <a:t>以及</a:t>
            </a:r>
            <a:r>
              <a:rPr lang="en-US" altLang="zh-TW" dirty="0"/>
              <a:t>list</a:t>
            </a:r>
            <a:r>
              <a:rPr lang="zh-TW" altLang="en-US" dirty="0"/>
              <a:t>後面的「</a:t>
            </a:r>
            <a:r>
              <a:rPr lang="en-US" altLang="zh-TW" dirty="0"/>
              <a:t>/</a:t>
            </a:r>
            <a:r>
              <a:rPr lang="zh-TW" altLang="en-US" dirty="0"/>
              <a:t>」</a:t>
            </a:r>
            <a:r>
              <a:rPr lang="zh-TW" altLang="en-US" b="1" dirty="0"/>
              <a:t>非常重要</a:t>
            </a:r>
            <a:r>
              <a:rPr lang="en-US" altLang="zh-TW" b="1" dirty="0"/>
              <a:t>,</a:t>
            </a:r>
            <a:r>
              <a:rPr lang="zh-TW" altLang="en-US" b="1" dirty="0"/>
              <a:t>每個</a:t>
            </a:r>
            <a:r>
              <a:rPr lang="en-US" altLang="zh-TW" b="1" dirty="0"/>
              <a:t>pattern</a:t>
            </a:r>
            <a:r>
              <a:rPr lang="zh-TW" altLang="en-US" b="1" dirty="0"/>
              <a:t>必須以「</a:t>
            </a:r>
            <a:r>
              <a:rPr lang="en-US" altLang="zh-TW" b="1" dirty="0"/>
              <a:t>/</a:t>
            </a:r>
            <a:r>
              <a:rPr lang="zh-TW" altLang="en-US" b="1" dirty="0"/>
              <a:t>」</a:t>
            </a:r>
          </a:p>
          <a:p>
            <a:r>
              <a:rPr lang="zh-TW" altLang="en-US" b="1" dirty="0"/>
              <a:t>做為結束</a:t>
            </a:r>
            <a:r>
              <a:rPr lang="en-US" altLang="zh-TW" dirty="0"/>
              <a:t>,</a:t>
            </a:r>
            <a:r>
              <a:rPr lang="zh-TW" altLang="en-US" dirty="0"/>
              <a:t>如果沒有加上這個符號就無法正確地定位。在輸入網址的時候即使沒有加入</a:t>
            </a:r>
          </a:p>
          <a:p>
            <a:r>
              <a:rPr lang="zh-TW" altLang="en-US" dirty="0"/>
              <a:t>「</a:t>
            </a:r>
            <a:r>
              <a:rPr lang="en-US" altLang="zh-TW" dirty="0"/>
              <a:t>/</a:t>
            </a:r>
            <a:r>
              <a:rPr lang="zh-TW" altLang="en-US" dirty="0"/>
              <a:t>」</a:t>
            </a:r>
            <a:r>
              <a:rPr lang="en-US" altLang="zh-TW" dirty="0"/>
              <a:t>,/</a:t>
            </a:r>
            <a:r>
              <a:rPr lang="zh-TW" altLang="en-US" dirty="0"/>
              <a:t>」也會自動被加入</a:t>
            </a:r>
            <a:r>
              <a:rPr lang="en-US" altLang="zh-TW" dirty="0"/>
              <a:t>,</a:t>
            </a:r>
            <a:r>
              <a:rPr lang="zh-TW" altLang="en-US" dirty="0"/>
              <a:t>上面這個設定值的第</a:t>
            </a:r>
            <a:r>
              <a:rPr lang="en-US" altLang="zh-TW" dirty="0"/>
              <a:t>3</a:t>
            </a:r>
            <a:r>
              <a:rPr lang="zh-TW" altLang="en-US" dirty="0"/>
              <a:t>行和第</a:t>
            </a:r>
            <a:r>
              <a:rPr lang="en-US" altLang="zh-TW" dirty="0"/>
              <a:t>4</a:t>
            </a:r>
            <a:r>
              <a:rPr lang="zh-TW" altLang="en-US" dirty="0"/>
              <a:t>行</a:t>
            </a:r>
            <a:r>
              <a:rPr lang="en-US" altLang="zh-TW" dirty="0"/>
              <a:t>,</a:t>
            </a:r>
            <a:r>
              <a:rPr lang="zh-TW" altLang="en-US" dirty="0"/>
              <a:t>就分別只有以下的</a:t>
            </a:r>
            <a:r>
              <a:rPr lang="en-US" altLang="zh-TW" dirty="0"/>
              <a:t>4</a:t>
            </a:r>
            <a:r>
              <a:rPr lang="zh-TW" altLang="en-US" dirty="0"/>
              <a:t>個</a:t>
            </a:r>
          </a:p>
          <a:p>
            <a:r>
              <a:rPr lang="zh-TW" altLang="en-US" dirty="0"/>
              <a:t>網址可以符合</a:t>
            </a:r>
            <a:r>
              <a:rPr lang="en-US" altLang="zh-TW" dirty="0"/>
              <a:t>:</a:t>
            </a:r>
          </a:p>
          <a:p>
            <a:r>
              <a:rPr lang="en-US" altLang="zh-TW" dirty="0"/>
              <a:t>localhost:8000/about, localhost:8000/about/</a:t>
            </a:r>
          </a:p>
          <a:p>
            <a:r>
              <a:rPr lang="en-US" altLang="zh-TW" dirty="0"/>
              <a:t>localhost:8000/list, localhost:8000/list/</a:t>
            </a:r>
          </a:p>
          <a:p>
            <a:r>
              <a:rPr lang="zh-TW" altLang="en-US" dirty="0"/>
              <a:t>最後一個字元不管有沒有</a:t>
            </a:r>
            <a:r>
              <a:rPr lang="en-US" altLang="zh-TW" dirty="0"/>
              <a:t>/</a:t>
            </a:r>
            <a:r>
              <a:rPr lang="zh-TW" altLang="en-US" dirty="0"/>
              <a:t>都是一樣的結果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1755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記得加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mysite</a:t>
            </a:r>
            <a:r>
              <a:rPr lang="en-US" altLang="zh-TW" b="0" dirty="0" err="1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views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homepage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showpost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about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,</a:t>
            </a:r>
            <a:endParaRPr lang="en-US" altLang="zh-TW" b="0" dirty="0">
              <a:solidFill>
                <a:srgbClr val="CDD3DE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path('about/</a:t>
            </a:r>
            <a:r>
              <a:rPr lang="en-US" altLang="zh-TW" dirty="0">
                <a:solidFill>
                  <a:srgbClr val="FF0000"/>
                </a:solidFill>
              </a:rPr>
              <a:t>&lt;</a:t>
            </a:r>
            <a:r>
              <a:rPr lang="en-US" altLang="zh-TW" dirty="0" err="1">
                <a:solidFill>
                  <a:srgbClr val="FF0000"/>
                </a:solidFill>
              </a:rPr>
              <a:t>int:author_no</a:t>
            </a:r>
            <a:r>
              <a:rPr lang="en-US" altLang="zh-TW" dirty="0">
                <a:solidFill>
                  <a:srgbClr val="FF0000"/>
                </a:solidFill>
              </a:rPr>
              <a:t>&gt;</a:t>
            </a:r>
            <a:r>
              <a:rPr lang="en-US" altLang="zh-TW" dirty="0"/>
              <a:t>/', </a:t>
            </a:r>
            <a:r>
              <a:rPr lang="en-US" altLang="zh-TW" dirty="0" err="1"/>
              <a:t>views.about</a:t>
            </a:r>
            <a:r>
              <a:rPr lang="en-US" altLang="zh-TW" dirty="0"/>
              <a:t>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或是</a:t>
            </a:r>
            <a:r>
              <a:rPr lang="en-US" altLang="zh-TW" dirty="0"/>
              <a:t>path('about/</a:t>
            </a:r>
            <a:r>
              <a:rPr lang="en-US" altLang="zh-TW" dirty="0">
                <a:solidFill>
                  <a:srgbClr val="FF0000"/>
                </a:solidFill>
              </a:rPr>
              <a:t>&lt;</a:t>
            </a:r>
            <a:r>
              <a:rPr lang="en-US" altLang="zh-TW" dirty="0" err="1">
                <a:solidFill>
                  <a:srgbClr val="FF0000"/>
                </a:solidFill>
              </a:rPr>
              <a:t>int:author_no</a:t>
            </a:r>
            <a:r>
              <a:rPr lang="en-US" altLang="zh-TW" dirty="0">
                <a:solidFill>
                  <a:srgbClr val="FF0000"/>
                </a:solidFill>
              </a:rPr>
              <a:t>&gt;</a:t>
            </a:r>
            <a:r>
              <a:rPr lang="en-US" altLang="zh-TW" dirty="0"/>
              <a:t>/', about),</a:t>
            </a:r>
          </a:p>
          <a:p>
            <a:r>
              <a:rPr lang="zh-TW" altLang="en-US" dirty="0"/>
              <a:t>在這個情形下</a:t>
            </a:r>
            <a:r>
              <a:rPr lang="en-US" altLang="zh-TW" dirty="0"/>
              <a:t>,</a:t>
            </a:r>
            <a:r>
              <a:rPr lang="zh-TW" altLang="en-US" dirty="0"/>
              <a:t>如果我們想要設定一個通用的</a:t>
            </a:r>
            <a:r>
              <a:rPr lang="en-US" altLang="zh-TW" dirty="0"/>
              <a:t>about</a:t>
            </a:r>
            <a:r>
              <a:rPr lang="zh-TW" altLang="en-US" dirty="0"/>
              <a:t>網頁</a:t>
            </a:r>
            <a:r>
              <a:rPr lang="en-US" altLang="zh-TW" dirty="0"/>
              <a:t>,</a:t>
            </a:r>
            <a:r>
              <a:rPr lang="zh-TW" altLang="en-US" dirty="0"/>
              <a:t>例如某一個網頁上有</a:t>
            </a:r>
            <a:r>
              <a:rPr lang="en-US" altLang="zh-TW" dirty="0"/>
              <a:t>4</a:t>
            </a:r>
            <a:r>
              <a:rPr lang="zh-TW" altLang="en-US" dirty="0"/>
              <a:t>位</a:t>
            </a:r>
          </a:p>
          <a:p>
            <a:r>
              <a:rPr lang="zh-TW" altLang="en-US" dirty="0"/>
              <a:t>共同作者</a:t>
            </a:r>
            <a:r>
              <a:rPr lang="en-US" altLang="zh-TW" dirty="0"/>
              <a:t>,</a:t>
            </a:r>
            <a:r>
              <a:rPr lang="zh-TW" altLang="en-US" dirty="0"/>
              <a:t>每位作者的編號分別是</a:t>
            </a:r>
            <a:r>
              <a:rPr lang="en-US" altLang="zh-TW" dirty="0"/>
              <a:t>0</a:t>
            </a:r>
            <a:r>
              <a:rPr lang="zh-TW" altLang="en-US" dirty="0"/>
              <a:t>到</a:t>
            </a:r>
            <a:r>
              <a:rPr lang="en-US" altLang="zh-TW" dirty="0"/>
              <a:t>3,</a:t>
            </a:r>
            <a:r>
              <a:rPr lang="zh-TW" altLang="en-US" dirty="0"/>
              <a:t>我們希望能夠分別找出如下的網址</a:t>
            </a:r>
            <a:r>
              <a:rPr lang="en-US" altLang="zh-TW" dirty="0"/>
              <a:t>:</a:t>
            </a:r>
          </a:p>
          <a:p>
            <a:r>
              <a:rPr lang="en-US" altLang="zh-TW" dirty="0"/>
              <a:t>localhost:8000/about/0/</a:t>
            </a:r>
          </a:p>
          <a:p>
            <a:r>
              <a:rPr lang="en-US" altLang="zh-TW" dirty="0"/>
              <a:t>localhost:8000/about/1/</a:t>
            </a:r>
          </a:p>
          <a:p>
            <a:r>
              <a:rPr lang="zh-TW" altLang="en-US" dirty="0"/>
              <a:t>將想要傳遞參數使用角括號「</a:t>
            </a:r>
            <a:r>
              <a:rPr lang="en-US" altLang="zh-TW" dirty="0"/>
              <a:t>&lt;&gt;</a:t>
            </a:r>
            <a:r>
              <a:rPr lang="zh-TW" altLang="en-US" dirty="0"/>
              <a:t>」包住</a:t>
            </a:r>
            <a:r>
              <a:rPr lang="en-US" altLang="zh-TW" dirty="0"/>
              <a:t>,</a:t>
            </a:r>
            <a:r>
              <a:rPr lang="zh-TW" altLang="en-US" dirty="0"/>
              <a:t>然後角括號內第一個設定值是參數型態</a:t>
            </a:r>
            <a:r>
              <a:rPr lang="en-US" altLang="zh-TW" dirty="0"/>
              <a:t>,</a:t>
            </a:r>
            <a:r>
              <a:rPr lang="zh-TW" altLang="en-US" dirty="0"/>
              <a:t>第</a:t>
            </a:r>
          </a:p>
          <a:p>
            <a:r>
              <a:rPr lang="en-US" altLang="zh-TW" dirty="0"/>
              <a:t>2</a:t>
            </a:r>
            <a:r>
              <a:rPr lang="zh-TW" altLang="en-US" dirty="0"/>
              <a:t>個設定值即為要使用的變數名稱。也就是「</a:t>
            </a:r>
            <a:r>
              <a:rPr lang="en-US" altLang="zh-TW" b="1" dirty="0"/>
              <a:t>&lt;</a:t>
            </a:r>
            <a:r>
              <a:rPr lang="zh-TW" altLang="en-US" b="1" dirty="0"/>
              <a:t>參數型態</a:t>
            </a:r>
            <a:r>
              <a:rPr lang="en-US" altLang="zh-TW" b="1" dirty="0"/>
              <a:t>:</a:t>
            </a:r>
            <a:r>
              <a:rPr lang="zh-TW" altLang="en-US" b="1" dirty="0"/>
              <a:t>變數名稱</a:t>
            </a:r>
            <a:r>
              <a:rPr lang="en-US" altLang="zh-TW" b="1" dirty="0"/>
              <a:t>&gt;</a:t>
            </a:r>
            <a:r>
              <a:rPr lang="zh-TW" altLang="en-US" dirty="0"/>
              <a:t>」的樣子。</a:t>
            </a:r>
            <a:endParaRPr lang="en-US" altLang="zh-TW" dirty="0"/>
          </a:p>
          <a:p>
            <a:r>
              <a:rPr lang="zh-TW" altLang="en-US" dirty="0"/>
              <a:t>需要注意的是</a:t>
            </a:r>
            <a:r>
              <a:rPr lang="en-US" altLang="zh-TW" dirty="0"/>
              <a:t>views</a:t>
            </a:r>
            <a:r>
              <a:rPr lang="zh-TW" altLang="en-US" dirty="0"/>
              <a:t>中的函式定義接受網址傳來的變數名稱</a:t>
            </a:r>
            <a:r>
              <a:rPr lang="en-US" altLang="zh-TW" dirty="0"/>
              <a:t>,</a:t>
            </a:r>
            <a:r>
              <a:rPr lang="zh-TW" altLang="en-US" dirty="0"/>
              <a:t>需要與</a:t>
            </a:r>
            <a:r>
              <a:rPr lang="en-US" altLang="zh-TW" dirty="0"/>
              <a:t>path</a:t>
            </a:r>
            <a:r>
              <a:rPr lang="zh-TW" altLang="en-US" dirty="0"/>
              <a:t>中使用</a:t>
            </a:r>
            <a:r>
              <a:rPr lang="en-US" altLang="zh-TW" dirty="0"/>
              <a:t>Path</a:t>
            </a:r>
          </a:p>
          <a:p>
            <a:r>
              <a:rPr lang="en-US" altLang="zh-TW" dirty="0"/>
              <a:t>Converter</a:t>
            </a:r>
            <a:r>
              <a:rPr lang="zh-TW" altLang="en-US" dirty="0"/>
              <a:t>定義的變數名稱一致</a:t>
            </a:r>
            <a:r>
              <a:rPr lang="en-US" altLang="zh-TW" dirty="0"/>
              <a:t>,</a:t>
            </a:r>
            <a:r>
              <a:rPr lang="zh-TW" altLang="en-US" dirty="0"/>
              <a:t>如上面的例子</a:t>
            </a:r>
            <a:r>
              <a:rPr lang="en-US" altLang="zh-TW" dirty="0"/>
              <a:t>&lt;</a:t>
            </a:r>
            <a:r>
              <a:rPr lang="en-US" altLang="zh-TW" dirty="0" err="1"/>
              <a:t>int:author</a:t>
            </a:r>
            <a:r>
              <a:rPr lang="en-US" altLang="zh-TW" dirty="0"/>
              <a:t> no&gt;,</a:t>
            </a:r>
            <a:r>
              <a:rPr lang="zh-TW" altLang="en-US" dirty="0"/>
              <a:t>變數名稱為 </a:t>
            </a:r>
            <a:r>
              <a:rPr lang="en-US" altLang="zh-TW" dirty="0"/>
              <a:t>author</a:t>
            </a:r>
          </a:p>
          <a:p>
            <a:r>
              <a:rPr lang="en-US" altLang="zh-TW" dirty="0"/>
              <a:t>no,</a:t>
            </a:r>
            <a:r>
              <a:rPr lang="zh-TW" altLang="en-US" dirty="0"/>
              <a:t>所以對應的函式為</a:t>
            </a:r>
            <a:r>
              <a:rPr lang="en-US" altLang="zh-TW" dirty="0"/>
              <a:t>about(</a:t>
            </a:r>
            <a:r>
              <a:rPr lang="en-US" altLang="zh-TW" dirty="0" err="1"/>
              <a:t>request,author_no</a:t>
            </a:r>
            <a:r>
              <a:rPr lang="en-US" altLang="zh-TW" dirty="0"/>
              <a:t>),</a:t>
            </a:r>
            <a:r>
              <a:rPr lang="zh-TW" altLang="en-US" dirty="0"/>
              <a:t>其中所接收變數名稱就是 </a:t>
            </a:r>
            <a:r>
              <a:rPr lang="en-US" altLang="zh-TW" dirty="0" err="1"/>
              <a:t>author_no</a:t>
            </a:r>
            <a:r>
              <a:rPr lang="zh-TW" altLang="en-US" dirty="0"/>
              <a:t>。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6555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如「</a:t>
            </a:r>
            <a:r>
              <a:rPr lang="en-US" altLang="zh-TW" dirty="0"/>
              <a:t>http://localhost:8000/?page=10</a:t>
            </a:r>
            <a:r>
              <a:rPr lang="zh-TW" altLang="en-US" dirty="0"/>
              <a:t>」這種</a:t>
            </a:r>
            <a:r>
              <a:rPr lang="en-US" altLang="zh-TW" dirty="0"/>
              <a:t>,Django</a:t>
            </a:r>
            <a:r>
              <a:rPr lang="zh-TW" altLang="en-US" dirty="0"/>
              <a:t>會把它忽視不予處理</a:t>
            </a:r>
            <a:r>
              <a:rPr lang="en-US" altLang="zh-TW" dirty="0"/>
              <a:t>,</a:t>
            </a:r>
            <a:r>
              <a:rPr lang="zh-TW" altLang="en-US" dirty="0"/>
              <a:t>它的結果和</a:t>
            </a:r>
          </a:p>
          <a:p>
            <a:r>
              <a:rPr lang="zh-TW" altLang="en-US" dirty="0"/>
              <a:t>「</a:t>
            </a:r>
            <a:r>
              <a:rPr lang="en-US" altLang="zh-TW" dirty="0"/>
              <a:t>http://localhost:8000/</a:t>
            </a:r>
            <a:r>
              <a:rPr lang="zh-TW" altLang="en-US" dirty="0"/>
              <a:t>」是一樣的</a:t>
            </a:r>
            <a:r>
              <a:rPr lang="en-US" altLang="zh-TW" dirty="0"/>
              <a:t>,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67319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0" dirty="0">
                <a:solidFill>
                  <a:srgbClr val="6699CC"/>
                </a:solidFill>
                <a:effectLst/>
                <a:latin typeface="Consolas" panose="020B0609020204030204" pitchFamily="49" charset="0"/>
              </a:rPr>
              <a:t>記得補上</a:t>
            </a:r>
            <a:r>
              <a:rPr lang="en-US" altLang="zh-TW" b="0" dirty="0">
                <a:solidFill>
                  <a:srgbClr val="6699CC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('</a:t>
            </a:r>
            <a:r>
              <a:rPr lang="en-US" altLang="zh-TW" b="0" dirty="0">
                <a:solidFill>
                  <a:srgbClr val="99C794"/>
                </a:solidFill>
                <a:effectLst/>
                <a:latin typeface="Consolas" panose="020B0609020204030204" pitchFamily="49" charset="0"/>
              </a:rPr>
              <a:t>about/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',</a:t>
            </a:r>
            <a:r>
              <a:rPr lang="en-US" altLang="zh-TW" b="0" dirty="0">
                <a:solidFill>
                  <a:srgbClr val="6699CC"/>
                </a:solidFill>
                <a:effectLst/>
                <a:latin typeface="Consolas" panose="020B0609020204030204" pitchFamily="49" charset="0"/>
              </a:rPr>
              <a:t> about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), &amp; </a:t>
            </a:r>
            <a:r>
              <a:rPr lang="en-US" altLang="zh-TW" dirty="0"/>
              <a:t>path('about/&lt;</a:t>
            </a:r>
            <a:r>
              <a:rPr lang="en-US" altLang="zh-TW" dirty="0" err="1"/>
              <a:t>int:author_no</a:t>
            </a:r>
            <a:r>
              <a:rPr lang="en-US" altLang="zh-TW" dirty="0"/>
              <a:t>&gt;/', </a:t>
            </a:r>
            <a:r>
              <a:rPr lang="en-US" altLang="zh-TW" dirty="0" err="1"/>
              <a:t>views.about</a:t>
            </a:r>
            <a:r>
              <a:rPr lang="en-US" altLang="zh-TW" dirty="0"/>
              <a:t>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兩個都要，預設值的功能才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ok</a:t>
            </a:r>
          </a:p>
          <a:p>
            <a:r>
              <a:rPr lang="zh-TW" altLang="en-US" dirty="0"/>
              <a:t>如此</a:t>
            </a:r>
            <a:r>
              <a:rPr lang="en-US" altLang="zh-TW" dirty="0"/>
              <a:t>,</a:t>
            </a:r>
            <a:r>
              <a:rPr lang="zh-TW" altLang="en-US" dirty="0"/>
              <a:t>如果網址列中只有指定</a:t>
            </a:r>
            <a:r>
              <a:rPr lang="en-US" altLang="zh-TW" dirty="0"/>
              <a:t>/about/,</a:t>
            </a:r>
            <a:r>
              <a:rPr lang="zh-TW" altLang="en-US" dirty="0"/>
              <a:t>那麼 </a:t>
            </a:r>
            <a:r>
              <a:rPr lang="en-US" altLang="zh-TW" dirty="0" err="1"/>
              <a:t>author_no</a:t>
            </a:r>
            <a:r>
              <a:rPr lang="en-US" altLang="zh-TW" dirty="0"/>
              <a:t> =0</a:t>
            </a:r>
            <a:r>
              <a:rPr lang="zh-TW" altLang="en-US" dirty="0"/>
              <a:t>派上用場</a:t>
            </a:r>
            <a:r>
              <a:rPr lang="en-US" altLang="zh-TW" dirty="0"/>
              <a:t>,</a:t>
            </a:r>
            <a:r>
              <a:rPr lang="zh-TW" altLang="en-US" dirty="0"/>
              <a:t>否則就會</a:t>
            </a:r>
          </a:p>
          <a:p>
            <a:r>
              <a:rPr lang="zh-TW" altLang="en-US" dirty="0"/>
              <a:t>以在網址中擷取到的數字為準。</a:t>
            </a:r>
          </a:p>
          <a:p>
            <a:r>
              <a:rPr lang="zh-TW" altLang="en-US" dirty="0"/>
              <a:t>除了在子樣式中符合的項目會被當作是參數自動傳遞到</a:t>
            </a:r>
            <a:r>
              <a:rPr lang="en-US" altLang="zh-TW" dirty="0"/>
              <a:t>views</a:t>
            </a:r>
            <a:r>
              <a:rPr lang="zh-TW" altLang="en-US" dirty="0"/>
              <a:t>中的處理函式之外</a:t>
            </a:r>
            <a:r>
              <a:rPr lang="en-US" altLang="zh-TW" dirty="0"/>
              <a:t>,</a:t>
            </a:r>
          </a:p>
          <a:p>
            <a:r>
              <a:rPr lang="zh-TW" altLang="en-US" dirty="0"/>
              <a:t>如果有需要在程式中以手動的方式傳遞資料過去</a:t>
            </a:r>
            <a:r>
              <a:rPr lang="en-US" altLang="zh-TW" dirty="0"/>
              <a:t>,</a:t>
            </a:r>
            <a:r>
              <a:rPr lang="zh-TW" altLang="en-US" dirty="0"/>
              <a:t>也只要在處理函式後面加上一個字典即</a:t>
            </a:r>
          </a:p>
          <a:p>
            <a:r>
              <a:rPr lang="zh-TW" altLang="en-US" dirty="0"/>
              <a:t>可</a:t>
            </a:r>
            <a:r>
              <a:rPr lang="en-US" altLang="zh-TW" dirty="0"/>
              <a:t>,</a:t>
            </a:r>
            <a:r>
              <a:rPr lang="zh-TW" altLang="en-US" dirty="0"/>
              <a:t>如下所示</a:t>
            </a:r>
            <a:r>
              <a:rPr lang="en-US" altLang="zh-TW" dirty="0"/>
              <a:t>: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0536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記得</a:t>
            </a: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zh-TW" altLang="en-US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要加</a:t>
            </a: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include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altLang="zh-TW" b="0" dirty="0" err="1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urls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path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1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include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18110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8C0CA-9241-6B24-DAED-2711C4C53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D55879D-A360-E471-AA56-4B0F28744D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E28097-8704-53E8-3954-83CF00512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記得</a:t>
            </a: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zh-TW" altLang="en-US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要加</a:t>
            </a: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include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altLang="zh-TW" b="0" dirty="0" err="1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urls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path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1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include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7067A9C-E534-1892-6EE1-8CF8A0C034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24531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92692-B34B-DF50-0657-2D8A8658F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4111A1C-9CDA-E076-7154-F1102E1D2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675F1D6-7D96-66A8-8DE7-DA97F10A9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記得</a:t>
            </a: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zh-TW" altLang="en-US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要加</a:t>
            </a: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include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altLang="zh-TW" b="0" dirty="0" err="1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urls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path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1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include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AC9F0F-7647-9427-6DD9-1DBC41E4CC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05257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917A7-89DB-311F-7344-46AEAA9CF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5F2E127-461A-7045-F31E-450FDB9929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EA95B45-0AEB-4A64-2C6D-7E3D1E18A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記得</a:t>
            </a: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import </a:t>
            </a:r>
            <a:r>
              <a:rPr lang="zh-TW" altLang="en-US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要加</a:t>
            </a: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include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altLang="zh-TW" b="0" dirty="0" err="1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b="0" dirty="0" err="1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urls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C594C5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path</a:t>
            </a:r>
            <a:r>
              <a:rPr lang="en-US" altLang="zh-TW" b="0" dirty="0">
                <a:solidFill>
                  <a:srgbClr val="5FB3B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b="0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1" dirty="0">
                <a:solidFill>
                  <a:srgbClr val="CDD3DE"/>
                </a:solidFill>
                <a:effectLst/>
                <a:latin typeface="Consolas" panose="020B0609020204030204" pitchFamily="49" charset="0"/>
              </a:rPr>
              <a:t>include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A5EA7B-B41C-B27E-132C-2D64CACBA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77792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紅字在網頁上顯示的連結：</a:t>
            </a:r>
            <a:r>
              <a:rPr lang="en-US" altLang="zh-TW" dirty="0"/>
              <a:t>/post/2015/12/1/01</a:t>
            </a:r>
          </a:p>
          <a:p>
            <a:r>
              <a:rPr lang="en-US" altLang="zh-TW" dirty="0" err="1"/>
              <a:t>href</a:t>
            </a:r>
            <a:r>
              <a:rPr lang="en-US" altLang="zh-TW" dirty="0"/>
              <a:t> = /post + </a:t>
            </a:r>
            <a:r>
              <a:rPr lang="zh-TW" altLang="en-US" dirty="0"/>
              <a:t>後面的參數</a:t>
            </a:r>
            <a:endParaRPr lang="en-US" altLang="zh-TW" dirty="0"/>
          </a:p>
          <a:p>
            <a:r>
              <a:rPr lang="zh-TW" altLang="en-US" dirty="0"/>
              <a:t>如何搜尋找到符合此條件的資料</a:t>
            </a:r>
            <a:r>
              <a:rPr lang="en-US" altLang="zh-TW" dirty="0"/>
              <a:t>(post)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altLang="zh-TW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objects</a:t>
            </a:r>
            <a:r>
              <a:rPr lang="en-US" altLang="zh-TW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pub_date__year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yr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pub_date__month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mon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pub_date__day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day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slug</a:t>
            </a:r>
            <a:r>
              <a:rPr lang="en-US" altLang="zh-TW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post_num</a:t>
            </a:r>
            <a:r>
              <a:rPr lang="en-US" altLang="zh-TW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02160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1</a:t>
            </a:r>
            <a:r>
              <a:rPr lang="en-US" altLang="zh-TW" baseline="30000" dirty="0"/>
              <a:t>st</a:t>
            </a:r>
            <a:r>
              <a:rPr lang="en-US" altLang="zh-TW" dirty="0"/>
              <a:t>: </a:t>
            </a:r>
            <a:r>
              <a:rPr lang="zh-TW" altLang="en-US" dirty="0"/>
              <a:t>先用傳進來的參數來組合</a:t>
            </a:r>
            <a:r>
              <a:rPr lang="en-US" altLang="zh-TW" dirty="0" err="1"/>
              <a:t>post_url</a:t>
            </a:r>
            <a:r>
              <a:rPr lang="en-US" altLang="zh-TW" dirty="0"/>
              <a:t> from http://localhost:8000/post/2015/12/1/01</a:t>
            </a:r>
          </a:p>
          <a:p>
            <a:r>
              <a:rPr lang="en-US" altLang="zh-TW" dirty="0"/>
              <a:t>2</a:t>
            </a:r>
            <a:r>
              <a:rPr lang="en-US" altLang="zh-TW" baseline="30000" dirty="0"/>
              <a:t>nd</a:t>
            </a:r>
            <a:r>
              <a:rPr lang="en-US" altLang="zh-TW" dirty="0"/>
              <a:t>:</a:t>
            </a:r>
            <a:r>
              <a:rPr lang="zh-TW" altLang="en-US" dirty="0"/>
              <a:t>自行設定年月日的數字也可</a:t>
            </a:r>
            <a:r>
              <a:rPr lang="en-US" altLang="zh-TW" dirty="0"/>
              <a:t>(</a:t>
            </a:r>
            <a:r>
              <a:rPr lang="zh-TW" altLang="en-US" dirty="0"/>
              <a:t>一般是從資料庫得到的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使用時機：須組合生成</a:t>
            </a:r>
            <a:r>
              <a:rPr lang="en-US" altLang="zh-TW" dirty="0"/>
              <a:t>back</a:t>
            </a:r>
            <a:r>
              <a:rPr lang="zh-TW" altLang="en-US" dirty="0"/>
              <a:t>回到之前的網址，或是從資料庫得到的日期來組合成網址</a:t>
            </a:r>
            <a:endParaRPr lang="en-US" altLang="zh-TW" dirty="0"/>
          </a:p>
          <a:p>
            <a:r>
              <a:rPr lang="zh-TW" altLang="en-US" dirty="0"/>
              <a:t>另外好處是，以後若要改動</a:t>
            </a:r>
            <a:r>
              <a:rPr lang="en-US" altLang="zh-TW" dirty="0"/>
              <a:t>path</a:t>
            </a:r>
            <a:r>
              <a:rPr lang="zh-TW" altLang="en-US" dirty="0"/>
              <a:t>，只要在</a:t>
            </a:r>
            <a:r>
              <a:rPr lang="en-US" altLang="zh-TW" dirty="0" err="1"/>
              <a:t>urls</a:t>
            </a:r>
            <a:r>
              <a:rPr lang="zh-TW" altLang="en-US" dirty="0"/>
              <a:t>那邊改就好，其他</a:t>
            </a:r>
            <a:r>
              <a:rPr lang="en-US" altLang="zh-TW" dirty="0"/>
              <a:t>views</a:t>
            </a:r>
            <a:r>
              <a:rPr lang="zh-TW" altLang="en-US" dirty="0"/>
              <a:t>不用改</a:t>
            </a:r>
            <a:r>
              <a:rPr lang="en-US" altLang="zh-TW" dirty="0"/>
              <a:t>(</a:t>
            </a:r>
            <a:r>
              <a:rPr lang="zh-TW" altLang="en-US" dirty="0"/>
              <a:t>也許不只一個地方，通用模組設計概念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19753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例：</a:t>
            </a:r>
            <a:r>
              <a:rPr lang="en-US" altLang="zh-TW" dirty="0"/>
              <a:t>GOOGLE</a:t>
            </a:r>
            <a:r>
              <a:rPr lang="zh-TW" altLang="en-US" dirty="0"/>
              <a:t>地圖，網路書店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26676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E31DB-6205-3F8A-A86C-63A0D4A6F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97942B8-A567-2B45-21D0-CD3B757F36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68D6164-D411-594C-060F-2A8B8D8AB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說明各段網址的意義、定義</a:t>
            </a:r>
            <a:endParaRPr lang="en-US" altLang="zh-TW" dirty="0"/>
          </a:p>
          <a:p>
            <a:r>
              <a:rPr lang="zh-TW" altLang="en-US" dirty="0"/>
              <a:t>例：</a:t>
            </a:r>
            <a:r>
              <a:rPr lang="en-US" altLang="zh-TW" dirty="0"/>
              <a:t>GOOGLE</a:t>
            </a:r>
            <a:r>
              <a:rPr lang="zh-TW" altLang="en-US" dirty="0"/>
              <a:t>地圖，網路書店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E6660D-9917-68A2-4668-C8F9A41D8A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80807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RESTful </a:t>
            </a:r>
            <a:r>
              <a:rPr lang="zh-TW" altLang="en-US" dirty="0"/>
              <a:t>的網址變化很有規律，也很簡潔，因此近年有愈來愈多人採用 </a:t>
            </a:r>
            <a:r>
              <a:rPr lang="en-US" altLang="zh-TW" dirty="0"/>
              <a:t>RESTful </a:t>
            </a:r>
            <a:r>
              <a:rPr lang="zh-TW" altLang="en-US" dirty="0"/>
              <a:t>設計風格來架構網站，</a:t>
            </a:r>
            <a:endParaRPr lang="en-US" altLang="zh-TW" dirty="0"/>
          </a:p>
          <a:p>
            <a:r>
              <a:rPr lang="en-US" altLang="zh-TW" dirty="0"/>
              <a:t>(</a:t>
            </a:r>
            <a:r>
              <a:rPr lang="zh-TW" altLang="en-US" dirty="0"/>
              <a:t>注意，它是風格，而不是標準，意思是偶爾出現特例沒關係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83308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左：前後端沒分，中間：</a:t>
            </a:r>
            <a:r>
              <a:rPr lang="en-US" altLang="zh-TW" dirty="0" err="1"/>
              <a:t>mvc</a:t>
            </a:r>
            <a:r>
              <a:rPr lang="zh-TW" altLang="en-US" dirty="0"/>
              <a:t>架構</a:t>
            </a:r>
            <a:r>
              <a:rPr lang="en-US" altLang="zh-TW" dirty="0"/>
              <a:t>(</a:t>
            </a:r>
            <a:r>
              <a:rPr lang="zh-TW" altLang="en-US" dirty="0"/>
              <a:t>前端技術只能統一選一種</a:t>
            </a:r>
            <a:r>
              <a:rPr lang="en-US" altLang="zh-TW" dirty="0"/>
              <a:t>)</a:t>
            </a:r>
            <a:r>
              <a:rPr lang="zh-TW" altLang="en-US" dirty="0"/>
              <a:t>，右邊：真正分離，前端可採用不同的框架或是手機</a:t>
            </a:r>
            <a:r>
              <a:rPr lang="en-US" altLang="zh-TW" dirty="0"/>
              <a:t>app(java/swift)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22250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將前端展示層和後端內容管理系統（</a:t>
            </a:r>
            <a:r>
              <a:rPr lang="en-US" altLang="zh-TW" dirty="0"/>
              <a:t>CMS</a:t>
            </a:r>
            <a:r>
              <a:rPr lang="zh-TW" altLang="en-US" dirty="0"/>
              <a:t>）分離。傳統的 </a:t>
            </a:r>
            <a:r>
              <a:rPr lang="en-US" altLang="zh-TW" dirty="0"/>
              <a:t>CMS </a:t>
            </a:r>
            <a:r>
              <a:rPr lang="zh-TW" altLang="en-US" dirty="0"/>
              <a:t>如 </a:t>
            </a:r>
            <a:r>
              <a:rPr lang="en-US" altLang="zh-TW" dirty="0"/>
              <a:t>WordPress </a:t>
            </a:r>
            <a:r>
              <a:rPr lang="zh-TW" altLang="en-US" dirty="0"/>
              <a:t>是「頭部」和「身體」結合在一起，而無頭技術則將「頭部」（前端）和「身體」（後端）分開，這樣前端開發者可以自由選擇和使用任何技術來展示內容，而後端則專注於內容的存儲和管理。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13069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4507C-2BE0-F6A8-291D-2013A4CAA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47A8BA5-606F-AA7F-D18E-94F530B268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3CDFEE7-776C-D00A-C3F9-AB21AC8E63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將前端展示層和後端內容管理系統（</a:t>
            </a:r>
            <a:r>
              <a:rPr lang="en-US" altLang="zh-TW" dirty="0"/>
              <a:t>CMS</a:t>
            </a:r>
            <a:r>
              <a:rPr lang="zh-TW" altLang="en-US" dirty="0"/>
              <a:t>）分離。傳統的 </a:t>
            </a:r>
            <a:r>
              <a:rPr lang="en-US" altLang="zh-TW" dirty="0"/>
              <a:t>CMS </a:t>
            </a:r>
            <a:r>
              <a:rPr lang="zh-TW" altLang="en-US" dirty="0"/>
              <a:t>如 </a:t>
            </a:r>
            <a:r>
              <a:rPr lang="en-US" altLang="zh-TW" dirty="0"/>
              <a:t>WordPress </a:t>
            </a:r>
            <a:r>
              <a:rPr lang="zh-TW" altLang="en-US" dirty="0"/>
              <a:t>是「頭部」和「身體」結合在一起，而無頭技術則將「頭部」（前端）和「身體」（後端）分開，這樣前端開發者可以自由選擇和使用任何技術來展示內容，而後端則專注於內容的存儲和管理。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EC03331-9F46-1EFA-F988-73294938FD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FE99C-3BAC-4305-ABBB-3890AB1B4510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7752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9C816-D38B-498E-804E-00D02760FC7A}" type="datetime1">
              <a:rPr lang="zh-TW" altLang="en-US" smtClean="0"/>
              <a:pPr/>
              <a:t>2026/10/22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橢圓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橢圓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BAABA-C288-41C0-9D8E-87773CE9488B}" type="datetime1">
              <a:rPr lang="zh-TW" altLang="en-US" smtClean="0"/>
              <a:pPr/>
              <a:t>2026/10/22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9EFE-5102-4BAD-A377-702F02C2814E}" type="datetime1">
              <a:rPr lang="zh-TW" altLang="en-US" smtClean="0"/>
              <a:pPr/>
              <a:t>2026/10/22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橢圓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橢圓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240F5BD8-68CC-49A6-B769-229D3FACB86C}" type="datetime1">
              <a:rPr lang="zh-TW" altLang="en-US" smtClean="0"/>
              <a:pPr/>
              <a:t>2026/10/22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內容版面配置區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2" name="內容版面配置區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線接點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C3C99-9A5D-4B12-8519-BF3493FEA3BD}" type="datetime1">
              <a:rPr lang="zh-TW" altLang="en-US" smtClean="0"/>
              <a:pPr/>
              <a:t>2026/10/22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15" name="直線接點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內容版面配置區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內容版面配置區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5" name="橢圓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橢圓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3" name="標題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B973-9C4C-43B9-BBC9-7D038B5E66BB}" type="datetime1">
              <a:rPr lang="zh-TW" altLang="en-US" smtClean="0"/>
              <a:pPr/>
              <a:t>2026/10/22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2E384-56FB-46D9-B267-C20E836A8212}" type="datetime1">
              <a:rPr lang="zh-TW" altLang="en-US" smtClean="0"/>
              <a:pPr/>
              <a:t>2026/10/22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內容版面配置區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0" name="橢圓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橢圓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1" name="矩形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5C06-3635-48B4-9326-561BB1229EEB}" type="datetime1">
              <a:rPr lang="zh-TW" altLang="en-US" smtClean="0"/>
              <a:pPr/>
              <a:t>2026/10/22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直線接點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橢圓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橢圓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BA9F43BE-0941-4E88-B57D-D38DECBCB997}" type="datetime1">
              <a:rPr lang="zh-TW" altLang="en-US" smtClean="0"/>
              <a:pPr/>
              <a:t>2026/10/22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116A9-7278-4674-BCA0-66C5F066EB15}" type="datetime1">
              <a:rPr lang="zh-TW" altLang="en-US" smtClean="0"/>
              <a:pPr/>
              <a:t>2026/10/22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直線接點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橢圓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橢圓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0AF00-ACBD-4185-8358-D82955DAF0D3}" type="datetime1">
              <a:rPr lang="zh-TW" altLang="en-US" smtClean="0"/>
              <a:pPr/>
              <a:t>2026/10/22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矩形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73E7C058-3467-44CD-AC53-31F205DF3CA0}" type="datetime1">
              <a:rPr lang="zh-TW" altLang="en-US" smtClean="0"/>
              <a:pPr/>
              <a:t>2026/10/22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直線接點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橢圓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橢圓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369E457D-EE12-4164-8E32-9DDD40A9589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3.emf"/><Relationship Id="rId7" Type="http://schemas.openxmlformats.org/officeDocument/2006/relationships/image" Target="../media/image1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7.emf"/><Relationship Id="rId5" Type="http://schemas.openxmlformats.org/officeDocument/2006/relationships/image" Target="../media/image14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6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028700" y="2819400"/>
            <a:ext cx="7086600" cy="681608"/>
          </a:xfrm>
        </p:spPr>
        <p:txBody>
          <a:bodyPr>
            <a:normAutofit/>
          </a:bodyPr>
          <a:lstStyle/>
          <a:p>
            <a:r>
              <a:rPr lang="zh-TW" altLang="en-US" sz="2400" dirty="0">
                <a:latin typeface="+mj-ea"/>
              </a:rPr>
              <a:t>活用</a:t>
            </a:r>
            <a:r>
              <a:rPr lang="en-US" altLang="zh-TW" sz="2400" dirty="0">
                <a:latin typeface="+mj-ea"/>
              </a:rPr>
              <a:t>Django4</a:t>
            </a:r>
            <a:r>
              <a:rPr lang="zh-TW" altLang="en-US" sz="2400" dirty="0">
                <a:latin typeface="+mj-ea"/>
              </a:rPr>
              <a:t>建構動態網站的</a:t>
            </a:r>
            <a:r>
              <a:rPr lang="en-US" altLang="zh-TW" sz="2400" dirty="0">
                <a:latin typeface="+mj-ea"/>
              </a:rPr>
              <a:t>16</a:t>
            </a:r>
            <a:r>
              <a:rPr lang="zh-TW" altLang="en-US" sz="2400" dirty="0">
                <a:latin typeface="+mj-ea"/>
              </a:rPr>
              <a:t>堂課</a:t>
            </a:r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/>
              <a:t>第五堂</a:t>
            </a:r>
            <a:br>
              <a:rPr lang="en-US" altLang="zh-TW" dirty="0"/>
            </a:br>
            <a:r>
              <a:rPr lang="zh-TW" altLang="en-US" dirty="0"/>
              <a:t>網址的委派與對應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學習目標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altLang="zh-TW" dirty="0"/>
              <a:t>Django</a:t>
            </a:r>
            <a:r>
              <a:rPr lang="zh-TW" altLang="en-US" dirty="0"/>
              <a:t>網址架構</a:t>
            </a:r>
            <a:endParaRPr lang="en-US" altLang="zh-TW" dirty="0"/>
          </a:p>
          <a:p>
            <a:pPr lvl="1"/>
            <a:r>
              <a:rPr lang="en-US" altLang="zh-TW" sz="1800" dirty="0" err="1"/>
              <a:t>URFconf</a:t>
            </a:r>
            <a:r>
              <a:rPr lang="zh-TW" altLang="en-US" sz="1800" dirty="0"/>
              <a:t>簡介</a:t>
            </a:r>
          </a:p>
          <a:p>
            <a:pPr lvl="1"/>
            <a:r>
              <a:rPr lang="zh-TW" altLang="en-US" sz="1800" dirty="0"/>
              <a:t>委派個別的網址到處理函式</a:t>
            </a:r>
          </a:p>
          <a:p>
            <a:pPr lvl="0"/>
            <a:r>
              <a:rPr lang="zh-TW" altLang="en-US" dirty="0"/>
              <a:t>進階設定技巧</a:t>
            </a:r>
            <a:endParaRPr lang="en-US" altLang="zh-TW" dirty="0"/>
          </a:p>
          <a:p>
            <a:pPr lvl="1"/>
            <a:r>
              <a:rPr lang="zh-TW" altLang="en-US" sz="1800" dirty="0"/>
              <a:t>參數的傳遞</a:t>
            </a:r>
          </a:p>
          <a:p>
            <a:pPr lvl="1"/>
            <a:r>
              <a:rPr lang="en-US" altLang="zh-TW" sz="1800" dirty="0"/>
              <a:t>include</a:t>
            </a:r>
            <a:r>
              <a:rPr lang="zh-TW" altLang="en-US" sz="1800" dirty="0"/>
              <a:t>其它整組的</a:t>
            </a:r>
            <a:r>
              <a:rPr lang="en-US" altLang="zh-TW" sz="1800" dirty="0" err="1"/>
              <a:t>urlpatterns</a:t>
            </a:r>
            <a:r>
              <a:rPr lang="zh-TW" altLang="en-US" sz="1800" dirty="0"/>
              <a:t>設定</a:t>
            </a:r>
            <a:endParaRPr lang="en-US" altLang="zh-TW" sz="1800" dirty="0"/>
          </a:p>
          <a:p>
            <a:pPr lvl="1"/>
            <a:r>
              <a:rPr lang="zh-TW" altLang="en-US" sz="1800" dirty="0"/>
              <a:t>為</a:t>
            </a:r>
            <a:r>
              <a:rPr lang="en-US" altLang="zh-TW" sz="1800" dirty="0" err="1"/>
              <a:t>urlpattern</a:t>
            </a:r>
            <a:r>
              <a:rPr lang="zh-TW" altLang="en-US" sz="1800" dirty="0"/>
              <a:t>命名</a:t>
            </a:r>
            <a:endParaRPr lang="en-US" altLang="zh-TW" sz="1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URLconf</a:t>
            </a:r>
            <a:r>
              <a:rPr lang="zh-TW" altLang="en-US" dirty="0"/>
              <a:t>處理步驟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en-US" sz="2400" dirty="0"/>
              <a:t>到</a:t>
            </a:r>
            <a:r>
              <a:rPr lang="en-US" altLang="zh-TW" sz="2400" dirty="0"/>
              <a:t>settings.py</a:t>
            </a:r>
            <a:r>
              <a:rPr lang="zh-TW" altLang="en-US" sz="2400" dirty="0"/>
              <a:t>中找到</a:t>
            </a:r>
            <a:r>
              <a:rPr lang="en-US" altLang="zh-TW" sz="2400" dirty="0"/>
              <a:t>ROOT_URLCONF</a:t>
            </a:r>
            <a:r>
              <a:rPr lang="zh-TW" altLang="en-US" sz="2400" dirty="0"/>
              <a:t>的設定，決定要使用哪一個檔案。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sz="2400" dirty="0"/>
              <a:t>載入前述所指定的模組，然後去找到</a:t>
            </a:r>
            <a:r>
              <a:rPr lang="en-US" altLang="zh-TW" sz="2400" dirty="0" err="1"/>
              <a:t>urlpatterns</a:t>
            </a:r>
            <a:r>
              <a:rPr lang="zh-TW" altLang="en-US" sz="2400" dirty="0"/>
              <a:t>這個變數，依據其中的設定來找到對應要處理的網址與函數，要以標準的串列資料型態格式來編輯。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sz="2400" dirty="0"/>
              <a:t>依照</a:t>
            </a:r>
            <a:r>
              <a:rPr lang="en-US" altLang="zh-TW" sz="2400" dirty="0" err="1"/>
              <a:t>urlpatterns</a:t>
            </a:r>
            <a:r>
              <a:rPr lang="zh-TW" altLang="en-US" sz="2400" dirty="0"/>
              <a:t>中的</a:t>
            </a:r>
            <a:r>
              <a:rPr lang="zh-TW" altLang="en-US" sz="3000" dirty="0">
                <a:solidFill>
                  <a:srgbClr val="FF0000"/>
                </a:solidFill>
              </a:rPr>
              <a:t>順序</a:t>
            </a:r>
            <a:r>
              <a:rPr lang="zh-TW" altLang="en-US" sz="2400" dirty="0"/>
              <a:t>，一個一個往下核對網址和路由字串中的設定</a:t>
            </a:r>
            <a:r>
              <a:rPr lang="en-US" altLang="zh-TW" sz="2400" dirty="0"/>
              <a:t>pattern</a:t>
            </a:r>
            <a:r>
              <a:rPr lang="zh-TW" altLang="en-US" sz="2400" dirty="0"/>
              <a:t>。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sz="2400" dirty="0"/>
              <a:t>發現第一個符合的設定之後，先以</a:t>
            </a:r>
            <a:r>
              <a:rPr lang="en-US" altLang="zh-TW" sz="2400" dirty="0" err="1"/>
              <a:t>HttpRequest</a:t>
            </a:r>
            <a:r>
              <a:rPr lang="zh-TW" altLang="en-US" sz="2400" dirty="0"/>
              <a:t>的一個實例當做第一個參數，然後再把解析網址中發現的參數依照順序傳遞給後面的處理函數，如果在網址的設定中有對於參數命名的話，則以命名的參數傳遞過去。基本上就是進行連接到</a:t>
            </a:r>
            <a:r>
              <a:rPr lang="en-US" altLang="zh-TW" sz="2400" dirty="0"/>
              <a:t>views.py</a:t>
            </a:r>
            <a:r>
              <a:rPr lang="zh-TW" altLang="en-US" sz="2400" dirty="0"/>
              <a:t>中函數的呼叫程序。</a:t>
            </a:r>
            <a:r>
              <a:rPr lang="zh-TW" altLang="en-US" sz="2400" u="sng" dirty="0"/>
              <a:t>當發現了一個符合的網址設定之後</a:t>
            </a:r>
            <a:r>
              <a:rPr lang="zh-TW" altLang="en-US" sz="2600" b="1" u="sng" dirty="0"/>
              <a:t>就不會再繼續往下找了</a:t>
            </a:r>
            <a:r>
              <a:rPr lang="zh-TW" altLang="en-US" sz="2400" dirty="0"/>
              <a:t>，</a:t>
            </a:r>
            <a:r>
              <a:rPr lang="zh-TW" altLang="en-US" sz="2400" dirty="0">
                <a:solidFill>
                  <a:srgbClr val="FF0000"/>
                </a:solidFill>
              </a:rPr>
              <a:t>所以在</a:t>
            </a:r>
            <a:r>
              <a:rPr lang="en-US" altLang="zh-TW" sz="2400" dirty="0">
                <a:solidFill>
                  <a:srgbClr val="FF0000"/>
                </a:solidFill>
              </a:rPr>
              <a:t>urls.py</a:t>
            </a:r>
            <a:r>
              <a:rPr lang="zh-TW" altLang="en-US" sz="2400" dirty="0">
                <a:solidFill>
                  <a:srgbClr val="FF0000"/>
                </a:solidFill>
              </a:rPr>
              <a:t>中</a:t>
            </a:r>
            <a:r>
              <a:rPr lang="en-US" altLang="zh-TW" sz="2400" dirty="0">
                <a:solidFill>
                  <a:srgbClr val="FF0000"/>
                </a:solidFill>
              </a:rPr>
              <a:t>path</a:t>
            </a:r>
            <a:r>
              <a:rPr lang="zh-TW" altLang="en-US" sz="2400" dirty="0">
                <a:solidFill>
                  <a:srgbClr val="FF0000"/>
                </a:solidFill>
              </a:rPr>
              <a:t>設定的順序也有一定的重要性。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sz="2400" dirty="0"/>
              <a:t>如果都找不到符合的</a:t>
            </a:r>
            <a:r>
              <a:rPr lang="en-US" altLang="zh-TW" sz="2400" dirty="0"/>
              <a:t>patterns</a:t>
            </a:r>
            <a:r>
              <a:rPr lang="zh-TW" altLang="en-US" sz="2400" dirty="0"/>
              <a:t>，就會產生一個例外。</a:t>
            </a:r>
          </a:p>
        </p:txBody>
      </p:sp>
    </p:spTree>
    <p:extLst>
      <p:ext uri="{BB962C8B-B14F-4D97-AF65-F5344CB8AC3E}">
        <p14:creationId xmlns:p14="http://schemas.microsoft.com/office/powerpoint/2010/main" val="1204855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3C9956-1BB3-2EB8-4B64-11497F985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 </a:t>
            </a:r>
            <a:r>
              <a:rPr lang="zh-TW" altLang="en-US" dirty="0"/>
              <a:t>基本的</a:t>
            </a:r>
            <a:r>
              <a:rPr lang="en-US" altLang="zh-TW" dirty="0"/>
              <a:t>urls.py</a:t>
            </a:r>
            <a:r>
              <a:rPr lang="zh-TW" altLang="en-US" dirty="0"/>
              <a:t>內容    </a:t>
            </a:r>
            <a:r>
              <a:rPr lang="en-US" altLang="zh-TW" sz="4000" dirty="0">
                <a:solidFill>
                  <a:srgbClr val="FF0000"/>
                </a:solidFill>
              </a:rPr>
              <a:t>code</a:t>
            </a:r>
            <a:r>
              <a:rPr lang="zh-TW" altLang="en-US" sz="4000" dirty="0">
                <a:solidFill>
                  <a:srgbClr val="FF0000"/>
                </a:solidFill>
              </a:rPr>
              <a:t>在</a:t>
            </a:r>
            <a:r>
              <a:rPr lang="en-US" altLang="zh-TW" sz="4000" dirty="0">
                <a:solidFill>
                  <a:srgbClr val="FF0000"/>
                </a:solidFill>
              </a:rPr>
              <a:t>ch02/05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03EEC26-6C2E-7C55-6E7D-D0F5FF83C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F6DA381-9252-5470-CE05-03A2D5FB2A5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980728"/>
            <a:ext cx="8503920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2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django.contrib</a:t>
            </a: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admin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2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django.urls</a:t>
            </a: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path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urlpatterns</a:t>
            </a: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[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path('admin/', </a:t>
            </a:r>
            <a:r>
              <a:rPr lang="en-US" altLang="zh-TW" sz="2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admin.site.</a:t>
            </a:r>
            <a:r>
              <a:rPr lang="en-US" altLang="zh-TW" sz="28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urls</a:t>
            </a: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),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]</a:t>
            </a:r>
            <a:endParaRPr lang="zh-TW" altLang="en-US" sz="36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C57B731-E8D3-F4F5-E49C-C8A02E4B5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95" y="3915316"/>
            <a:ext cx="9144000" cy="297006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FA070BA-D283-7EA4-F524-2BECD698B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291" y="2009104"/>
            <a:ext cx="4991797" cy="93358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9E1C55E3-92DF-2B2B-1F21-C251C12379D2}"/>
              </a:ext>
            </a:extLst>
          </p:cNvPr>
          <p:cNvSpPr txBox="1"/>
          <p:nvPr/>
        </p:nvSpPr>
        <p:spPr>
          <a:xfrm>
            <a:off x="4517941" y="3566459"/>
            <a:ext cx="3635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一、點</a:t>
            </a:r>
            <a:r>
              <a:rPr lang="en-US" altLang="zh-TW" dirty="0" err="1">
                <a:solidFill>
                  <a:srgbClr val="FF0000"/>
                </a:solidFill>
              </a:rPr>
              <a:t>Urls</a:t>
            </a:r>
            <a:r>
              <a:rPr lang="zh-TW" altLang="en-US" dirty="0">
                <a:solidFill>
                  <a:srgbClr val="FF0000"/>
                </a:solidFill>
              </a:rPr>
              <a:t>然後按右鍵選移至定義</a:t>
            </a: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4D8A55C9-CDC7-FE81-5D9B-26B12F840D25}"/>
              </a:ext>
            </a:extLst>
          </p:cNvPr>
          <p:cNvCxnSpPr>
            <a:cxnSpLocks/>
          </p:cNvCxnSpPr>
          <p:nvPr/>
        </p:nvCxnSpPr>
        <p:spPr>
          <a:xfrm flipV="1">
            <a:off x="5004048" y="3442366"/>
            <a:ext cx="2232248" cy="1544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F72055DD-D1C1-DA6A-4272-8EC9B56E5B6E}"/>
              </a:ext>
            </a:extLst>
          </p:cNvPr>
          <p:cNvCxnSpPr>
            <a:cxnSpLocks/>
          </p:cNvCxnSpPr>
          <p:nvPr/>
        </p:nvCxnSpPr>
        <p:spPr>
          <a:xfrm flipH="1" flipV="1">
            <a:off x="5292080" y="2475894"/>
            <a:ext cx="2569124" cy="8540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51611072-5176-C95E-3D9F-215EF04B49E3}"/>
              </a:ext>
            </a:extLst>
          </p:cNvPr>
          <p:cNvSpPr txBox="1"/>
          <p:nvPr/>
        </p:nvSpPr>
        <p:spPr>
          <a:xfrm>
            <a:off x="4644008" y="1331476"/>
            <a:ext cx="4259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二、點</a:t>
            </a:r>
            <a:r>
              <a:rPr lang="en-US" altLang="zh-TW" dirty="0" err="1">
                <a:solidFill>
                  <a:srgbClr val="FF0000"/>
                </a:solidFill>
              </a:rPr>
              <a:t>Urls</a:t>
            </a:r>
            <a:r>
              <a:rPr lang="en-US" altLang="zh-TW" dirty="0">
                <a:solidFill>
                  <a:srgbClr val="FF0000"/>
                </a:solidFill>
              </a:rPr>
              <a:t>(self)</a:t>
            </a:r>
            <a:r>
              <a:rPr lang="zh-TW" altLang="en-US" dirty="0">
                <a:solidFill>
                  <a:srgbClr val="FF0000"/>
                </a:solidFill>
              </a:rPr>
              <a:t>然後按右鍵選移至定義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1588AB26-AD23-1F39-9C8E-836567F21A22}"/>
              </a:ext>
            </a:extLst>
          </p:cNvPr>
          <p:cNvCxnSpPr>
            <a:cxnSpLocks/>
          </p:cNvCxnSpPr>
          <p:nvPr/>
        </p:nvCxnSpPr>
        <p:spPr>
          <a:xfrm flipH="1">
            <a:off x="2267744" y="2501427"/>
            <a:ext cx="2285968" cy="21864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8119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D75E6B-2885-5931-1948-D700FD4DA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加入自訂網址的方法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B5434AB-3486-123A-19CC-94F27E0DA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50E1F08-9F81-D1ED-6CFD-3C552F0BCB4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51023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2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django.contrib</a:t>
            </a: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admin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2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django.urls</a:t>
            </a: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path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kern="100" dirty="0">
                <a:solidFill>
                  <a:schemeClr val="accent1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2800" kern="100" dirty="0" err="1">
                <a:solidFill>
                  <a:schemeClr val="accent1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mysite</a:t>
            </a:r>
            <a:r>
              <a:rPr lang="en-US" altLang="zh-TW" sz="2800" kern="100" dirty="0">
                <a:solidFill>
                  <a:schemeClr val="accent1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views</a:t>
            </a:r>
            <a:endParaRPr lang="zh-TW" altLang="zh-TW" sz="2800" kern="100" dirty="0">
              <a:solidFill>
                <a:schemeClr val="accent1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urlpatterns</a:t>
            </a: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[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path('admin/', </a:t>
            </a:r>
            <a:r>
              <a:rPr lang="en-US" altLang="zh-TW" sz="2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admin.site.urls</a:t>
            </a: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),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path('', </a:t>
            </a:r>
            <a:r>
              <a:rPr lang="en-US" altLang="zh-TW" sz="2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views.</a:t>
            </a:r>
            <a:r>
              <a:rPr lang="en-US" altLang="zh-TW" sz="2800" kern="100" dirty="0" err="1">
                <a:solidFill>
                  <a:schemeClr val="accent1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homepage</a:t>
            </a: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),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]</a:t>
            </a:r>
            <a:endParaRPr lang="zh-TW" altLang="zh-TW" sz="2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r>
              <a:rPr lang="zh-TW" altLang="en-US" dirty="0">
                <a:solidFill>
                  <a:srgbClr val="FF0000"/>
                </a:solidFill>
              </a:rPr>
              <a:t>非常重要</a:t>
            </a:r>
            <a:r>
              <a:rPr lang="en-US" altLang="zh-TW" dirty="0">
                <a:solidFill>
                  <a:srgbClr val="FF0000"/>
                </a:solidFill>
              </a:rPr>
              <a:t>,</a:t>
            </a:r>
            <a:r>
              <a:rPr lang="zh-TW" altLang="en-US" dirty="0">
                <a:solidFill>
                  <a:srgbClr val="FF0000"/>
                </a:solidFill>
              </a:rPr>
              <a:t>每個</a:t>
            </a:r>
            <a:r>
              <a:rPr lang="en-US" altLang="zh-TW" dirty="0">
                <a:solidFill>
                  <a:srgbClr val="FF0000"/>
                </a:solidFill>
              </a:rPr>
              <a:t>pattern</a:t>
            </a:r>
            <a:r>
              <a:rPr lang="zh-TW" altLang="en-US" dirty="0">
                <a:solidFill>
                  <a:srgbClr val="FF0000"/>
                </a:solidFill>
              </a:rPr>
              <a:t>必須以「</a:t>
            </a:r>
            <a:r>
              <a:rPr lang="en-US" altLang="zh-TW" dirty="0">
                <a:solidFill>
                  <a:srgbClr val="FF0000"/>
                </a:solidFill>
              </a:rPr>
              <a:t>/</a:t>
            </a:r>
            <a:r>
              <a:rPr lang="zh-TW" altLang="en-US" dirty="0">
                <a:solidFill>
                  <a:srgbClr val="FF0000"/>
                </a:solidFill>
              </a:rPr>
              <a:t>」做為結束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/>
              <a:t>localhost:8000/about, localhost:8000/about/</a:t>
            </a:r>
          </a:p>
          <a:p>
            <a:r>
              <a:rPr lang="en-US" altLang="zh-TW" dirty="0"/>
              <a:t>localhost:8000/list, localhost:8000/list/</a:t>
            </a:r>
          </a:p>
          <a:p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7E27188-1681-A661-8689-EB065B8E3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2420888"/>
            <a:ext cx="3905795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614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836B21-4984-A3A2-9EA3-26CE20C5E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在</a:t>
            </a:r>
            <a:r>
              <a:rPr lang="en-US" altLang="zh-TW"/>
              <a:t>views.py</a:t>
            </a:r>
            <a:r>
              <a:rPr lang="zh-TW" altLang="en-US"/>
              <a:t>加上相對應的函式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2E2DE20-AB36-0129-D432-E3C8D5319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6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55661FB-4069-7387-2BCC-138F823B7FB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django.shortcuts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render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from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django.http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import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HttpResponse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def </a:t>
            </a:r>
            <a:r>
              <a:rPr lang="en-US" altLang="zh-TW" sz="2400" kern="100" dirty="0">
                <a:solidFill>
                  <a:schemeClr val="accent1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homepage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(request):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return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HttpResponse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("Hello world!")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030785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AE50C1-D9F9-EB95-D029-078E78D78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以網址列傳遞參數的方法</a:t>
            </a:r>
            <a:r>
              <a:rPr lang="en-US" altLang="zh-TW" dirty="0"/>
              <a:t>(</a:t>
            </a:r>
            <a:r>
              <a:rPr lang="zh-TW" altLang="en-US" dirty="0"/>
              <a:t>說明使用情境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FFA5EB5-FB75-2054-08B7-ED442E1DB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7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593710-51A0-01DE-18A6-80136FFDC0C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urls.py</a:t>
            </a:r>
          </a:p>
          <a:p>
            <a:pPr marL="274320" lvl="1" indent="0">
              <a:buNone/>
            </a:pPr>
            <a:r>
              <a:rPr lang="en-US" altLang="zh-TW" dirty="0"/>
              <a:t>path('about/</a:t>
            </a:r>
            <a:r>
              <a:rPr lang="en-US" altLang="zh-TW" dirty="0">
                <a:solidFill>
                  <a:srgbClr val="FF0000"/>
                </a:solidFill>
              </a:rPr>
              <a:t>&lt;</a:t>
            </a:r>
            <a:r>
              <a:rPr lang="en-US" altLang="zh-TW" dirty="0" err="1">
                <a:solidFill>
                  <a:srgbClr val="FF0000"/>
                </a:solidFill>
              </a:rPr>
              <a:t>int:author_no</a:t>
            </a:r>
            <a:r>
              <a:rPr lang="en-US" altLang="zh-TW" dirty="0">
                <a:solidFill>
                  <a:srgbClr val="FF0000"/>
                </a:solidFill>
              </a:rPr>
              <a:t>&gt;</a:t>
            </a:r>
            <a:r>
              <a:rPr lang="en-US" altLang="zh-TW" dirty="0"/>
              <a:t>/', </a:t>
            </a:r>
            <a:r>
              <a:rPr lang="en-US" altLang="zh-TW" dirty="0" err="1"/>
              <a:t>views.about</a:t>
            </a:r>
            <a:r>
              <a:rPr lang="en-US" altLang="zh-TW" dirty="0"/>
              <a:t>),</a:t>
            </a:r>
          </a:p>
          <a:p>
            <a:r>
              <a:rPr lang="en-US" altLang="zh-TW" dirty="0"/>
              <a:t>views.py</a:t>
            </a:r>
          </a:p>
          <a:p>
            <a:pPr marL="274320" lvl="1" indent="0">
              <a:buNone/>
            </a:pPr>
            <a:r>
              <a:rPr lang="en-US" altLang="zh-TW" dirty="0"/>
              <a:t>def about(request, </a:t>
            </a:r>
            <a:r>
              <a:rPr lang="en-US" altLang="zh-TW" dirty="0" err="1">
                <a:solidFill>
                  <a:srgbClr val="FF0000"/>
                </a:solidFill>
              </a:rPr>
              <a:t>author_no</a:t>
            </a:r>
            <a:r>
              <a:rPr lang="en-US" altLang="zh-TW" dirty="0"/>
              <a:t>):</a:t>
            </a:r>
          </a:p>
          <a:p>
            <a:pPr marL="274320" lvl="1" indent="0">
              <a:buNone/>
            </a:pPr>
            <a:r>
              <a:rPr lang="en-US" altLang="zh-TW" dirty="0"/>
              <a:t>    html = "&lt;h2&gt;Here is Author:{}'s about page!&lt;/h2&gt;&lt;</a:t>
            </a:r>
            <a:r>
              <a:rPr lang="en-US" altLang="zh-TW" dirty="0" err="1"/>
              <a:t>hr</a:t>
            </a:r>
            <a:r>
              <a:rPr lang="en-US" altLang="zh-TW" dirty="0"/>
              <a:t>&gt;".format(</a:t>
            </a:r>
            <a:r>
              <a:rPr lang="en-US" altLang="zh-TW" dirty="0" err="1"/>
              <a:t>author_no</a:t>
            </a:r>
            <a:r>
              <a:rPr lang="en-US" altLang="zh-TW" dirty="0"/>
              <a:t>)</a:t>
            </a:r>
          </a:p>
          <a:p>
            <a:pPr marL="274320" lvl="1" indent="0">
              <a:buNone/>
            </a:pPr>
            <a:r>
              <a:rPr lang="en-US" altLang="zh-TW" dirty="0"/>
              <a:t>    return </a:t>
            </a:r>
            <a:r>
              <a:rPr lang="en-US" altLang="zh-TW" dirty="0" err="1"/>
              <a:t>HttpResponse</a:t>
            </a:r>
            <a:r>
              <a:rPr lang="en-US" altLang="zh-TW" dirty="0"/>
              <a:t>(html)</a:t>
            </a:r>
          </a:p>
          <a:p>
            <a:pPr lvl="1"/>
            <a:endParaRPr lang="zh-TW" altLang="en-US" dirty="0"/>
          </a:p>
        </p:txBody>
      </p:sp>
      <p:pic>
        <p:nvPicPr>
          <p:cNvPr id="5" name="圖片 4" descr="一張含有 文字 的圖片&#10;&#10;自動產生的描述">
            <a:extLst>
              <a:ext uri="{FF2B5EF4-FFF2-40B4-BE49-F238E27FC236}">
                <a16:creationId xmlns:a16="http://schemas.microsoft.com/office/drawing/2014/main" id="{F4482EF4-6D60-416C-8FCA-ADC5667D3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652" y="4509120"/>
            <a:ext cx="6264696" cy="195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44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D5CB57-5057-F913-85AC-5041581C2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 </a:t>
            </a:r>
            <a:r>
              <a:rPr lang="zh-TW" altLang="en-US"/>
              <a:t>可以使用的參數列表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8DAB30A-E4EF-5775-555A-EA6978A42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8</a:t>
            </a:fld>
            <a:endParaRPr lang="zh-TW" altLang="en-US"/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FE84ABA6-F2B3-09F0-A336-CBBE26231386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796253012"/>
              </p:ext>
            </p:extLst>
          </p:nvPr>
        </p:nvGraphicFramePr>
        <p:xfrm>
          <a:off x="495708" y="1538166"/>
          <a:ext cx="8152584" cy="46588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60198">
                  <a:extLst>
                    <a:ext uri="{9D8B030D-6E8A-4147-A177-3AD203B41FA5}">
                      <a16:colId xmlns:a16="http://schemas.microsoft.com/office/drawing/2014/main" val="3402573433"/>
                    </a:ext>
                  </a:extLst>
                </a:gridCol>
                <a:gridCol w="6392386">
                  <a:extLst>
                    <a:ext uri="{9D8B030D-6E8A-4147-A177-3AD203B41FA5}">
                      <a16:colId xmlns:a16="http://schemas.microsoft.com/office/drawing/2014/main" val="3777181147"/>
                    </a:ext>
                  </a:extLst>
                </a:gridCol>
              </a:tblGrid>
              <a:tr h="326548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2000" kern="100">
                          <a:effectLst/>
                        </a:rPr>
                        <a:t>符號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2000" kern="100">
                          <a:effectLst/>
                        </a:rPr>
                        <a:t>說明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3686760"/>
                  </a:ext>
                </a:extLst>
              </a:tr>
              <a:tr h="925219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>
                          <a:effectLst/>
                        </a:rPr>
                        <a:t>str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2000" kern="100">
                          <a:effectLst/>
                        </a:rPr>
                        <a:t>對應參數為字串</a:t>
                      </a: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2000" kern="100">
                          <a:effectLst/>
                        </a:rPr>
                        <a:t>例：</a:t>
                      </a:r>
                      <a:r>
                        <a:rPr lang="en-US" sz="2000" kern="100">
                          <a:effectLst/>
                        </a:rPr>
                        <a:t> hello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66488298"/>
                  </a:ext>
                </a:extLst>
              </a:tr>
              <a:tr h="692449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>
                          <a:effectLst/>
                        </a:rPr>
                        <a:t>int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2000" kern="100">
                          <a:effectLst/>
                        </a:rPr>
                        <a:t>對應參數為整數</a:t>
                      </a: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2000" kern="100">
                          <a:effectLst/>
                        </a:rPr>
                        <a:t>例：</a:t>
                      </a:r>
                      <a:r>
                        <a:rPr lang="en-US" sz="2000" kern="100">
                          <a:effectLst/>
                        </a:rPr>
                        <a:t>100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4417112"/>
                  </a:ext>
                </a:extLst>
              </a:tr>
              <a:tr h="925219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>
                          <a:effectLst/>
                        </a:rPr>
                        <a:t>slug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2000" kern="100" dirty="0">
                          <a:effectLst/>
                        </a:rPr>
                        <a:t>對應</a:t>
                      </a:r>
                      <a:r>
                        <a:rPr lang="en-US" sz="2000" kern="100" dirty="0">
                          <a:effectLst/>
                        </a:rPr>
                        <a:t>ASCII</a:t>
                      </a:r>
                      <a:r>
                        <a:rPr lang="zh-TW" sz="2000" kern="100" dirty="0">
                          <a:effectLst/>
                        </a:rPr>
                        <a:t>所組成的字元或符號</a:t>
                      </a:r>
                      <a:r>
                        <a:rPr lang="en-US" sz="2000" kern="100" dirty="0">
                          <a:effectLst/>
                        </a:rPr>
                        <a:t>(</a:t>
                      </a:r>
                      <a:r>
                        <a:rPr lang="zh-TW" sz="2000" kern="100" dirty="0">
                          <a:effectLst/>
                        </a:rPr>
                        <a:t>像是參數有連字符號或底線等</a:t>
                      </a:r>
                      <a:r>
                        <a:rPr lang="en-US" sz="2000" kern="100" dirty="0">
                          <a:effectLst/>
                        </a:rPr>
                        <a:t>…). </a:t>
                      </a:r>
                      <a:endParaRPr lang="zh-TW" sz="2000" kern="100" dirty="0">
                        <a:effectLst/>
                      </a:endParaRP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2000" kern="100" dirty="0">
                          <a:effectLst/>
                        </a:rPr>
                        <a:t>例：</a:t>
                      </a:r>
                      <a:r>
                        <a:rPr lang="en-US" sz="2000" kern="100" dirty="0">
                          <a:effectLst/>
                        </a:rPr>
                        <a:t>building-your-1st-django-site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5002063"/>
                  </a:ext>
                </a:extLst>
              </a:tr>
              <a:tr h="925219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>
                          <a:effectLst/>
                        </a:rPr>
                        <a:t>uuid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2000" kern="100">
                          <a:effectLst/>
                        </a:rPr>
                        <a:t>對應</a:t>
                      </a:r>
                      <a:r>
                        <a:rPr lang="en-US" sz="2000" kern="100">
                          <a:effectLst/>
                        </a:rPr>
                        <a:t>uuid</a:t>
                      </a:r>
                      <a:r>
                        <a:rPr lang="zh-TW" sz="2000" kern="100">
                          <a:effectLst/>
                        </a:rPr>
                        <a:t>所組的的格式字串</a:t>
                      </a:r>
                      <a:r>
                        <a:rPr lang="en-US" sz="2000" kern="100">
                          <a:effectLst/>
                        </a:rPr>
                        <a:t>.</a:t>
                      </a:r>
                      <a:endParaRPr lang="zh-TW" sz="2000" kern="100">
                        <a:effectLst/>
                      </a:endParaRPr>
                    </a:p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2000" kern="100">
                          <a:effectLst/>
                        </a:rPr>
                        <a:t>例：</a:t>
                      </a:r>
                      <a:r>
                        <a:rPr lang="en-US" sz="2000" kern="100">
                          <a:effectLst/>
                        </a:rPr>
                        <a:t>075194d3-6885-417e-a8a8-6c931e272f00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4619985"/>
                  </a:ext>
                </a:extLst>
              </a:tr>
              <a:tr h="653096"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kern="100">
                          <a:effectLst/>
                        </a:rPr>
                        <a:t>path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TW" sz="2000" kern="100" dirty="0">
                          <a:effectLst/>
                        </a:rPr>
                        <a:t>對應完整</a:t>
                      </a:r>
                      <a:r>
                        <a:rPr lang="en-US" sz="2000" kern="100" dirty="0">
                          <a:effectLst/>
                        </a:rPr>
                        <a:t>URL</a:t>
                      </a:r>
                      <a:r>
                        <a:rPr lang="zh-TW" sz="2000" kern="100" dirty="0">
                          <a:effectLst/>
                        </a:rPr>
                        <a:t>路徑，把網址中的</a:t>
                      </a:r>
                      <a:r>
                        <a:rPr lang="en-US" sz="2000" kern="100" dirty="0">
                          <a:effectLst/>
                        </a:rPr>
                        <a:t>"/"</a:t>
                      </a:r>
                      <a:r>
                        <a:rPr lang="zh-TW" sz="2000" kern="100" dirty="0">
                          <a:effectLst/>
                        </a:rPr>
                        <a:t>視同是參數，而非</a:t>
                      </a:r>
                      <a:r>
                        <a:rPr lang="en-US" sz="2000" kern="100" dirty="0">
                          <a:effectLst/>
                        </a:rPr>
                        <a:t>URL</a:t>
                      </a:r>
                      <a:r>
                        <a:rPr lang="zh-TW" sz="2000" kern="100" dirty="0">
                          <a:effectLst/>
                        </a:rPr>
                        <a:t>片段，像是上述參數皆為</a:t>
                      </a:r>
                      <a:r>
                        <a:rPr lang="en-US" sz="2000" kern="100" dirty="0">
                          <a:effectLst/>
                        </a:rPr>
                        <a:t>path</a:t>
                      </a:r>
                      <a:r>
                        <a:rPr lang="zh-TW" sz="2000" kern="100" dirty="0">
                          <a:effectLst/>
                        </a:rPr>
                        <a:t>參數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26389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209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E7227D-F4D1-A5B7-99C2-FE0C172FF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00"/>
            <a:ext cx="8836152" cy="758952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參數</a:t>
            </a:r>
            <a:r>
              <a:rPr lang="zh-TW" altLang="en-US" dirty="0">
                <a:solidFill>
                  <a:srgbClr val="FF0000"/>
                </a:solidFill>
              </a:rPr>
              <a:t>預設值</a:t>
            </a:r>
            <a:r>
              <a:rPr lang="zh-TW" altLang="en-US" dirty="0"/>
              <a:t>的使用</a:t>
            </a:r>
            <a:r>
              <a:rPr lang="en-US" altLang="zh-TW" dirty="0"/>
              <a:t>-ch05</a:t>
            </a:r>
            <a:br>
              <a:rPr lang="en-US" altLang="zh-TW" dirty="0"/>
            </a:br>
            <a:r>
              <a:rPr lang="en-US" altLang="zh-TW" dirty="0"/>
              <a:t>(demo </a:t>
            </a:r>
            <a:r>
              <a:rPr lang="zh-TW" altLang="en-US" dirty="0">
                <a:solidFill>
                  <a:srgbClr val="FF0000"/>
                </a:solidFill>
              </a:rPr>
              <a:t>此時</a:t>
            </a:r>
            <a:r>
              <a:rPr lang="en-US" altLang="zh-TW" dirty="0" err="1"/>
              <a:t>urls</a:t>
            </a:r>
            <a:r>
              <a:rPr lang="en-US" altLang="zh-TW" dirty="0"/>
              <a:t> path</a:t>
            </a:r>
            <a:r>
              <a:rPr lang="zh-TW" altLang="en-US" dirty="0">
                <a:solidFill>
                  <a:srgbClr val="FF0000"/>
                </a:solidFill>
              </a:rPr>
              <a:t>順序沒差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7617D5B-A478-7453-301B-2E6DCF196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E5602C5-2CEE-B998-FFB8-624AFD62466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01752" y="836712"/>
            <a:ext cx="8503920" cy="5112568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/>
              <a:t>urls.py</a:t>
            </a:r>
          </a:p>
          <a:p>
            <a:pPr marL="274320" lvl="1" indent="0">
              <a:buNone/>
            </a:pPr>
            <a:r>
              <a:rPr lang="en-US" altLang="zh-TW" dirty="0"/>
              <a:t>path('about/', </a:t>
            </a:r>
            <a:r>
              <a:rPr lang="en-US" altLang="zh-TW" dirty="0" err="1">
                <a:solidFill>
                  <a:srgbClr val="FF0000"/>
                </a:solidFill>
              </a:rPr>
              <a:t>views.about</a:t>
            </a:r>
            <a:r>
              <a:rPr lang="en-US" altLang="zh-TW" dirty="0"/>
              <a:t>),</a:t>
            </a:r>
          </a:p>
          <a:p>
            <a:pPr marL="274320" lvl="1" indent="0">
              <a:buNone/>
            </a:pPr>
            <a:r>
              <a:rPr lang="en-US" altLang="zh-TW" dirty="0"/>
              <a:t>path('about/&lt;</a:t>
            </a:r>
            <a:r>
              <a:rPr lang="en-US" altLang="zh-TW" dirty="0" err="1"/>
              <a:t>int:author_no</a:t>
            </a:r>
            <a:r>
              <a:rPr lang="en-US" altLang="zh-TW" dirty="0"/>
              <a:t>&gt;/', </a:t>
            </a:r>
            <a:r>
              <a:rPr lang="en-US" altLang="zh-TW" dirty="0" err="1">
                <a:solidFill>
                  <a:srgbClr val="FF0000"/>
                </a:solidFill>
              </a:rPr>
              <a:t>views.about</a:t>
            </a:r>
            <a:r>
              <a:rPr lang="en-US" altLang="zh-TW" dirty="0"/>
              <a:t>),</a:t>
            </a:r>
          </a:p>
          <a:p>
            <a:r>
              <a:rPr lang="en-US" altLang="zh-TW" dirty="0"/>
              <a:t>views.py</a:t>
            </a:r>
          </a:p>
          <a:p>
            <a:r>
              <a:rPr lang="en-US" altLang="zh-TW" dirty="0"/>
              <a:t>demo</a:t>
            </a:r>
            <a:r>
              <a:rPr lang="zh-TW" altLang="en-US" dirty="0"/>
              <a:t>沒有預設值 </a:t>
            </a:r>
            <a:r>
              <a:rPr lang="en-US" altLang="zh-TW" dirty="0"/>
              <a:t>= 0</a:t>
            </a:r>
            <a:r>
              <a:rPr lang="zh-TW" altLang="en-US" dirty="0"/>
              <a:t>的</a:t>
            </a:r>
            <a:r>
              <a:rPr lang="en-US" altLang="zh-TW" dirty="0"/>
              <a:t>error</a:t>
            </a:r>
          </a:p>
          <a:p>
            <a:r>
              <a:rPr lang="zh-TW" altLang="zh-TW" dirty="0">
                <a:solidFill>
                  <a:srgbClr val="FF0000"/>
                </a:solidFill>
              </a:rPr>
              <a:t># 只有/about會報錯，但/about/1不會報錯</a:t>
            </a:r>
            <a:endParaRPr lang="en-US" altLang="zh-TW" dirty="0">
              <a:solidFill>
                <a:srgbClr val="FF0000"/>
              </a:solidFill>
            </a:endParaRPr>
          </a:p>
          <a:p>
            <a:pPr marL="274320" lvl="1" indent="0">
              <a:buNone/>
            </a:pPr>
            <a:endParaRPr lang="en-US" altLang="zh-TW" dirty="0"/>
          </a:p>
          <a:p>
            <a:pPr marL="274320" lvl="1" indent="0">
              <a:buNone/>
            </a:pPr>
            <a:r>
              <a:rPr lang="en-US" altLang="zh-TW" dirty="0"/>
              <a:t>def </a:t>
            </a:r>
            <a:r>
              <a:rPr lang="en-US" altLang="zh-TW" b="1" dirty="0" err="1"/>
              <a:t>about_author</a:t>
            </a:r>
            <a:r>
              <a:rPr lang="en-US" altLang="zh-TW" dirty="0"/>
              <a:t>(request, </a:t>
            </a:r>
            <a:r>
              <a:rPr lang="en-US" altLang="zh-TW" dirty="0" err="1">
                <a:solidFill>
                  <a:srgbClr val="FF0000"/>
                </a:solidFill>
              </a:rPr>
              <a:t>author_no</a:t>
            </a:r>
            <a:r>
              <a:rPr lang="en-US" altLang="zh-TW" dirty="0">
                <a:solidFill>
                  <a:srgbClr val="FF0000"/>
                </a:solidFill>
              </a:rPr>
              <a:t> = 0</a:t>
            </a:r>
            <a:r>
              <a:rPr lang="en-US" altLang="zh-TW" dirty="0"/>
              <a:t>):</a:t>
            </a:r>
          </a:p>
          <a:p>
            <a:pPr marL="274320" lvl="1" indent="0">
              <a:buNone/>
            </a:pPr>
            <a:r>
              <a:rPr lang="en-US" altLang="zh-TW" dirty="0"/>
              <a:t>	html = "&lt;h2&gt;Here is Author:{}'s about page!&lt;/h2&gt;&lt;</a:t>
            </a:r>
            <a:r>
              <a:rPr lang="en-US" altLang="zh-TW" dirty="0" err="1"/>
              <a:t>hr</a:t>
            </a:r>
            <a:r>
              <a:rPr lang="en-US" altLang="zh-TW" dirty="0"/>
              <a:t>&gt;".format(</a:t>
            </a:r>
            <a:r>
              <a:rPr lang="en-US" altLang="zh-TW" dirty="0" err="1"/>
              <a:t>author_no</a:t>
            </a:r>
            <a:r>
              <a:rPr lang="en-US" altLang="zh-TW" dirty="0"/>
              <a:t>)</a:t>
            </a:r>
          </a:p>
          <a:p>
            <a:pPr marL="274320" lvl="1" indent="0">
              <a:buNone/>
            </a:pPr>
            <a:r>
              <a:rPr lang="en-US" altLang="zh-TW" dirty="0"/>
              <a:t>	return </a:t>
            </a:r>
            <a:r>
              <a:rPr lang="en-US" altLang="zh-TW" dirty="0" err="1"/>
              <a:t>HttpResponse</a:t>
            </a:r>
            <a:r>
              <a:rPr lang="en-US" altLang="zh-TW" dirty="0"/>
              <a:t>(html)</a:t>
            </a:r>
          </a:p>
          <a:p>
            <a:r>
              <a:rPr lang="zh-TW" altLang="en-US" dirty="0"/>
              <a:t>也可以直接在</a:t>
            </a:r>
            <a:r>
              <a:rPr lang="en-US" altLang="zh-TW" dirty="0"/>
              <a:t>urls.py</a:t>
            </a:r>
            <a:r>
              <a:rPr lang="zh-TW" altLang="en-US" dirty="0"/>
              <a:t>中傳遞參數：</a:t>
            </a:r>
            <a:endParaRPr lang="en-US" altLang="zh-TW" dirty="0"/>
          </a:p>
          <a:p>
            <a:pPr marL="274320" lvl="1" indent="0">
              <a:buNone/>
            </a:pPr>
            <a:r>
              <a:rPr lang="en-US" altLang="zh-TW" dirty="0"/>
              <a:t>path('', </a:t>
            </a:r>
            <a:r>
              <a:rPr lang="en-US" altLang="zh-TW" dirty="0" err="1"/>
              <a:t>views.homepage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FF0000"/>
                </a:solidFill>
              </a:rPr>
              <a:t>{'</a:t>
            </a:r>
            <a:r>
              <a:rPr lang="en-US" altLang="zh-TW" dirty="0" err="1">
                <a:solidFill>
                  <a:srgbClr val="FF0000"/>
                </a:solidFill>
              </a:rPr>
              <a:t>testmode</a:t>
            </a:r>
            <a:r>
              <a:rPr lang="en-US" altLang="zh-TW" dirty="0">
                <a:solidFill>
                  <a:srgbClr val="FF0000"/>
                </a:solidFill>
              </a:rPr>
              <a:t>':'YES'}</a:t>
            </a:r>
            <a:r>
              <a:rPr lang="en-US" altLang="zh-TW" dirty="0"/>
              <a:t>),</a:t>
            </a:r>
          </a:p>
          <a:p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B365C11-84E9-8A50-A219-83932C110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75349"/>
            <a:ext cx="9144000" cy="96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926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EB9A55-448B-E2E4-83C0-6E11CEFF0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37800"/>
            <a:ext cx="8534400" cy="758952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套用整組網址設定的方法</a:t>
            </a:r>
            <a:r>
              <a:rPr lang="en-US" altLang="zh-TW" dirty="0"/>
              <a:t>(author/about…)</a:t>
            </a:r>
            <a:br>
              <a:rPr lang="en-US" altLang="zh-TW" dirty="0"/>
            </a:br>
            <a:r>
              <a:rPr lang="zh-TW" altLang="en-US" dirty="0"/>
              <a:t>記得網址也要改成</a:t>
            </a:r>
            <a:r>
              <a:rPr lang="en-US" altLang="zh-TW" sz="4400" dirty="0">
                <a:solidFill>
                  <a:srgbClr val="FF0000"/>
                </a:solidFill>
              </a:rPr>
              <a:t>author</a:t>
            </a:r>
            <a:r>
              <a:rPr lang="en-US" altLang="zh-TW" dirty="0"/>
              <a:t>/about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25902D6-9C3D-89B5-F1AA-2713BF24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07DFB5C-5842-6009-A670-4B1007ABBA4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zh-TW" altLang="en-US" sz="3200" dirty="0">
                <a:solidFill>
                  <a:srgbClr val="FF0000"/>
                </a:solidFill>
              </a:rPr>
              <a:t>把</a:t>
            </a:r>
            <a:r>
              <a:rPr lang="en-US" altLang="zh-TW" sz="3200" dirty="0">
                <a:solidFill>
                  <a:srgbClr val="FF0000"/>
                </a:solidFill>
              </a:rPr>
              <a:t>about</a:t>
            </a:r>
            <a:r>
              <a:rPr lang="zh-TW" altLang="en-US" sz="3200" dirty="0">
                <a:solidFill>
                  <a:srgbClr val="FF0000"/>
                </a:solidFill>
              </a:rPr>
              <a:t>相關的</a:t>
            </a:r>
            <a:r>
              <a:rPr lang="en-US" altLang="zh-TW" sz="3200" dirty="0" err="1">
                <a:solidFill>
                  <a:srgbClr val="FF0000"/>
                </a:solidFill>
              </a:rPr>
              <a:t>url</a:t>
            </a:r>
            <a:r>
              <a:rPr lang="zh-TW" altLang="en-US" sz="3200" dirty="0">
                <a:solidFill>
                  <a:srgbClr val="FF0000"/>
                </a:solidFill>
              </a:rPr>
              <a:t>拉出去獨立成一個</a:t>
            </a:r>
            <a:r>
              <a:rPr lang="en-US" altLang="zh-TW" sz="3200" dirty="0">
                <a:solidFill>
                  <a:srgbClr val="FF0000"/>
                </a:solidFill>
              </a:rPr>
              <a:t>patterns</a:t>
            </a:r>
            <a:r>
              <a:rPr lang="zh-TW" altLang="en-US" sz="3200" dirty="0">
                <a:solidFill>
                  <a:srgbClr val="FF0000"/>
                </a:solidFill>
              </a:rPr>
              <a:t>，然後用</a:t>
            </a:r>
            <a:r>
              <a:rPr lang="en-US" altLang="zh-TW" sz="3200" dirty="0">
                <a:solidFill>
                  <a:srgbClr val="FF0000"/>
                </a:solidFill>
              </a:rPr>
              <a:t>include</a:t>
            </a:r>
            <a:r>
              <a:rPr lang="zh-TW" altLang="en-US" sz="3200" dirty="0">
                <a:solidFill>
                  <a:srgbClr val="FF0000"/>
                </a:solidFill>
              </a:rPr>
              <a:t>引入即可</a:t>
            </a:r>
            <a:endParaRPr lang="en-US" altLang="zh-TW" sz="32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TW" sz="32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from </a:t>
            </a:r>
            <a:r>
              <a:rPr lang="en-US" altLang="zh-TW" dirty="0" err="1"/>
              <a:t>django.urls</a:t>
            </a:r>
            <a:r>
              <a:rPr lang="en-US" altLang="zh-TW" dirty="0"/>
              <a:t> import path</a:t>
            </a:r>
            <a:r>
              <a:rPr lang="en-US" altLang="zh-TW" dirty="0">
                <a:solidFill>
                  <a:srgbClr val="FF0000"/>
                </a:solidFill>
              </a:rPr>
              <a:t>, include</a:t>
            </a:r>
          </a:p>
          <a:p>
            <a:pPr marL="0" indent="0">
              <a:buNone/>
            </a:pPr>
            <a:endParaRPr lang="en-US" altLang="zh-TW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TW" dirty="0" err="1">
                <a:solidFill>
                  <a:srgbClr val="FF0000"/>
                </a:solidFill>
              </a:rPr>
              <a:t>about_patterns</a:t>
            </a:r>
            <a:r>
              <a:rPr lang="en-US" altLang="zh-TW" dirty="0">
                <a:solidFill>
                  <a:srgbClr val="FF0000"/>
                </a:solidFill>
              </a:rPr>
              <a:t> = [</a:t>
            </a:r>
          </a:p>
          <a:p>
            <a:pPr marL="0" indent="0">
              <a:buNone/>
            </a:pPr>
            <a:r>
              <a:rPr lang="en-US" altLang="zh-TW" dirty="0"/>
              <a:t>    path('about2/', about2, name='about2'),</a:t>
            </a:r>
          </a:p>
          <a:p>
            <a:pPr marL="0" indent="0">
              <a:buNone/>
            </a:pPr>
            <a:r>
              <a:rPr lang="en-US" altLang="zh-TW" dirty="0"/>
              <a:t>    path('about3/', about3, name='about2'),</a:t>
            </a:r>
          </a:p>
          <a:p>
            <a:pPr marL="0" indent="0">
              <a:buNone/>
            </a:pPr>
            <a:r>
              <a:rPr lang="en-US" altLang="zh-TW" dirty="0"/>
              <a:t>    path('about/&lt;</a:t>
            </a:r>
            <a:r>
              <a:rPr lang="en-US" altLang="zh-TW" dirty="0" err="1"/>
              <a:t>int:author_no</a:t>
            </a:r>
            <a:r>
              <a:rPr lang="en-US" altLang="zh-TW" dirty="0"/>
              <a:t>&gt;/', </a:t>
            </a:r>
            <a:r>
              <a:rPr lang="en-US" altLang="zh-TW" dirty="0" err="1"/>
              <a:t>about_author</a:t>
            </a:r>
            <a:r>
              <a:rPr lang="en-US" altLang="zh-TW" dirty="0"/>
              <a:t>, name='</a:t>
            </a:r>
            <a:r>
              <a:rPr lang="en-US" altLang="zh-TW" dirty="0" err="1"/>
              <a:t>about_author</a:t>
            </a:r>
            <a:r>
              <a:rPr lang="en-US" altLang="zh-TW" dirty="0"/>
              <a:t>'),</a:t>
            </a:r>
          </a:p>
          <a:p>
            <a:pPr marL="0" indent="0">
              <a:buNone/>
            </a:pPr>
            <a:r>
              <a:rPr lang="en-US" altLang="zh-TW" dirty="0"/>
              <a:t>    path('about/', </a:t>
            </a:r>
            <a:r>
              <a:rPr lang="en-US" altLang="zh-TW" dirty="0" err="1"/>
              <a:t>about_author</a:t>
            </a:r>
            <a:r>
              <a:rPr lang="en-US" altLang="zh-TW" dirty="0"/>
              <a:t>, name='</a:t>
            </a:r>
            <a:r>
              <a:rPr lang="en-US" altLang="zh-TW" dirty="0" err="1"/>
              <a:t>about_author</a:t>
            </a:r>
            <a:r>
              <a:rPr lang="en-US" altLang="zh-TW" dirty="0"/>
              <a:t>'),</a:t>
            </a:r>
          </a:p>
          <a:p>
            <a:pPr marL="0" indent="0">
              <a:buNone/>
            </a:pPr>
            <a:r>
              <a:rPr lang="en-US" altLang="zh-TW" dirty="0">
                <a:solidFill>
                  <a:srgbClr val="FF0000"/>
                </a:solidFill>
              </a:rPr>
              <a:t>]</a:t>
            </a: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urlpatterns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[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dirty="0">
                <a:solidFill>
                  <a:srgbClr val="FF0000"/>
                </a:solidFill>
              </a:rPr>
              <a:t>path('author/', include(</a:t>
            </a:r>
            <a:r>
              <a:rPr lang="en-US" altLang="zh-TW" dirty="0" err="1">
                <a:solidFill>
                  <a:srgbClr val="FF0000"/>
                </a:solidFill>
              </a:rPr>
              <a:t>about_patterns</a:t>
            </a:r>
            <a:r>
              <a:rPr lang="en-US" altLang="zh-TW" dirty="0">
                <a:solidFill>
                  <a:srgbClr val="FF0000"/>
                </a:solidFill>
              </a:rPr>
              <a:t>)),</a:t>
            </a:r>
          </a:p>
          <a:p>
            <a:pPr marL="0" indent="0">
              <a:buNone/>
            </a:pP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]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sz="4500" dirty="0">
                <a:solidFill>
                  <a:srgbClr val="FF0000"/>
                </a:solidFill>
              </a:rPr>
              <a:t>注意：</a:t>
            </a:r>
            <a:r>
              <a:rPr lang="en-US" altLang="zh-TW" sz="4500" dirty="0">
                <a:solidFill>
                  <a:srgbClr val="FF0000"/>
                </a:solidFill>
              </a:rPr>
              <a:t>Include</a:t>
            </a:r>
            <a:r>
              <a:rPr lang="zh-TW" altLang="en-US" sz="4500" dirty="0">
                <a:solidFill>
                  <a:srgbClr val="FF0000"/>
                </a:solidFill>
              </a:rPr>
              <a:t>裏面不用引號會變字串</a:t>
            </a:r>
            <a:endParaRPr lang="en-US" altLang="zh-TW" sz="45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TW" altLang="en-US" sz="32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7BC5507-E9C0-3A84-F226-E1D96318E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088" y="4221088"/>
            <a:ext cx="3776395" cy="2433837"/>
          </a:xfrm>
          <a:prstGeom prst="rect">
            <a:avLst/>
          </a:prstGeom>
        </p:spPr>
      </p:pic>
      <p:cxnSp>
        <p:nvCxnSpPr>
          <p:cNvPr id="7" name="直線單箭頭接點 6"/>
          <p:cNvCxnSpPr/>
          <p:nvPr/>
        </p:nvCxnSpPr>
        <p:spPr>
          <a:xfrm flipV="1">
            <a:off x="2843808" y="5229200"/>
            <a:ext cx="864096" cy="20880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7494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62E8D-1674-97D8-1777-2E87CB24A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2CC5C4-1213-D7CF-A9FC-ED95DE168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示範階層式套用整組網址設定的方法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zh-TW" altLang="en-US" dirty="0">
                <a:solidFill>
                  <a:srgbClr val="FF0000"/>
                </a:solidFill>
              </a:rPr>
              <a:t>須先測試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BDAB5D1-40C2-A7C0-7C49-38325700B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11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5200D46-AC39-849E-37D2-228B61A8E38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sz="24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Info/company, info/sales, info/contact</a:t>
            </a:r>
          </a:p>
          <a:p>
            <a:pPr marL="0" indent="0">
              <a:buNone/>
            </a:pPr>
            <a:endParaRPr lang="en-US" altLang="zh-TW" sz="2400" kern="100" dirty="0">
              <a:solidFill>
                <a:srgbClr val="FF0000"/>
              </a:solidFill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my_patterns</a:t>
            </a:r>
            <a:r>
              <a:rPr lang="en-US" altLang="zh-TW" sz="24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 [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path('company/',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views.company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),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path('sales/',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views.sales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),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path('contact/',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views.contact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),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]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urlpatterns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= [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path('info/', include(</a:t>
            </a:r>
            <a:r>
              <a:rPr lang="en-US" altLang="zh-TW" sz="24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my_patterns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)),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]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839030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22C7B-4E13-295A-6CEF-5E9B584A2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CECFD4-843B-5A52-FD22-8F35A08AB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示範階層式套用整組網址設定的方法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zh-TW" altLang="en-US" dirty="0">
                <a:solidFill>
                  <a:srgbClr val="FF0000"/>
                </a:solidFill>
              </a:rPr>
              <a:t>須先測試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6F5D71B-4DCF-E99F-6331-D322BC8A7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12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0F1E532-FCD1-ABE5-D770-8E68591B1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83" y="1521779"/>
            <a:ext cx="8297433" cy="471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82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82406-6F44-D369-0D70-7B6219586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26F8E6-C47F-D430-8C5F-F481941C4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示範階層式套用整組網址設定的方法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zh-TW" altLang="en-US" dirty="0">
                <a:solidFill>
                  <a:srgbClr val="FF0000"/>
                </a:solidFill>
              </a:rPr>
              <a:t>須先測試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40F7977-9401-0D17-108A-331250F85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13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BB3FA17-5840-980B-623D-66376F2C5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46" y="1499918"/>
            <a:ext cx="8287907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881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A0352E-B655-2011-5D31-6C2E702A3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07" y="228600"/>
            <a:ext cx="9005841" cy="758952"/>
          </a:xfrm>
        </p:spPr>
        <p:txBody>
          <a:bodyPr>
            <a:normAutofit fontScale="90000"/>
          </a:bodyPr>
          <a:lstStyle/>
          <a:p>
            <a:r>
              <a:rPr lang="en-US" altLang="zh-TW" dirty="0" err="1"/>
              <a:t>URLconf</a:t>
            </a:r>
            <a:r>
              <a:rPr lang="zh-TW" altLang="en-US" dirty="0"/>
              <a:t>的反解功能，說明為何要如此，</a:t>
            </a:r>
            <a:br>
              <a:rPr lang="en-US" altLang="zh-TW" dirty="0"/>
            </a:br>
            <a:r>
              <a:rPr lang="zh-TW" altLang="en-US" dirty="0"/>
              <a:t>優點可彈性修改</a:t>
            </a:r>
            <a:r>
              <a:rPr lang="en-US" altLang="zh-TW" dirty="0" err="1"/>
              <a:t>url</a:t>
            </a:r>
            <a:r>
              <a:rPr lang="zh-TW" altLang="en-US" dirty="0"/>
              <a:t>即可，不用改</a:t>
            </a:r>
            <a:r>
              <a:rPr lang="en-US" altLang="zh-TW" dirty="0"/>
              <a:t>html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21845BE-22E5-1B97-3FBF-1A924181B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794638-462F-EBBF-E2FA-2285C61BF70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path('post/&lt;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int:yr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&gt;/&lt;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int:mon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&gt;/&lt;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int:day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&gt;/&lt;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int:post_num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&gt;/', </a:t>
            </a:r>
            <a:r>
              <a:rPr lang="en-US" altLang="zh-TW" sz="18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views.post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, name='</a:t>
            </a:r>
            <a:r>
              <a:rPr lang="en-US" altLang="zh-TW" sz="2000" b="1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post-</a:t>
            </a:r>
            <a:r>
              <a:rPr lang="en-US" altLang="zh-TW" sz="2000" b="1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url</a:t>
            </a:r>
            <a:r>
              <a:rPr lang="en-US" altLang="zh-TW" sz="18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'),</a:t>
            </a:r>
            <a:endParaRPr lang="zh-TW" altLang="zh-TW" sz="18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r>
              <a:rPr lang="en-US" altLang="zh-TW" dirty="0"/>
              <a:t>index.html</a:t>
            </a:r>
            <a:r>
              <a:rPr lang="zh-TW" altLang="en-US" dirty="0"/>
              <a:t>中使用以下的程式碼處理：</a:t>
            </a:r>
            <a:endParaRPr lang="en-US" altLang="zh-TW" dirty="0"/>
          </a:p>
          <a:p>
            <a:pPr marL="274320" lvl="1" indent="0">
              <a:buNone/>
            </a:pPr>
            <a:r>
              <a:rPr lang="en-US" altLang="zh-TW" sz="1700" dirty="0"/>
              <a:t>&lt;!-- index.html --&gt;</a:t>
            </a:r>
          </a:p>
          <a:p>
            <a:pPr marL="274320" lvl="1" indent="0">
              <a:buNone/>
            </a:pPr>
            <a:r>
              <a:rPr lang="en-US" altLang="zh-TW" sz="1700" dirty="0"/>
              <a:t>&lt;!DOCTYPE html&gt;</a:t>
            </a:r>
          </a:p>
          <a:p>
            <a:pPr marL="274320" lvl="1" indent="0">
              <a:buNone/>
            </a:pPr>
            <a:r>
              <a:rPr lang="en-US" altLang="zh-TW" sz="1700" dirty="0"/>
              <a:t>&lt;html&gt;</a:t>
            </a:r>
          </a:p>
          <a:p>
            <a:pPr marL="274320" lvl="1" indent="0">
              <a:buNone/>
            </a:pPr>
            <a:r>
              <a:rPr lang="en-US" altLang="zh-TW" sz="1700" dirty="0"/>
              <a:t>&lt;head&gt;</a:t>
            </a:r>
          </a:p>
          <a:p>
            <a:pPr marL="274320" lvl="1" indent="0">
              <a:buNone/>
            </a:pPr>
            <a:r>
              <a:rPr lang="en-US" altLang="zh-TW" sz="1700" dirty="0"/>
              <a:t>    &lt;meta charset='utf-8'&gt;</a:t>
            </a:r>
          </a:p>
          <a:p>
            <a:pPr marL="274320" lvl="1" indent="0">
              <a:buNone/>
            </a:pPr>
            <a:r>
              <a:rPr lang="en-US" altLang="zh-TW" sz="1700" dirty="0"/>
              <a:t>    &lt;title&gt;Home Page&lt;/title&gt;</a:t>
            </a:r>
          </a:p>
          <a:p>
            <a:pPr marL="274320" lvl="1" indent="0">
              <a:buNone/>
            </a:pPr>
            <a:r>
              <a:rPr lang="en-US" altLang="zh-TW" sz="1700" dirty="0"/>
              <a:t>&lt;/head&gt;</a:t>
            </a:r>
          </a:p>
          <a:p>
            <a:pPr marL="274320" lvl="1" indent="0">
              <a:buNone/>
            </a:pPr>
            <a:r>
              <a:rPr lang="en-US" altLang="zh-TW" sz="1700" dirty="0"/>
              <a:t>&lt;body&gt;</a:t>
            </a:r>
          </a:p>
          <a:p>
            <a:pPr marL="274320" lvl="1" indent="0">
              <a:buNone/>
            </a:pPr>
            <a:r>
              <a:rPr lang="en-US" altLang="zh-TW" dirty="0"/>
              <a:t>&lt;a </a:t>
            </a:r>
            <a:r>
              <a:rPr lang="en-US" altLang="zh-TW" dirty="0" err="1"/>
              <a:t>href</a:t>
            </a:r>
            <a:r>
              <a:rPr lang="en-US" altLang="zh-TW" dirty="0"/>
              <a:t>="{% </a:t>
            </a:r>
            <a:r>
              <a:rPr lang="en-US" altLang="zh-TW" dirty="0" err="1"/>
              <a:t>url</a:t>
            </a:r>
            <a:r>
              <a:rPr lang="en-US" altLang="zh-TW" dirty="0"/>
              <a:t> '</a:t>
            </a:r>
            <a:r>
              <a:rPr lang="en-US" altLang="zh-TW" dirty="0" err="1"/>
              <a:t>post_url</a:t>
            </a:r>
            <a:r>
              <a:rPr lang="en-US" altLang="zh-TW" dirty="0"/>
              <a:t>' </a:t>
            </a:r>
            <a:r>
              <a:rPr lang="en-US" altLang="zh-TW" dirty="0">
                <a:solidFill>
                  <a:srgbClr val="FF0000"/>
                </a:solidFill>
              </a:rPr>
              <a:t>yr </a:t>
            </a:r>
            <a:r>
              <a:rPr lang="en-US" altLang="zh-TW" dirty="0" err="1">
                <a:solidFill>
                  <a:srgbClr val="FF0000"/>
                </a:solidFill>
              </a:rPr>
              <a:t>mo</a:t>
            </a:r>
            <a:r>
              <a:rPr lang="en-US" altLang="zh-TW" dirty="0">
                <a:solidFill>
                  <a:srgbClr val="FF0000"/>
                </a:solidFill>
              </a:rPr>
              <a:t> day </a:t>
            </a:r>
            <a:r>
              <a:rPr lang="en-US" altLang="zh-TW" dirty="0"/>
              <a:t>%}"&gt;back&lt;/a&gt;</a:t>
            </a:r>
          </a:p>
          <a:p>
            <a:pPr marL="274320" lvl="1" indent="0">
              <a:buNone/>
            </a:pPr>
            <a:r>
              <a:rPr lang="en-US" altLang="zh-TW" sz="1700" dirty="0"/>
              <a:t>    </a:t>
            </a:r>
            <a:r>
              <a:rPr lang="en-US" altLang="zh-TW" sz="1700" dirty="0">
                <a:solidFill>
                  <a:srgbClr val="FF0000"/>
                </a:solidFill>
              </a:rPr>
              <a:t>&lt;a </a:t>
            </a:r>
            <a:r>
              <a:rPr lang="en-US" altLang="zh-TW" sz="1700" dirty="0" err="1">
                <a:solidFill>
                  <a:srgbClr val="FF0000"/>
                </a:solidFill>
              </a:rPr>
              <a:t>href</a:t>
            </a:r>
            <a:r>
              <a:rPr lang="en-US" altLang="zh-TW" sz="1700" dirty="0">
                <a:solidFill>
                  <a:srgbClr val="FF0000"/>
                </a:solidFill>
              </a:rPr>
              <a:t>="{% </a:t>
            </a:r>
            <a:r>
              <a:rPr lang="en-US" altLang="zh-TW" sz="1700" dirty="0" err="1">
                <a:solidFill>
                  <a:srgbClr val="FF0000"/>
                </a:solidFill>
              </a:rPr>
              <a:t>url</a:t>
            </a:r>
            <a:r>
              <a:rPr lang="en-US" altLang="zh-TW" sz="1700" dirty="0">
                <a:solidFill>
                  <a:srgbClr val="FF0000"/>
                </a:solidFill>
              </a:rPr>
              <a:t> 'post-</a:t>
            </a:r>
            <a:r>
              <a:rPr lang="en-US" altLang="zh-TW" sz="1700" dirty="0" err="1">
                <a:solidFill>
                  <a:srgbClr val="FF0000"/>
                </a:solidFill>
              </a:rPr>
              <a:t>url</a:t>
            </a:r>
            <a:r>
              <a:rPr lang="en-US" altLang="zh-TW" sz="1700" dirty="0">
                <a:solidFill>
                  <a:srgbClr val="FF0000"/>
                </a:solidFill>
              </a:rPr>
              <a:t>' 2015 12 1 01 %}"&gt;Show the Post&lt;/a&gt;</a:t>
            </a:r>
          </a:p>
          <a:p>
            <a:pPr marL="274320" lvl="1" indent="0">
              <a:buNone/>
            </a:pPr>
            <a:r>
              <a:rPr lang="en-US" altLang="zh-TW" sz="1700" dirty="0"/>
              <a:t>&lt;/body&gt;</a:t>
            </a:r>
          </a:p>
          <a:p>
            <a:pPr marL="274320" lvl="1" indent="0">
              <a:buNone/>
            </a:pPr>
            <a:r>
              <a:rPr lang="en-US" altLang="zh-TW" sz="1700" dirty="0"/>
              <a:t>&lt;/html&gt;</a:t>
            </a:r>
          </a:p>
          <a:p>
            <a:pPr lvl="1"/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FC65EFF-9C75-B8A7-5216-839C1E64A36F}"/>
              </a:ext>
            </a:extLst>
          </p:cNvPr>
          <p:cNvSpPr txBox="1"/>
          <p:nvPr/>
        </p:nvSpPr>
        <p:spPr>
          <a:xfrm>
            <a:off x="3779912" y="529191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 err="1"/>
              <a:t>href</a:t>
            </a:r>
            <a:r>
              <a:rPr lang="en-US" altLang="zh-TW" dirty="0"/>
              <a:t> = /post + </a:t>
            </a:r>
            <a:r>
              <a:rPr lang="zh-TW" altLang="en-US" dirty="0"/>
              <a:t>後面的參數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6EE3CD4-E5AE-751A-3FAC-B99EA874F837}"/>
              </a:ext>
            </a:extLst>
          </p:cNvPr>
          <p:cNvSpPr txBox="1"/>
          <p:nvPr/>
        </p:nvSpPr>
        <p:spPr>
          <a:xfrm>
            <a:off x="372505" y="5831628"/>
            <a:ext cx="87347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如何搜尋找到符合此條件的資料</a:t>
            </a:r>
            <a:r>
              <a:rPr lang="en-US" altLang="zh-TW" dirty="0"/>
              <a:t>(post)</a:t>
            </a:r>
          </a:p>
          <a:p>
            <a:r>
              <a:rPr lang="en-US" altLang="zh-TW" dirty="0"/>
              <a:t>post = </a:t>
            </a:r>
            <a:r>
              <a:rPr lang="en-US" altLang="zh-TW" dirty="0" err="1"/>
              <a:t>Post.objects.filter</a:t>
            </a:r>
            <a:r>
              <a:rPr lang="en-US" altLang="zh-TW" dirty="0"/>
              <a:t>(</a:t>
            </a:r>
            <a:r>
              <a:rPr lang="en-US" altLang="zh-TW" dirty="0" err="1"/>
              <a:t>pub_date__year</a:t>
            </a:r>
            <a:r>
              <a:rPr lang="en-US" altLang="zh-TW" dirty="0"/>
              <a:t>=yr, </a:t>
            </a:r>
            <a:r>
              <a:rPr lang="en-US" altLang="zh-TW" dirty="0" err="1"/>
              <a:t>pub_date__month</a:t>
            </a:r>
            <a:r>
              <a:rPr lang="en-US" altLang="zh-TW" dirty="0"/>
              <a:t>=</a:t>
            </a:r>
            <a:r>
              <a:rPr lang="en-US" altLang="zh-TW" dirty="0" err="1"/>
              <a:t>mon</a:t>
            </a:r>
            <a:r>
              <a:rPr lang="en-US" altLang="zh-TW" dirty="0"/>
              <a:t>, </a:t>
            </a:r>
            <a:r>
              <a:rPr lang="en-US" altLang="zh-TW" dirty="0" err="1"/>
              <a:t>pub_date__day</a:t>
            </a:r>
            <a:r>
              <a:rPr lang="en-US" altLang="zh-TW" dirty="0"/>
              <a:t>=day, slug=</a:t>
            </a:r>
            <a:r>
              <a:rPr lang="en-US" altLang="zh-TW" dirty="0" err="1"/>
              <a:t>post_num</a:t>
            </a:r>
            <a:r>
              <a:rPr lang="en-US" altLang="zh-TW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64914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2CE4BC-D437-E95B-EEC3-8A5DEA05E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使用</a:t>
            </a:r>
            <a:r>
              <a:rPr lang="en-US" altLang="zh-TW" dirty="0"/>
              <a:t>Python</a:t>
            </a:r>
            <a:r>
              <a:rPr lang="zh-TW" altLang="en-US" dirty="0"/>
              <a:t>程式碼編寫：</a:t>
            </a:r>
            <a:r>
              <a:rPr lang="en-US" altLang="zh-TW" dirty="0"/>
              <a:t>3</a:t>
            </a:r>
            <a:r>
              <a:rPr lang="zh-TW" altLang="en-US" dirty="0"/>
              <a:t>步驟</a:t>
            </a:r>
            <a:r>
              <a:rPr lang="en-US" altLang="zh-TW" dirty="0"/>
              <a:t>+</a:t>
            </a:r>
            <a:r>
              <a:rPr lang="zh-TW" altLang="en-US" dirty="0"/>
              <a:t>使用時機說明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B8FC277-F8B1-82D5-73F5-7A19F4A63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15</a:t>
            </a:fld>
            <a:endParaRPr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E5581C3-9E0B-6CCD-766C-E4722E94DA1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from </a:t>
            </a:r>
            <a:r>
              <a:rPr lang="en-US" altLang="zh-TW" dirty="0" err="1">
                <a:solidFill>
                  <a:srgbClr val="FF0000"/>
                </a:solidFill>
              </a:rPr>
              <a:t>django.urls</a:t>
            </a:r>
            <a:r>
              <a:rPr lang="en-US" altLang="zh-TW" dirty="0">
                <a:solidFill>
                  <a:srgbClr val="FF0000"/>
                </a:solidFill>
              </a:rPr>
              <a:t> import reverse</a:t>
            </a:r>
            <a:r>
              <a:rPr lang="en-US" altLang="zh-TW" sz="24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2400" kern="100" dirty="0">
              <a:solidFill>
                <a:srgbClr val="FF0000"/>
              </a:solidFill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def homepage(request):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year = 2015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month = 11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day = 20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postid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=1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 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html = "&lt;a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href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='{}'&gt;Show the Post&lt;/a&gt;" \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    .format(reverse(</a:t>
            </a:r>
            <a:r>
              <a:rPr lang="en-US" altLang="zh-TW" sz="24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'post-</a:t>
            </a:r>
            <a:r>
              <a:rPr lang="en-US" altLang="zh-TW" sz="2400" kern="10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url</a:t>
            </a:r>
            <a:r>
              <a:rPr lang="en-US" altLang="zh-TW" sz="2400" kern="100" dirty="0">
                <a:solidFill>
                  <a:srgbClr val="FF0000"/>
                </a:solidFill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'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,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args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=(year, month, day,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postid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,)))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    return </a:t>
            </a:r>
            <a:r>
              <a:rPr lang="en-US" altLang="zh-TW" sz="2400" kern="100" dirty="0" err="1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HttpResponse</a:t>
            </a:r>
            <a:r>
              <a:rPr lang="en-US" altLang="zh-TW" sz="2400" kern="100" dirty="0">
                <a:effectLst/>
                <a:latin typeface="Courier New" panose="02070309020205020404" pitchFamily="49" charset="0"/>
                <a:ea typeface="標楷體" panose="03000509000000000000" pitchFamily="65" charset="-120"/>
              </a:rPr>
              <a:t>(html)</a:t>
            </a:r>
            <a:endParaRPr lang="zh-TW" altLang="zh-TW" sz="2400" kern="100" dirty="0">
              <a:effectLst/>
              <a:latin typeface="Courier New" panose="02070309020205020404" pitchFamily="49" charset="0"/>
              <a:ea typeface="標楷體" panose="03000509000000000000" pitchFamily="65" charset="-12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91726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DA6CB8-C253-8C68-A2EB-6188B5FAD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3600" dirty="0"/>
              <a:t>在</a:t>
            </a:r>
            <a:r>
              <a:rPr lang="en-US" altLang="zh-TW" sz="3600" dirty="0"/>
              <a:t>Django shell</a:t>
            </a:r>
            <a:r>
              <a:rPr lang="zh-TW" altLang="en-US" sz="3600" dirty="0"/>
              <a:t>中測試</a:t>
            </a:r>
            <a:r>
              <a:rPr lang="en-US" altLang="zh-TW" sz="3600" dirty="0"/>
              <a:t>URL</a:t>
            </a:r>
            <a:r>
              <a:rPr lang="zh-TW" altLang="en-US" sz="3600" dirty="0"/>
              <a:t>解析</a:t>
            </a:r>
            <a:br>
              <a:rPr lang="en-US" altLang="zh-TW" sz="3600" dirty="0"/>
            </a:br>
            <a:r>
              <a:rPr lang="en-US" altLang="zh-TW" sz="3600" dirty="0"/>
              <a:t>ch2 </a:t>
            </a:r>
            <a:r>
              <a:rPr lang="en-US" altLang="zh-TW" dirty="0"/>
              <a:t>def </a:t>
            </a:r>
            <a:r>
              <a:rPr lang="en-US" altLang="zh-TW" dirty="0" err="1"/>
              <a:t>about_author</a:t>
            </a:r>
            <a:r>
              <a:rPr lang="en-US" altLang="zh-TW" dirty="0"/>
              <a:t>()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1AFCF9F-CE73-76E0-6CD2-4B058E2A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DE4435D-3FB9-A449-34BE-082655E9AAA5}"/>
              </a:ext>
            </a:extLst>
          </p:cNvPr>
          <p:cNvSpPr txBox="1"/>
          <p:nvPr/>
        </p:nvSpPr>
        <p:spPr>
          <a:xfrm>
            <a:off x="301752" y="1268760"/>
            <a:ext cx="85344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dirty="0"/>
              <a:t>from </a:t>
            </a:r>
            <a:r>
              <a:rPr lang="en-US" altLang="zh-TW" sz="3200" dirty="0" err="1"/>
              <a:t>django.urls</a:t>
            </a:r>
            <a:r>
              <a:rPr lang="en-US" altLang="zh-TW" sz="3200" dirty="0"/>
              <a:t> import reverse</a:t>
            </a:r>
          </a:p>
          <a:p>
            <a:r>
              <a:rPr lang="en-US" altLang="zh-TW" sz="3200" dirty="0"/>
              <a:t># </a:t>
            </a:r>
            <a:r>
              <a:rPr lang="zh-TW" altLang="en-US" sz="3200" dirty="0"/>
              <a:t>測試</a:t>
            </a:r>
            <a:r>
              <a:rPr lang="en-US" altLang="zh-TW" sz="3200" dirty="0"/>
              <a:t>URL</a:t>
            </a:r>
            <a:r>
              <a:rPr lang="zh-TW" altLang="en-US" sz="3200" dirty="0"/>
              <a:t>反向解析</a:t>
            </a:r>
            <a:endParaRPr lang="en-US" altLang="zh-TW" sz="3200" dirty="0"/>
          </a:p>
          <a:p>
            <a:r>
              <a:rPr lang="en-US" altLang="zh-TW" sz="3200" dirty="0"/>
              <a:t>print(reverse('home'))           </a:t>
            </a:r>
          </a:p>
          <a:p>
            <a:r>
              <a:rPr lang="en-US" altLang="zh-TW" sz="3200" dirty="0"/>
              <a:t># </a:t>
            </a:r>
            <a:r>
              <a:rPr lang="zh-TW" altLang="en-US" sz="3200" dirty="0"/>
              <a:t>輸出</a:t>
            </a:r>
            <a:r>
              <a:rPr lang="en-US" altLang="zh-TW" sz="3200" dirty="0"/>
              <a:t>: /</a:t>
            </a:r>
          </a:p>
          <a:p>
            <a:r>
              <a:rPr lang="en-US" altLang="zh-TW" sz="3200" dirty="0"/>
              <a:t>print(reverse('about'))          </a:t>
            </a:r>
          </a:p>
          <a:p>
            <a:r>
              <a:rPr lang="en-US" altLang="zh-TW" sz="3200" dirty="0"/>
              <a:t># </a:t>
            </a:r>
            <a:r>
              <a:rPr lang="zh-TW" altLang="en-US" sz="3200" dirty="0"/>
              <a:t>輸出</a:t>
            </a:r>
            <a:r>
              <a:rPr lang="en-US" altLang="zh-TW" sz="3200" dirty="0"/>
              <a:t>:/about/</a:t>
            </a:r>
          </a:p>
          <a:p>
            <a:r>
              <a:rPr lang="en-US" altLang="zh-TW" sz="3200" dirty="0"/>
              <a:t>print(reverse('</a:t>
            </a:r>
            <a:r>
              <a:rPr lang="en-US" altLang="zh-TW" sz="3200" dirty="0" err="1"/>
              <a:t>books:list</a:t>
            </a:r>
            <a:r>
              <a:rPr lang="en-US" altLang="zh-TW" sz="3200" dirty="0"/>
              <a:t>'))     </a:t>
            </a:r>
          </a:p>
          <a:p>
            <a:r>
              <a:rPr lang="en-US" altLang="zh-TW" sz="3200" dirty="0"/>
              <a:t># </a:t>
            </a:r>
            <a:r>
              <a:rPr lang="zh-TW" altLang="en-US" sz="3200" dirty="0"/>
              <a:t>輸出</a:t>
            </a:r>
            <a:r>
              <a:rPr lang="en-US" altLang="zh-TW" sz="3200" dirty="0"/>
              <a:t>: /books/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283154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A32C5-C745-1760-39AE-C875DC1BC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B2EA4D-B28B-8E49-5049-736283179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-99392"/>
            <a:ext cx="8534400" cy="758952"/>
          </a:xfrm>
        </p:spPr>
        <p:txBody>
          <a:bodyPr>
            <a:normAutofit/>
          </a:bodyPr>
          <a:lstStyle/>
          <a:p>
            <a:r>
              <a:rPr lang="zh-TW" altLang="en-US" sz="3600" dirty="0"/>
              <a:t>在</a:t>
            </a:r>
            <a:r>
              <a:rPr lang="en-US" altLang="zh-TW" sz="3600" dirty="0"/>
              <a:t>Django shell</a:t>
            </a:r>
            <a:r>
              <a:rPr lang="zh-TW" altLang="en-US" sz="3600" dirty="0"/>
              <a:t>中測試</a:t>
            </a:r>
            <a:r>
              <a:rPr lang="en-US" altLang="zh-TW" sz="3600" dirty="0"/>
              <a:t>URL</a:t>
            </a:r>
            <a:r>
              <a:rPr lang="zh-TW" altLang="en-US" sz="3600" dirty="0"/>
              <a:t>解析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3870B02-38F1-9887-DBED-105D5B9C2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17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2FE7336-61CC-BF27-A4AC-09631EFA3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0688"/>
            <a:ext cx="9144000" cy="504056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454D6C6-88C7-5EA3-1777-C5C85507E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45332"/>
            <a:ext cx="9144000" cy="114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634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543BDE-F174-A832-0C51-BB70C03FC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02143B5-67A3-62C3-FEAC-C46C1AE44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18</a:t>
            </a:fld>
            <a:endParaRPr lang="zh-TW" altLang="en-US"/>
          </a:p>
        </p:txBody>
      </p:sp>
      <p:graphicFrame>
        <p:nvGraphicFramePr>
          <p:cNvPr id="4" name="物件 3">
            <a:extLst>
              <a:ext uri="{FF2B5EF4-FFF2-40B4-BE49-F238E27FC236}">
                <a16:creationId xmlns:a16="http://schemas.microsoft.com/office/drawing/2014/main" id="{C94F9C12-4AE6-2B3C-C479-1C4F736B87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9525322"/>
              </p:ext>
            </p:extLst>
          </p:nvPr>
        </p:nvGraphicFramePr>
        <p:xfrm>
          <a:off x="467544" y="1700808"/>
          <a:ext cx="2971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2" imgW="2971998" imgH="597003" progId="Package">
                  <p:embed/>
                </p:oleObj>
              </mc:Choice>
              <mc:Fallback>
                <p:oleObj name="封裝程式殼層物件" showAsIcon="1" r:id="rId2" imgW="2971998" imgH="597003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7544" y="1700808"/>
                        <a:ext cx="29718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CF83EC57-73C0-DD0C-9B95-6122D474C2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1490021"/>
              </p:ext>
            </p:extLst>
          </p:nvPr>
        </p:nvGraphicFramePr>
        <p:xfrm>
          <a:off x="467544" y="2564904"/>
          <a:ext cx="28638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4" imgW="2863932" imgH="597003" progId="Package">
                  <p:embed/>
                </p:oleObj>
              </mc:Choice>
              <mc:Fallback>
                <p:oleObj name="封裝程式殼層物件" showAsIcon="1" r:id="rId4" imgW="2863932" imgH="597003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7544" y="2564904"/>
                        <a:ext cx="286385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物件 5">
            <a:extLst>
              <a:ext uri="{FF2B5EF4-FFF2-40B4-BE49-F238E27FC236}">
                <a16:creationId xmlns:a16="http://schemas.microsoft.com/office/drawing/2014/main" id="{9C9916CD-70E7-28F4-0590-1DF8058405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0396404"/>
              </p:ext>
            </p:extLst>
          </p:nvPr>
        </p:nvGraphicFramePr>
        <p:xfrm>
          <a:off x="292816" y="3573016"/>
          <a:ext cx="3810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6" imgW="3810000" imgH="597003" progId="Package">
                  <p:embed/>
                </p:oleObj>
              </mc:Choice>
              <mc:Fallback>
                <p:oleObj name="封裝程式殼層物件" showAsIcon="1" r:id="rId6" imgW="3810000" imgH="597003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92816" y="3573016"/>
                        <a:ext cx="38100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物件 6">
            <a:extLst>
              <a:ext uri="{FF2B5EF4-FFF2-40B4-BE49-F238E27FC236}">
                <a16:creationId xmlns:a16="http://schemas.microsoft.com/office/drawing/2014/main" id="{71F85295-CB16-C2CB-EE25-BEA91389B1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2778064"/>
              </p:ext>
            </p:extLst>
          </p:nvPr>
        </p:nvGraphicFramePr>
        <p:xfrm>
          <a:off x="5886450" y="2141538"/>
          <a:ext cx="260985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8" imgW="2609801" imgH="597003" progId="Package">
                  <p:embed/>
                </p:oleObj>
              </mc:Choice>
              <mc:Fallback>
                <p:oleObj name="封裝程式殼層物件" showAsIcon="1" r:id="rId8" imgW="2609801" imgH="597003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886450" y="2141538"/>
                        <a:ext cx="260985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物件 7">
            <a:extLst>
              <a:ext uri="{FF2B5EF4-FFF2-40B4-BE49-F238E27FC236}">
                <a16:creationId xmlns:a16="http://schemas.microsoft.com/office/drawing/2014/main" id="{7B665719-0D54-5EDF-65A1-89A907A7B0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5468692"/>
              </p:ext>
            </p:extLst>
          </p:nvPr>
        </p:nvGraphicFramePr>
        <p:xfrm>
          <a:off x="4645152" y="3428238"/>
          <a:ext cx="4191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10" imgW="4191198" imgH="597003" progId="Package">
                  <p:embed/>
                </p:oleObj>
              </mc:Choice>
              <mc:Fallback>
                <p:oleObj name="封裝程式殼層物件" showAsIcon="1" r:id="rId10" imgW="4191198" imgH="597003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645152" y="3428238"/>
                        <a:ext cx="41910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4346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DA58FC-2C25-2311-07AE-452747081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/>
              <a:t>認識 </a:t>
            </a:r>
            <a:r>
              <a:rPr lang="en-US" altLang="zh-TW" b="1" dirty="0"/>
              <a:t>API </a:t>
            </a:r>
            <a:r>
              <a:rPr lang="zh-TW" altLang="en-US" b="1" dirty="0"/>
              <a:t>與 </a:t>
            </a:r>
            <a:r>
              <a:rPr lang="en-US" altLang="zh-TW" b="1" dirty="0"/>
              <a:t>Web API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5B69DFB-37BD-B4A6-CA0E-CA580AF9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19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49E88AA-AD4F-C678-2B3F-04EE960F0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276872"/>
            <a:ext cx="7620000" cy="21717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5C438B9-8F34-ACFF-6ABE-21A0D5CC8293}"/>
              </a:ext>
            </a:extLst>
          </p:cNvPr>
          <p:cNvSpPr txBox="1"/>
          <p:nvPr/>
        </p:nvSpPr>
        <p:spPr>
          <a:xfrm>
            <a:off x="326340" y="1619145"/>
            <a:ext cx="85098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/>
              <a:t>「介面」是兩個主體溝通的交接點：</a:t>
            </a:r>
            <a:r>
              <a:rPr lang="en-US" altLang="zh-TW" sz="3200" dirty="0"/>
              <a:t>(</a:t>
            </a:r>
            <a:r>
              <a:rPr lang="zh-TW" altLang="en-US" sz="3200" dirty="0"/>
              <a:t>中介者</a:t>
            </a:r>
            <a:r>
              <a:rPr lang="en-US" altLang="zh-TW" sz="3200" dirty="0"/>
              <a:t>)</a:t>
            </a:r>
            <a:endParaRPr lang="zh-TW" altLang="en-US" sz="32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98E2D0C-EE83-5666-F4B5-12F6D1443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4257675"/>
            <a:ext cx="7620000" cy="260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4666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309D38-5C68-09D4-2AB5-B89753915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Web API </a:t>
            </a:r>
            <a:r>
              <a:rPr lang="zh-TW" altLang="en-US" dirty="0"/>
              <a:t>與 </a:t>
            </a:r>
            <a:r>
              <a:rPr lang="en-US" altLang="zh-TW" dirty="0"/>
              <a:t>HTTP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9D622AE-4B61-160E-CEEC-E9FFF12B6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20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AAC7138-AFD9-D517-4EBF-875AF45F9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017086"/>
            <a:ext cx="8961683" cy="508432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83E4F4C-9769-0F56-F64B-B8D4B2D77413}"/>
              </a:ext>
            </a:extLst>
          </p:cNvPr>
          <p:cNvSpPr txBox="1"/>
          <p:nvPr/>
        </p:nvSpPr>
        <p:spPr>
          <a:xfrm>
            <a:off x="301752" y="1340768"/>
            <a:ext cx="8534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/>
              <a:t>使用 </a:t>
            </a:r>
            <a:r>
              <a:rPr lang="en-US" altLang="zh-TW" sz="2000" dirty="0"/>
              <a:t>Web API </a:t>
            </a:r>
            <a:r>
              <a:rPr lang="zh-TW" altLang="en-US" sz="2000" dirty="0"/>
              <a:t>的一方是客戶端，可能是瀏覽器、手機或者穿戴式設備等等，客戶端會向伺服器端發出請求，要求執行某個 </a:t>
            </a:r>
            <a:r>
              <a:rPr lang="en-US" altLang="zh-TW" sz="2000" dirty="0"/>
              <a:t>CRUD </a:t>
            </a:r>
            <a:r>
              <a:rPr lang="zh-TW" altLang="en-US" sz="2000" dirty="0"/>
              <a:t>動作。</a:t>
            </a:r>
          </a:p>
        </p:txBody>
      </p:sp>
    </p:spTree>
    <p:extLst>
      <p:ext uri="{BB962C8B-B14F-4D97-AF65-F5344CB8AC3E}">
        <p14:creationId xmlns:p14="http://schemas.microsoft.com/office/powerpoint/2010/main" val="6490606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1EEBC-4F8E-E800-7F64-E28FF78F7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97A55F-E7B2-920C-3A0D-55E848547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Web API </a:t>
            </a:r>
            <a:r>
              <a:rPr lang="zh-TW" altLang="en-US" dirty="0"/>
              <a:t>與 </a:t>
            </a:r>
            <a:r>
              <a:rPr lang="en-US" altLang="zh-TW" dirty="0"/>
              <a:t>HTTP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1407324-EAFC-31B7-09BD-8179E979E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21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1894E7A-731F-49D8-ED2A-BBEE66E1F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2195314"/>
            <a:ext cx="7620000" cy="180975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D5CBB923-5E36-D712-15C3-D749C9C2D55B}"/>
              </a:ext>
            </a:extLst>
          </p:cNvPr>
          <p:cNvSpPr txBox="1"/>
          <p:nvPr/>
        </p:nvSpPr>
        <p:spPr>
          <a:xfrm>
            <a:off x="539552" y="1466997"/>
            <a:ext cx="84249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/>
              <a:t>客戶端</a:t>
            </a:r>
            <a:r>
              <a:rPr lang="en-US" altLang="zh-TW" sz="2800" dirty="0"/>
              <a:t>(</a:t>
            </a:r>
            <a:r>
              <a:rPr lang="zh-TW" altLang="en-US" sz="2800" dirty="0"/>
              <a:t>前端</a:t>
            </a:r>
            <a:r>
              <a:rPr lang="en-US" altLang="zh-TW" sz="2800" dirty="0"/>
              <a:t>)</a:t>
            </a:r>
            <a:r>
              <a:rPr lang="zh-TW" altLang="en-US" sz="2800" dirty="0"/>
              <a:t>：串接他人開發的 </a:t>
            </a:r>
            <a:r>
              <a:rPr lang="en-US" altLang="zh-TW" sz="2800" dirty="0"/>
              <a:t>Web API</a:t>
            </a:r>
            <a:endParaRPr lang="zh-TW" altLang="en-US" sz="28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FB89055-3F05-D096-C017-36BA43018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879801"/>
            <a:ext cx="7620000" cy="1933575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119D6694-12BD-5407-C36E-073B80C508F6}"/>
              </a:ext>
            </a:extLst>
          </p:cNvPr>
          <p:cNvSpPr txBox="1"/>
          <p:nvPr/>
        </p:nvSpPr>
        <p:spPr>
          <a:xfrm>
            <a:off x="539552" y="4073100"/>
            <a:ext cx="8296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/>
              <a:t>伺服器端</a:t>
            </a:r>
            <a:r>
              <a:rPr lang="en-US" altLang="zh-TW" sz="2800" dirty="0"/>
              <a:t>(</a:t>
            </a:r>
            <a:r>
              <a:rPr lang="zh-TW" altLang="en-US" sz="2800" dirty="0"/>
              <a:t>後端</a:t>
            </a:r>
            <a:r>
              <a:rPr lang="en-US" altLang="zh-TW" sz="2800" dirty="0"/>
              <a:t>)</a:t>
            </a:r>
            <a:r>
              <a:rPr lang="zh-TW" altLang="en-US" sz="2800" dirty="0"/>
              <a:t>：開發 </a:t>
            </a:r>
            <a:r>
              <a:rPr lang="en-US" altLang="zh-TW" sz="2800" dirty="0"/>
              <a:t>Web API </a:t>
            </a:r>
            <a:r>
              <a:rPr lang="zh-TW" altLang="en-US" sz="2800" dirty="0"/>
              <a:t>給他人使用</a:t>
            </a:r>
          </a:p>
        </p:txBody>
      </p:sp>
    </p:spTree>
    <p:extLst>
      <p:ext uri="{BB962C8B-B14F-4D97-AF65-F5344CB8AC3E}">
        <p14:creationId xmlns:p14="http://schemas.microsoft.com/office/powerpoint/2010/main" val="7159095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61F95-A0AB-A2E1-22EA-BEAC21FC2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E68F6C-0898-663B-0EB3-55D1DB58B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Web API </a:t>
            </a:r>
            <a:r>
              <a:rPr lang="zh-TW" altLang="en-US" dirty="0"/>
              <a:t>與 </a:t>
            </a:r>
            <a:r>
              <a:rPr lang="en-US" altLang="zh-TW" dirty="0"/>
              <a:t>HTTP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27E6070-C887-0833-CE76-1A980D293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2462533"/>
            <a:ext cx="8784976" cy="262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7394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F3CD2C-902D-41A3-ECB5-C971B704E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Request method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9F36C61-B70E-BBFD-0A5B-D0455DEFB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23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C6BAC82-0DA7-FAA3-CE34-ACC4F4649ABE}"/>
              </a:ext>
            </a:extLst>
          </p:cNvPr>
          <p:cNvSpPr txBox="1"/>
          <p:nvPr/>
        </p:nvSpPr>
        <p:spPr>
          <a:xfrm>
            <a:off x="395536" y="1412776"/>
            <a:ext cx="8534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TW" sz="2400" dirty="0"/>
              <a:t>GET</a:t>
            </a:r>
            <a:r>
              <a:rPr lang="zh-TW" altLang="en-US" sz="2400" dirty="0"/>
              <a:t>：讀取資料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2400" dirty="0"/>
              <a:t>POST</a:t>
            </a:r>
            <a:r>
              <a:rPr lang="zh-TW" altLang="en-US" sz="2400" dirty="0"/>
              <a:t>：新增資料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2400" dirty="0"/>
              <a:t>PATCH</a:t>
            </a:r>
            <a:r>
              <a:rPr lang="zh-TW" altLang="en-US" sz="2400" dirty="0"/>
              <a:t>：修改資料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2400" dirty="0"/>
              <a:t>PUT</a:t>
            </a:r>
            <a:r>
              <a:rPr lang="zh-TW" altLang="en-US" sz="2400" dirty="0"/>
              <a:t>：修改資料 （如果沒有該筆資料存在，則新增資料）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2400" dirty="0"/>
              <a:t>DELETE</a:t>
            </a:r>
            <a:r>
              <a:rPr lang="zh-TW" altLang="en-US" sz="2400" dirty="0"/>
              <a:t>：刪除資料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F85D931-E292-D4BE-ACAF-B49309B9A0BC}"/>
              </a:ext>
            </a:extLst>
          </p:cNvPr>
          <p:cNvSpPr txBox="1"/>
          <p:nvPr/>
        </p:nvSpPr>
        <p:spPr>
          <a:xfrm>
            <a:off x="228600" y="3728229"/>
            <a:ext cx="870133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/>
              <a:t>這幾個動詞正好對應資料庫的基本操作</a:t>
            </a:r>
            <a:r>
              <a:rPr lang="en-US" altLang="zh-TW" sz="2800" dirty="0"/>
              <a:t>CRUD</a:t>
            </a:r>
            <a:r>
              <a:rPr lang="zh-TW" altLang="en-US" sz="2800" dirty="0"/>
              <a:t>（增刪改查）。</a:t>
            </a:r>
            <a:endParaRPr lang="en-US" altLang="zh-TW" sz="2800" dirty="0"/>
          </a:p>
          <a:p>
            <a:endParaRPr lang="en-US" altLang="zh-TW" sz="2800" dirty="0"/>
          </a:p>
          <a:p>
            <a:r>
              <a:rPr lang="en-US" altLang="zh-TW" sz="2800" dirty="0"/>
              <a:t>HTTP Request method</a:t>
            </a:r>
            <a:r>
              <a:rPr lang="zh-TW" altLang="en-US" sz="2800" dirty="0"/>
              <a:t>和</a:t>
            </a:r>
            <a:r>
              <a:rPr lang="en-US" altLang="zh-TW" sz="2800" dirty="0"/>
              <a:t>Request URL</a:t>
            </a:r>
            <a:r>
              <a:rPr lang="zh-TW" altLang="en-US" sz="2800" dirty="0"/>
              <a:t>是一組的，因為有兩者的搭配，伺服器才知道請求的內容要送去哪裡，並要對目的地的資源做什麼操作。</a:t>
            </a:r>
          </a:p>
        </p:txBody>
      </p:sp>
    </p:spTree>
    <p:extLst>
      <p:ext uri="{BB962C8B-B14F-4D97-AF65-F5344CB8AC3E}">
        <p14:creationId xmlns:p14="http://schemas.microsoft.com/office/powerpoint/2010/main" val="35622329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0F5F54-FDE6-D2A4-CFED-9C978EC24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什麼是</a:t>
            </a:r>
            <a:r>
              <a:rPr lang="en-US" altLang="zh-TW" dirty="0"/>
              <a:t>RESTful API?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49848B2-4C7F-1500-7C7F-1F8918D0D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24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78E7F8A-A40E-ADEF-C7E8-181C72FB5E07}"/>
              </a:ext>
            </a:extLst>
          </p:cNvPr>
          <p:cNvSpPr txBox="1"/>
          <p:nvPr/>
        </p:nvSpPr>
        <p:spPr>
          <a:xfrm>
            <a:off x="288208" y="1509166"/>
            <a:ext cx="85344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/>
              <a:t>以</a:t>
            </a:r>
            <a:r>
              <a:rPr lang="en-US" altLang="zh-TW" sz="2400" dirty="0">
                <a:solidFill>
                  <a:srgbClr val="FF0000"/>
                </a:solidFill>
              </a:rPr>
              <a:t>HTTP</a:t>
            </a:r>
            <a:r>
              <a:rPr lang="zh-TW" altLang="en-US" sz="2400" dirty="0"/>
              <a:t>來表達語意，並使用</a:t>
            </a:r>
            <a:r>
              <a:rPr lang="zh-TW" altLang="en-US" sz="2400" dirty="0">
                <a:solidFill>
                  <a:srgbClr val="FF0000"/>
                </a:solidFill>
              </a:rPr>
              <a:t>約定的方法</a:t>
            </a:r>
            <a:r>
              <a:rPr lang="zh-TW" altLang="en-US" sz="2400" dirty="0"/>
              <a:t>（</a:t>
            </a:r>
            <a:r>
              <a:rPr lang="en-US" altLang="zh-TW" sz="2400" dirty="0"/>
              <a:t>GET</a:t>
            </a:r>
            <a:r>
              <a:rPr lang="zh-TW" altLang="en-US" sz="2400" dirty="0"/>
              <a:t>、</a:t>
            </a:r>
            <a:r>
              <a:rPr lang="en-US" altLang="zh-TW" sz="2400" dirty="0"/>
              <a:t>POST</a:t>
            </a:r>
            <a:r>
              <a:rPr lang="zh-TW" altLang="en-US" sz="2400" dirty="0"/>
              <a:t>、</a:t>
            </a:r>
            <a:r>
              <a:rPr lang="en-US" altLang="zh-TW" sz="2400" dirty="0"/>
              <a:t>PUT</a:t>
            </a:r>
            <a:r>
              <a:rPr lang="zh-TW" altLang="en-US" sz="2400" dirty="0"/>
              <a:t>、 </a:t>
            </a:r>
            <a:r>
              <a:rPr lang="en-US" altLang="zh-TW" sz="2400" dirty="0"/>
              <a:t>DELETE</a:t>
            </a:r>
            <a:r>
              <a:rPr lang="zh-TW" altLang="en-US" sz="2400" dirty="0"/>
              <a:t>）去操作某一項資源的網站架構設計風格稱為</a:t>
            </a:r>
            <a:r>
              <a:rPr lang="en-US" altLang="zh-TW" sz="2400" dirty="0"/>
              <a:t>REST</a:t>
            </a:r>
            <a:r>
              <a:rPr lang="zh-TW" altLang="en-US" sz="2400" dirty="0"/>
              <a:t>，</a:t>
            </a:r>
            <a:endParaRPr lang="en-US" altLang="zh-TW" sz="2400" dirty="0"/>
          </a:p>
          <a:p>
            <a:endParaRPr lang="en-US" altLang="zh-TW" sz="2400" dirty="0"/>
          </a:p>
          <a:p>
            <a:r>
              <a:rPr lang="zh-TW" altLang="en-US" sz="2400" dirty="0"/>
              <a:t>而</a:t>
            </a:r>
            <a:r>
              <a:rPr lang="en-US" altLang="zh-TW" sz="2400" dirty="0"/>
              <a:t>RESTful API</a:t>
            </a:r>
            <a:r>
              <a:rPr lang="zh-TW" altLang="en-US" sz="2400" dirty="0"/>
              <a:t>是依照</a:t>
            </a:r>
            <a:r>
              <a:rPr lang="en-US" altLang="zh-TW" sz="2400" dirty="0"/>
              <a:t>REST</a:t>
            </a:r>
            <a:r>
              <a:rPr lang="zh-TW" altLang="en-US" sz="2400" dirty="0">
                <a:solidFill>
                  <a:srgbClr val="FF0000"/>
                </a:solidFill>
              </a:rPr>
              <a:t>風格設計</a:t>
            </a:r>
            <a:r>
              <a:rPr lang="zh-TW" altLang="en-US" sz="2400" dirty="0"/>
              <a:t>的路由</a:t>
            </a:r>
            <a:r>
              <a:rPr lang="en-US" altLang="zh-TW" sz="2400" dirty="0"/>
              <a:t>(URL)</a:t>
            </a:r>
            <a:r>
              <a:rPr lang="zh-TW" altLang="en-US" sz="2400" dirty="0"/>
              <a:t>定義。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4563C86-9438-1EAB-E110-B0989E519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3660589"/>
            <a:ext cx="8734744" cy="264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98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1659C9-1844-8610-E700-B75524090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dirty="0"/>
              <a:t>常見的狀態代碼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5A4C633-27AD-DBD3-A6DD-0A0A369EE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25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A8651B5-FFDF-895C-DEDF-0A48671699DD}"/>
              </a:ext>
            </a:extLst>
          </p:cNvPr>
          <p:cNvSpPr txBox="1"/>
          <p:nvPr/>
        </p:nvSpPr>
        <p:spPr>
          <a:xfrm>
            <a:off x="301752" y="2000593"/>
            <a:ext cx="866273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/>
              <a:t>    200 OK</a:t>
            </a:r>
            <a:r>
              <a:rPr lang="zh-TW" altLang="en-US" sz="2800" dirty="0"/>
              <a:t>：請求成功。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    </a:t>
            </a:r>
            <a:r>
              <a:rPr lang="en-US" altLang="zh-TW" sz="2800" dirty="0"/>
              <a:t>201 Created</a:t>
            </a:r>
            <a:r>
              <a:rPr lang="zh-TW" altLang="en-US" sz="2800" dirty="0"/>
              <a:t>：成功創建了新資源。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    </a:t>
            </a:r>
            <a:r>
              <a:rPr lang="en-US" altLang="zh-TW" sz="2800" dirty="0"/>
              <a:t>204 No Content</a:t>
            </a:r>
            <a:r>
              <a:rPr lang="zh-TW" altLang="en-US" sz="2800" dirty="0"/>
              <a:t>：請求成功但沒有返回內容  </a:t>
            </a:r>
            <a:r>
              <a:rPr lang="en-US" altLang="zh-TW" sz="2800" dirty="0"/>
              <a:t>					</a:t>
            </a:r>
            <a:r>
              <a:rPr lang="zh-TW" altLang="en-US" sz="2800" dirty="0"/>
              <a:t>（常用於</a:t>
            </a:r>
            <a:r>
              <a:rPr lang="en-US" altLang="zh-TW" sz="2800" dirty="0"/>
              <a:t>DELETE</a:t>
            </a:r>
            <a:r>
              <a:rPr lang="zh-TW" altLang="en-US" sz="2800" dirty="0"/>
              <a:t>請求）。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    </a:t>
            </a:r>
            <a:r>
              <a:rPr lang="en-US" altLang="zh-TW" sz="2800" dirty="0"/>
              <a:t>400 Bad Request</a:t>
            </a:r>
            <a:r>
              <a:rPr lang="zh-TW" altLang="en-US" sz="2800" dirty="0"/>
              <a:t>：客戶端錯誤導致服務端無</a:t>
            </a:r>
            <a:r>
              <a:rPr lang="en-US" altLang="zh-TW" sz="2800" dirty="0"/>
              <a:t>					</a:t>
            </a:r>
            <a:r>
              <a:rPr lang="zh-TW" altLang="en-US" sz="2800" dirty="0"/>
              <a:t>法處理請求。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    </a:t>
            </a:r>
            <a:r>
              <a:rPr lang="en-US" altLang="zh-TW" sz="2800" dirty="0"/>
              <a:t>404 Not Found</a:t>
            </a:r>
            <a:r>
              <a:rPr lang="zh-TW" altLang="en-US" sz="2800" dirty="0"/>
              <a:t>：請求的資源不存在。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    </a:t>
            </a:r>
            <a:r>
              <a:rPr lang="en-US" altLang="zh-TW" sz="2800" dirty="0"/>
              <a:t>500 Internal Server Error</a:t>
            </a:r>
            <a:r>
              <a:rPr lang="zh-TW" altLang="en-US" sz="2800" dirty="0"/>
              <a:t>：服務端錯誤。</a:t>
            </a:r>
          </a:p>
        </p:txBody>
      </p:sp>
    </p:spTree>
    <p:extLst>
      <p:ext uri="{BB962C8B-B14F-4D97-AF65-F5344CB8AC3E}">
        <p14:creationId xmlns:p14="http://schemas.microsoft.com/office/powerpoint/2010/main" val="14379324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0F75F2-70D2-8CBF-7FC9-051148DB9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Headless CMS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BF90C1D-4FB2-C25F-F395-FD6D6BCE7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26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24ED0F5-2BFC-09BC-9395-6D8DB88F2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7838"/>
            <a:ext cx="9144000" cy="546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0144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CB378-827E-0774-672B-7ABBE6C6E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AD8B53-4527-744D-64C5-F7ED2642E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Headless CMS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59DA368-98B2-173B-48B2-581E8DB37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27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2F20D69-76CF-B7B4-5ED7-9ECE4811F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12003"/>
            <a:ext cx="9144000" cy="474133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6164B07-CA4A-CDA5-1204-FC240A7873C0}"/>
              </a:ext>
            </a:extLst>
          </p:cNvPr>
          <p:cNvSpPr/>
          <p:nvPr/>
        </p:nvSpPr>
        <p:spPr>
          <a:xfrm>
            <a:off x="3419872" y="1549353"/>
            <a:ext cx="2448272" cy="1087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80513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26F64-C83C-7AE3-9A97-FB0E8B8A5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E6DBDB-650A-BD47-106C-5582B3D71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Headless </a:t>
            </a:r>
            <a:r>
              <a:rPr lang="zh-TW" altLang="en-US" dirty="0"/>
              <a:t>優點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73A2CDE-F91C-E518-13C7-ADFF5D969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28</a:t>
            </a:fld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3A442D-BB47-B2EB-3381-CB82C4E6DCFD}"/>
              </a:ext>
            </a:extLst>
          </p:cNvPr>
          <p:cNvSpPr/>
          <p:nvPr/>
        </p:nvSpPr>
        <p:spPr>
          <a:xfrm>
            <a:off x="3419872" y="1549353"/>
            <a:ext cx="2448272" cy="10875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6E1F8BA-1060-63DB-9E49-461C71E1D83B}"/>
              </a:ext>
            </a:extLst>
          </p:cNvPr>
          <p:cNvSpPr txBox="1"/>
          <p:nvPr/>
        </p:nvSpPr>
        <p:spPr>
          <a:xfrm>
            <a:off x="179512" y="1268760"/>
            <a:ext cx="896448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zh-TW" altLang="en-US" sz="2400" b="1" dirty="0"/>
              <a:t>靈活性和可擴展性</a:t>
            </a:r>
            <a:r>
              <a:rPr lang="zh-TW" altLang="en-US" sz="2400" dirty="0"/>
              <a:t>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2400" dirty="0"/>
              <a:t>無頭技術就像一個多功能插座，你可以連接任何設備（前端框架或技術，如 </a:t>
            </a:r>
            <a:r>
              <a:rPr lang="en-US" altLang="zh-TW" sz="2400" dirty="0"/>
              <a:t>React</a:t>
            </a:r>
            <a:r>
              <a:rPr lang="zh-TW" altLang="en-US" sz="2400" dirty="0"/>
              <a:t>、</a:t>
            </a:r>
            <a:r>
              <a:rPr lang="en-US" altLang="zh-TW" sz="2400" dirty="0"/>
              <a:t>Vue.js </a:t>
            </a:r>
            <a:r>
              <a:rPr lang="zh-TW" altLang="en-US" sz="2400" dirty="0"/>
              <a:t>或 </a:t>
            </a:r>
            <a:r>
              <a:rPr lang="en-US" altLang="zh-TW" sz="2400" dirty="0"/>
              <a:t>Angular</a:t>
            </a:r>
            <a:r>
              <a:rPr lang="zh-TW" altLang="en-US" sz="2400" dirty="0"/>
              <a:t>）來創建動態且現代的用戶體驗。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2400" dirty="0"/>
              <a:t>因為前後端分離，網站可以更輕鬆地進行擴展和升級，不受傳統 架構限制。</a:t>
            </a:r>
          </a:p>
          <a:p>
            <a:pPr>
              <a:buFont typeface="+mj-lt"/>
              <a:buAutoNum type="arabicPeriod" startAt="2"/>
            </a:pPr>
            <a:r>
              <a:rPr lang="zh-TW" altLang="en-US" sz="2400" b="1" dirty="0"/>
              <a:t>更快的性能</a:t>
            </a:r>
            <a:r>
              <a:rPr lang="zh-TW" altLang="en-US" sz="2400" dirty="0"/>
              <a:t>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2400" dirty="0"/>
              <a:t>無頭架構通常能提供更快的加載速度，因為前端可以直接從 </a:t>
            </a:r>
            <a:r>
              <a:rPr lang="en-US" altLang="zh-TW" sz="2400" dirty="0"/>
              <a:t>API </a:t>
            </a:r>
            <a:r>
              <a:rPr lang="zh-TW" altLang="en-US" sz="2400" dirty="0"/>
              <a:t>獲取數據，減少了中間層的處理時間。</a:t>
            </a:r>
          </a:p>
          <a:p>
            <a:pPr>
              <a:buFont typeface="+mj-lt"/>
              <a:buAutoNum type="arabicPeriod" startAt="3"/>
            </a:pPr>
            <a:r>
              <a:rPr lang="zh-TW" altLang="en-US" sz="2400" b="1" dirty="0"/>
              <a:t>更強的安全性</a:t>
            </a:r>
            <a:r>
              <a:rPr lang="zh-TW" altLang="en-US" sz="2400" dirty="0"/>
              <a:t>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2400" dirty="0"/>
              <a:t>前後端分離可以減少攻擊面，因為公開的前端和內容管理的後端之間沒有直接連接。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sz="2400" dirty="0"/>
              <a:t>可以實現更嚴格的安全控制，就像一個只允許特定鑰匙打開的鎖。</a:t>
            </a:r>
          </a:p>
        </p:txBody>
      </p:sp>
    </p:spTree>
    <p:extLst>
      <p:ext uri="{BB962C8B-B14F-4D97-AF65-F5344CB8AC3E}">
        <p14:creationId xmlns:p14="http://schemas.microsoft.com/office/powerpoint/2010/main" val="31288040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153A48-91AB-65C1-05C7-D5530FF4B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764704"/>
            <a:ext cx="8928992" cy="758952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習題三 </a:t>
            </a:r>
            <a:br>
              <a:rPr lang="en-US" altLang="zh-TW" dirty="0"/>
            </a:br>
            <a:r>
              <a:rPr lang="en-US" altLang="zh-TW" dirty="0"/>
              <a:t>ch05/</a:t>
            </a:r>
            <a:r>
              <a:rPr lang="en-US" altLang="zh-TW" dirty="0" err="1"/>
              <a:t>bstore</a:t>
            </a:r>
            <a:r>
              <a:rPr lang="en-US" altLang="zh-TW" dirty="0"/>
              <a:t>/python manage.py </a:t>
            </a:r>
            <a:r>
              <a:rPr lang="en-US" altLang="zh-TW" dirty="0" err="1"/>
              <a:t>startapp</a:t>
            </a:r>
            <a:r>
              <a:rPr lang="en-US" altLang="zh-TW" dirty="0"/>
              <a:t> </a:t>
            </a:r>
            <a:r>
              <a:rPr lang="en-US" altLang="zh-TW" dirty="0" err="1"/>
              <a:t>api</a:t>
            </a:r>
            <a:br>
              <a:rPr lang="en-US" altLang="zh-TW" dirty="0"/>
            </a:br>
            <a:r>
              <a:rPr lang="zh-TW" altLang="en-US" dirty="0">
                <a:solidFill>
                  <a:srgbClr val="FF0000"/>
                </a:solidFill>
              </a:rPr>
              <a:t>注意：</a:t>
            </a:r>
            <a:r>
              <a:rPr lang="en-US" altLang="zh-TW" dirty="0">
                <a:solidFill>
                  <a:srgbClr val="FF0000"/>
                </a:solidFill>
              </a:rPr>
              <a:t>setting</a:t>
            </a:r>
            <a:r>
              <a:rPr lang="zh-TW" altLang="en-US" dirty="0">
                <a:solidFill>
                  <a:srgbClr val="FF0000"/>
                </a:solidFill>
              </a:rPr>
              <a:t>要把</a:t>
            </a:r>
            <a:r>
              <a:rPr lang="en-US" altLang="zh-TW" dirty="0" err="1">
                <a:solidFill>
                  <a:srgbClr val="FF0000"/>
                </a:solidFill>
              </a:rPr>
              <a:t>api</a:t>
            </a:r>
            <a:r>
              <a:rPr lang="zh-TW" altLang="en-US" dirty="0">
                <a:solidFill>
                  <a:srgbClr val="FF0000"/>
                </a:solidFill>
              </a:rPr>
              <a:t>加進去</a:t>
            </a:r>
            <a:r>
              <a:rPr lang="en-US" altLang="zh-TW" dirty="0">
                <a:solidFill>
                  <a:srgbClr val="FF0000"/>
                </a:solidFill>
              </a:rPr>
              <a:t>app list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DD4D60B-856D-2072-1B2F-411846123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29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A96C2CC-C3AF-E804-6462-5EFD69BC8BE9}"/>
              </a:ext>
            </a:extLst>
          </p:cNvPr>
          <p:cNvSpPr txBox="1"/>
          <p:nvPr/>
        </p:nvSpPr>
        <p:spPr>
          <a:xfrm>
            <a:off x="107504" y="1700808"/>
            <a:ext cx="9045688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書籍列表：</a:t>
            </a:r>
            <a:endParaRPr lang="en-US" altLang="zh-TW" dirty="0"/>
          </a:p>
          <a:p>
            <a:r>
              <a:rPr lang="zh-TW" altLang="en-US" dirty="0"/>
              <a:t>先做</a:t>
            </a:r>
            <a:r>
              <a:rPr lang="en-US" altLang="zh-TW" dirty="0"/>
              <a:t>get</a:t>
            </a:r>
          </a:p>
          <a:p>
            <a:r>
              <a:rPr lang="en-US" altLang="zh-TW" dirty="0"/>
              <a:t>    # GET /</a:t>
            </a:r>
            <a:r>
              <a:rPr lang="en-US" altLang="zh-TW" dirty="0" err="1"/>
              <a:t>api</a:t>
            </a:r>
            <a:r>
              <a:rPr lang="en-US" altLang="zh-TW" dirty="0"/>
              <a:t>/books/ - </a:t>
            </a:r>
            <a:r>
              <a:rPr lang="zh-TW" altLang="en-US" dirty="0"/>
              <a:t>取得書籍列表</a:t>
            </a:r>
          </a:p>
          <a:p>
            <a:r>
              <a:rPr lang="zh-TW" altLang="en-US" dirty="0"/>
              <a:t>    </a:t>
            </a:r>
            <a:r>
              <a:rPr lang="en-US" altLang="zh-TW" dirty="0"/>
              <a:t># POST /</a:t>
            </a:r>
            <a:r>
              <a:rPr lang="en-US" altLang="zh-TW" dirty="0" err="1"/>
              <a:t>api</a:t>
            </a:r>
            <a:r>
              <a:rPr lang="en-US" altLang="zh-TW" dirty="0"/>
              <a:t>/books/ - </a:t>
            </a:r>
            <a:r>
              <a:rPr lang="zh-TW" altLang="en-US" dirty="0"/>
              <a:t>新增書籍</a:t>
            </a:r>
          </a:p>
          <a:p>
            <a:r>
              <a:rPr lang="zh-TW" altLang="en-US" dirty="0"/>
              <a:t>    </a:t>
            </a:r>
            <a:r>
              <a:rPr lang="en-US" altLang="zh-TW" dirty="0">
                <a:solidFill>
                  <a:srgbClr val="FF0000"/>
                </a:solidFill>
              </a:rPr>
              <a:t>path('books/', </a:t>
            </a:r>
            <a:r>
              <a:rPr lang="en-US" altLang="zh-TW" dirty="0" err="1">
                <a:solidFill>
                  <a:srgbClr val="FF0000"/>
                </a:solidFill>
              </a:rPr>
              <a:t>views.books_list</a:t>
            </a:r>
            <a:r>
              <a:rPr lang="en-US" altLang="zh-TW" dirty="0">
                <a:solidFill>
                  <a:srgbClr val="FF0000"/>
                </a:solidFill>
              </a:rPr>
              <a:t>, name='</a:t>
            </a:r>
            <a:r>
              <a:rPr lang="en-US" altLang="zh-TW" dirty="0" err="1">
                <a:solidFill>
                  <a:srgbClr val="FF0000"/>
                </a:solidFill>
              </a:rPr>
              <a:t>books_list</a:t>
            </a:r>
            <a:r>
              <a:rPr lang="en-US" altLang="zh-TW" dirty="0">
                <a:solidFill>
                  <a:srgbClr val="FF0000"/>
                </a:solidFill>
              </a:rPr>
              <a:t>'),</a:t>
            </a:r>
          </a:p>
          <a:p>
            <a:r>
              <a:rPr lang="zh-TW" altLang="en-US" dirty="0"/>
              <a:t>再做</a:t>
            </a:r>
            <a:r>
              <a:rPr lang="en-US" altLang="zh-TW" dirty="0"/>
              <a:t>post</a:t>
            </a:r>
            <a:r>
              <a:rPr lang="zh-TW" altLang="en-US" dirty="0"/>
              <a:t>，示範若無</a:t>
            </a:r>
            <a:r>
              <a:rPr lang="en-US" altLang="zh-TW" dirty="0"/>
              <a:t>@csrf_exempt</a:t>
            </a:r>
            <a:r>
              <a:rPr lang="zh-TW" altLang="en-US" dirty="0"/>
              <a:t>的結果</a:t>
            </a:r>
            <a:endParaRPr lang="en-US" altLang="zh-TW" dirty="0"/>
          </a:p>
          <a:p>
            <a:r>
              <a:rPr lang="en-US" altLang="zh-TW" dirty="0"/>
              <a:t>    </a:t>
            </a:r>
            <a:r>
              <a:rPr lang="zh-TW" altLang="en-US" dirty="0"/>
              <a:t>注意：新增要用原始</a:t>
            </a:r>
            <a:r>
              <a:rPr lang="en-US" altLang="zh-TW" dirty="0"/>
              <a:t>[</a:t>
            </a:r>
            <a:r>
              <a:rPr lang="en-US" altLang="zh-TW" dirty="0">
                <a:solidFill>
                  <a:srgbClr val="FF0000"/>
                </a:solidFill>
              </a:rPr>
              <a:t>BOOKS_DATA</a:t>
            </a:r>
            <a:r>
              <a:rPr lang="en-US" altLang="zh-TW" dirty="0"/>
              <a:t>]</a:t>
            </a:r>
            <a:r>
              <a:rPr lang="zh-TW" altLang="en-US" dirty="0"/>
              <a:t>來加上去：</a:t>
            </a:r>
            <a:r>
              <a:rPr lang="en-US" altLang="zh-TW" dirty="0" err="1">
                <a:solidFill>
                  <a:srgbClr val="FF0000"/>
                </a:solidFill>
              </a:rPr>
              <a:t>BOOKS_DATA</a:t>
            </a:r>
            <a:r>
              <a:rPr lang="en-US" altLang="zh-TW" dirty="0" err="1"/>
              <a:t>.append</a:t>
            </a:r>
            <a:r>
              <a:rPr lang="en-US" altLang="zh-TW" dirty="0"/>
              <a:t>(book)</a:t>
            </a:r>
          </a:p>
          <a:p>
            <a:r>
              <a:rPr lang="en-US" altLang="zh-TW" dirty="0"/>
              <a:t>    </a:t>
            </a:r>
            <a:r>
              <a:rPr lang="zh-TW" altLang="en-US" dirty="0"/>
              <a:t>注意：</a:t>
            </a:r>
            <a:r>
              <a:rPr lang="en-US" altLang="zh-TW" dirty="0"/>
              <a:t> return </a:t>
            </a:r>
            <a:r>
              <a:rPr lang="en-US" altLang="zh-TW" dirty="0" err="1"/>
              <a:t>JsonResponse</a:t>
            </a:r>
            <a:r>
              <a:rPr lang="en-US" altLang="zh-TW" dirty="0"/>
              <a:t>({</a:t>
            </a:r>
          </a:p>
          <a:p>
            <a:r>
              <a:rPr lang="en-US" altLang="zh-TW" dirty="0"/>
              <a:t>                'status': 'success', </a:t>
            </a:r>
          </a:p>
          <a:p>
            <a:r>
              <a:rPr lang="en-US" altLang="zh-TW" dirty="0"/>
              <a:t>                'message': 'Book added successfully',</a:t>
            </a:r>
          </a:p>
          <a:p>
            <a:r>
              <a:rPr lang="en-US" altLang="zh-TW" dirty="0"/>
              <a:t>                </a:t>
            </a:r>
            <a:r>
              <a:rPr lang="en-US" altLang="zh-TW" dirty="0">
                <a:solidFill>
                  <a:srgbClr val="FF0000"/>
                </a:solidFill>
              </a:rPr>
              <a:t>'book': book</a:t>
            </a:r>
            <a:r>
              <a:rPr lang="en-US" altLang="zh-TW" dirty="0"/>
              <a:t>})  #</a:t>
            </a:r>
            <a:r>
              <a:rPr lang="zh-TW" altLang="en-US" dirty="0"/>
              <a:t>注意，列出新加入的書籍就好</a:t>
            </a:r>
            <a:endParaRPr lang="en-US" altLang="zh-TW" dirty="0"/>
          </a:p>
          <a:p>
            <a:r>
              <a:rPr lang="zh-TW" altLang="en-US" dirty="0"/>
              <a:t>書籍</a:t>
            </a:r>
            <a:r>
              <a:rPr lang="en-US" altLang="zh-TW" dirty="0"/>
              <a:t>detail: 'books/&lt;</a:t>
            </a:r>
            <a:r>
              <a:rPr lang="en-US" altLang="zh-TW" dirty="0" err="1"/>
              <a:t>int:book_id</a:t>
            </a:r>
            <a:r>
              <a:rPr lang="en-US" altLang="zh-TW" dirty="0"/>
              <a:t>&gt;</a:t>
            </a:r>
            <a:r>
              <a:rPr lang="en-US" altLang="zh-TW" sz="2800" dirty="0">
                <a:solidFill>
                  <a:srgbClr val="FF0000"/>
                </a:solidFill>
              </a:rPr>
              <a:t>/</a:t>
            </a:r>
            <a:r>
              <a:rPr lang="en-US" altLang="zh-TW" dirty="0"/>
              <a:t>'</a:t>
            </a:r>
          </a:p>
          <a:p>
            <a:r>
              <a:rPr lang="en-US" altLang="zh-TW" dirty="0"/>
              <a:t>Put:</a:t>
            </a:r>
            <a:r>
              <a:rPr lang="zh-TW" altLang="en-US" dirty="0"/>
              <a:t>注意網址</a:t>
            </a:r>
            <a:r>
              <a:rPr lang="en-US" altLang="zh-TW" dirty="0"/>
              <a:t>id</a:t>
            </a:r>
            <a:r>
              <a:rPr lang="zh-TW" altLang="en-US" dirty="0"/>
              <a:t>要正確，最後要有</a:t>
            </a:r>
            <a:r>
              <a:rPr lang="zh-TW" altLang="en-US" dirty="0">
                <a:solidFill>
                  <a:srgbClr val="FF0000"/>
                </a:solidFill>
              </a:rPr>
              <a:t>斜線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2725029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309724-C7A1-45B1-85EF-09F132374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延申觀念題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CB92E02-FC9D-EB3E-1DE2-DED57B4D7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30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EB154F4-ED9A-7286-11A0-A15B25986B0B}"/>
              </a:ext>
            </a:extLst>
          </p:cNvPr>
          <p:cNvSpPr txBox="1"/>
          <p:nvPr/>
        </p:nvSpPr>
        <p:spPr>
          <a:xfrm>
            <a:off x="683568" y="1525814"/>
            <a:ext cx="799288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800" dirty="0"/>
              <a:t>觀念探討：</a:t>
            </a:r>
            <a:r>
              <a:rPr lang="en-US" altLang="zh-TW" sz="2800" dirty="0"/>
              <a:t>(</a:t>
            </a:r>
            <a:r>
              <a:rPr lang="zh-TW" altLang="en-US" sz="2800" dirty="0"/>
              <a:t>思考作答</a:t>
            </a:r>
            <a:r>
              <a:rPr lang="en-US" altLang="zh-TW" sz="2800" dirty="0"/>
              <a:t>20min</a:t>
            </a:r>
            <a:r>
              <a:rPr lang="zh-TW" altLang="en-US" sz="2800" dirty="0"/>
              <a:t>，解答</a:t>
            </a:r>
            <a:r>
              <a:rPr lang="en-US" altLang="zh-TW" sz="2800" dirty="0"/>
              <a:t>10min)</a:t>
            </a:r>
          </a:p>
          <a:p>
            <a:endParaRPr lang="en-US" altLang="zh-TW" sz="2800" dirty="0"/>
          </a:p>
          <a:p>
            <a:r>
              <a:rPr lang="en-US" altLang="zh-TW" sz="2800" dirty="0"/>
              <a:t>If/</a:t>
            </a:r>
            <a:r>
              <a:rPr lang="en-US" altLang="zh-TW" sz="2800" dirty="0" err="1"/>
              <a:t>elif</a:t>
            </a:r>
            <a:r>
              <a:rPr lang="zh-TW" altLang="en-US" sz="2800" dirty="0"/>
              <a:t>選項的順序有差別的原因：</a:t>
            </a:r>
            <a:endParaRPr lang="en-US" altLang="zh-TW" sz="2800"/>
          </a:p>
          <a:p>
            <a:r>
              <a:rPr lang="zh-TW" altLang="en-US" sz="2800"/>
              <a:t>平行</a:t>
            </a:r>
            <a:r>
              <a:rPr lang="zh-TW" altLang="en-US" sz="2800" dirty="0"/>
              <a:t>處理時、有加</a:t>
            </a:r>
            <a:r>
              <a:rPr lang="en-US" altLang="zh-TW" sz="2800" dirty="0"/>
              <a:t>return</a:t>
            </a:r>
            <a:r>
              <a:rPr lang="zh-TW" altLang="en-US" sz="2800" dirty="0"/>
              <a:t>提早退出</a:t>
            </a:r>
          </a:p>
        </p:txBody>
      </p:sp>
    </p:spTree>
    <p:extLst>
      <p:ext uri="{BB962C8B-B14F-4D97-AF65-F5344CB8AC3E}">
        <p14:creationId xmlns:p14="http://schemas.microsoft.com/office/powerpoint/2010/main" val="17501306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6EE1BB-684B-BD22-9AD9-CA1F51E2D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A3BA107-DC1B-554C-2F25-CA87F6086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F45627-91F5-AB6F-F0C1-1AB249EFB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E457D-EE12-4164-8E32-9DDD40A95892}" type="slidenum">
              <a:rPr lang="zh-TW" altLang="en-US" smtClean="0"/>
              <a:pPr/>
              <a:t>31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020B0E3-C20D-7007-19F9-5BC42E2F6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60" y="1260836"/>
            <a:ext cx="9144000" cy="5470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4794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市鎮">
  <a:themeElements>
    <a:clrScheme name="市鎮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觀點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市鎮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16084</TotalTime>
  <Words>3029</Words>
  <Application>Microsoft Office PowerPoint</Application>
  <PresentationFormat>如螢幕大小 (4:3)</PresentationFormat>
  <Paragraphs>312</Paragraphs>
  <Slides>31</Slides>
  <Notes>17</Notes>
  <HiddenSlides>0</HiddenSlides>
  <MMClips>0</MMClips>
  <ScaleCrop>false</ScaleCrop>
  <HeadingPairs>
    <vt:vector size="8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41" baseType="lpstr">
      <vt:lpstr>微軟正黑體</vt:lpstr>
      <vt:lpstr>Arial</vt:lpstr>
      <vt:lpstr>Calibri</vt:lpstr>
      <vt:lpstr>Consolas</vt:lpstr>
      <vt:lpstr>Courier New</vt:lpstr>
      <vt:lpstr>Verdana</vt:lpstr>
      <vt:lpstr>Wingdings</vt:lpstr>
      <vt:lpstr>Wingdings 2</vt:lpstr>
      <vt:lpstr>市鎮</vt:lpstr>
      <vt:lpstr>封裝程式殼層物件</vt:lpstr>
      <vt:lpstr>第五堂 網址的委派與對應</vt:lpstr>
      <vt:lpstr>學習目標</vt:lpstr>
      <vt:lpstr>URLconf處理步驟</vt:lpstr>
      <vt:lpstr> 基本的urls.py內容    code在ch02/05</vt:lpstr>
      <vt:lpstr>加入自訂網址的方法</vt:lpstr>
      <vt:lpstr>在views.py加上相對應的函式</vt:lpstr>
      <vt:lpstr>以網址列傳遞參數的方法(說明使用情境)</vt:lpstr>
      <vt:lpstr> 可以使用的參數列表</vt:lpstr>
      <vt:lpstr>參數預設值的使用-ch05 (demo 此時urls path順序沒差)</vt:lpstr>
      <vt:lpstr>套用整組網址設定的方法(author/about…) 記得網址也要改成author/about</vt:lpstr>
      <vt:lpstr>示範階層式套用整組網址設定的方法(須先測試)</vt:lpstr>
      <vt:lpstr>示範階層式套用整組網址設定的方法(須先測試)</vt:lpstr>
      <vt:lpstr>示範階層式套用整組網址設定的方法(須先測試)</vt:lpstr>
      <vt:lpstr>URLconf的反解功能，說明為何要如此， 優點可彈性修改url即可，不用改html</vt:lpstr>
      <vt:lpstr>使用Python程式碼編寫：3步驟+使用時機說明</vt:lpstr>
      <vt:lpstr>在Django shell中測試URL解析 ch2 def about_author()</vt:lpstr>
      <vt:lpstr>在Django shell中測試URL解析</vt:lpstr>
      <vt:lpstr>PowerPoint 簡報</vt:lpstr>
      <vt:lpstr>認識 API 與 Web API</vt:lpstr>
      <vt:lpstr>Web API 與 HTTP</vt:lpstr>
      <vt:lpstr>Web API 與 HTTP</vt:lpstr>
      <vt:lpstr>Web API 與 HTTP</vt:lpstr>
      <vt:lpstr>Request method</vt:lpstr>
      <vt:lpstr>什麼是RESTful API?</vt:lpstr>
      <vt:lpstr>常見的狀態代碼</vt:lpstr>
      <vt:lpstr>Headless CMS</vt:lpstr>
      <vt:lpstr>Headless CMS</vt:lpstr>
      <vt:lpstr>Headless 優點</vt:lpstr>
      <vt:lpstr>習題三  ch05/bstore/python manage.py startapp api 注意：setting要把api加進去app list</vt:lpstr>
      <vt:lpstr>延申觀念題</vt:lpstr>
      <vt:lpstr>PowerPoint 簡報</vt:lpstr>
    </vt:vector>
  </TitlesOfParts>
  <Company>SYNNEX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第一堂 程式設計所需要的基礎知識</dc:title>
  <dc:creator>USER</dc:creator>
  <cp:lastModifiedBy>炳志 林</cp:lastModifiedBy>
  <cp:revision>111</cp:revision>
  <dcterms:created xsi:type="dcterms:W3CDTF">2017-10-09T22:32:02Z</dcterms:created>
  <dcterms:modified xsi:type="dcterms:W3CDTF">2026-10-22T10:22:40Z</dcterms:modified>
</cp:coreProperties>
</file>